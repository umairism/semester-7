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231B42-2E3D-4DA2-82A8-AF96F598BA87}" type="datetimeFigureOut">
              <a:rPr lang="en-PK" smtClean="0"/>
              <a:t>27/11/2025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10877A-A510-4EE6-AEF1-EBEB164FB7F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89415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0877A-A510-4EE6-AEF1-EBEB164FB7F1}" type="slidenum">
              <a:rPr lang="en-PK" smtClean="0"/>
              <a:t>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87606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0877A-A510-4EE6-AEF1-EBEB164FB7F1}" type="slidenum">
              <a:rPr lang="en-PK" smtClean="0"/>
              <a:t>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97247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0877A-A510-4EE6-AEF1-EBEB164FB7F1}" type="slidenum">
              <a:rPr lang="en-PK" smtClean="0"/>
              <a:t>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751050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0877A-A510-4EE6-AEF1-EBEB164FB7F1}" type="slidenum">
              <a:rPr lang="en-PK" smtClean="0"/>
              <a:t>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51345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42AB8-2EF7-AEA0-94E9-DFE9F799E9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Hashing and salting in IS 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955100-3235-EE96-2583-44078CF62F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no 13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301179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F92F7-2246-02CC-96A9-97499B3D2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1AE57-B89E-3355-DD81-A367A643D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Hashing is a process that converts a password (or any input) into a fixed-length scrambled value called a hash. This process cannot be reversed, meaning you can’t figure out the original password from the hash.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936841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94828-B423-39AC-EBDD-0CE82747C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and features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BE3AD-372F-D9D4-9FE6-7B05C94CB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Everyday Example:</a:t>
            </a:r>
          </a:p>
          <a:p>
            <a:r>
              <a:rPr lang="en-US" dirty="0"/>
              <a:t>Think of a restaurant where instead of writing people's names, they assign a code to everyone, like turning "Ali123" into "XyZ98@". Even if someone steals the code, they won’t know the original name.</a:t>
            </a:r>
          </a:p>
          <a:p>
            <a:r>
              <a:rPr lang="en-US" b="1" dirty="0"/>
              <a:t>Key Features of Hashing: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One-Way Process:</a:t>
            </a:r>
            <a:r>
              <a:rPr lang="en-US" dirty="0"/>
              <a:t> You can’t get the original input back from the hash.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Fixed Size:</a:t>
            </a:r>
            <a:r>
              <a:rPr lang="en-US" dirty="0"/>
              <a:t> No matter how long or short the input is, the hash will always be of the same size.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Same Input, Same Hash:</a:t>
            </a:r>
            <a:r>
              <a:rPr lang="en-US" dirty="0"/>
              <a:t> Every time you hash the same password, you’ll get the same hash.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589376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964C7-FAE6-95E5-AA67-D86CD8D12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Salting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EF5D6-5861-44B4-AEDE-16EEE59A7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Salting means adding a random, unique string (called a salt) to a password before hashing it. This makes each password’s hash unique, even if two people have the same password. Salting protects against common attacks like dictionary and rainbow table attacks.</a:t>
            </a:r>
          </a:p>
          <a:p>
            <a:r>
              <a:rPr lang="en-US" b="1" dirty="0"/>
              <a:t>Everyday Example:</a:t>
            </a:r>
          </a:p>
          <a:p>
            <a:r>
              <a:rPr lang="en-US" dirty="0"/>
              <a:t>Imagine every restaurant adds a secret ingredient (a salt) to their dishes. Even if two restaurants cook the same dish, the taste will still be different.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356907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2F5D0-D77E-899D-BD67-8A7CD0779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Hashing and Salting Work Together</a:t>
            </a:r>
            <a:endParaRPr lang="en-PK" b="1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01451FE-748E-BF64-3DCE-CFA6A16C46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18447" y="1857838"/>
            <a:ext cx="659462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Take the password: MyPassword123.</a:t>
            </a:r>
            <a:endParaRPr kumimoji="0" lang="en-US" altLang="en-PK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PK" altLang="en-PK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Add a unique </a:t>
            </a:r>
            <a:r>
              <a:rPr kumimoji="0" lang="en-PK" altLang="en-PK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salt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@RandomSalt.</a:t>
            </a:r>
            <a:endParaRPr kumimoji="0" lang="en-US" altLang="en-PK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PK" altLang="en-PK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Combine them: MyPassword123@RandomSalt.</a:t>
            </a:r>
            <a:endParaRPr kumimoji="0" lang="en-US" altLang="en-PK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PK" altLang="en-PK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Hash this combined input using an algorithm like SHA-256.</a:t>
            </a:r>
            <a:endParaRPr kumimoji="0" lang="en-US" altLang="en-PK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PK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Store both the </a:t>
            </a:r>
            <a:r>
              <a:rPr kumimoji="0" lang="en-PK" altLang="en-PK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hash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the </a:t>
            </a:r>
            <a:r>
              <a:rPr kumimoji="0" lang="en-PK" altLang="en-PK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salt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the database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918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15094-F1AF-20E0-BDEE-ED9B7CD8A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Practical Example of Hashing and Salting</a:t>
            </a:r>
            <a:br>
              <a:rPr lang="en-US" b="1" dirty="0"/>
            </a:br>
            <a:r>
              <a:rPr lang="en-US" b="1" dirty="0"/>
              <a:t>Without Salting:</a:t>
            </a:r>
            <a:br>
              <a:rPr lang="en-US" b="1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F6363-4062-F3EF-E83F-855DED07D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0" y="803186"/>
            <a:ext cx="7051039" cy="5248622"/>
          </a:xfrm>
        </p:spPr>
        <p:txBody>
          <a:bodyPr/>
          <a:lstStyle/>
          <a:p>
            <a:r>
              <a:rPr lang="en-US" dirty="0"/>
              <a:t>Let’s say two users have the same password: </a:t>
            </a:r>
          </a:p>
          <a:p>
            <a:r>
              <a:rPr lang="en-US" dirty="0"/>
              <a:t>Password123.User 1 Hash: SHA-256(Password123) → ABC123DEF456</a:t>
            </a:r>
          </a:p>
          <a:p>
            <a:r>
              <a:rPr lang="en-US" dirty="0"/>
              <a:t>User 2 Hash: SHA-256(Password123) → ABC123DEF456 </a:t>
            </a:r>
          </a:p>
          <a:p>
            <a:r>
              <a:rPr lang="en-US" dirty="0"/>
              <a:t>If a hacker cracks one hash, both passwords will be compromised.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5306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17B76-B530-2317-8C2E-2DA64B0C9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11" y="2370245"/>
            <a:ext cx="3498979" cy="2456442"/>
          </a:xfrm>
        </p:spPr>
        <p:txBody>
          <a:bodyPr/>
          <a:lstStyle/>
          <a:p>
            <a:r>
              <a:rPr lang="en-US" dirty="0"/>
              <a:t>With Salting: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6852E-6963-B6DC-89DC-FEDF32841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801" y="803186"/>
            <a:ext cx="7376160" cy="5248622"/>
          </a:xfrm>
        </p:spPr>
        <p:txBody>
          <a:bodyPr/>
          <a:lstStyle/>
          <a:p>
            <a:r>
              <a:rPr lang="en-US" b="1" dirty="0"/>
              <a:t>User 1</a:t>
            </a:r>
            <a:r>
              <a:rPr lang="en-US" dirty="0"/>
              <a:t>:</a:t>
            </a:r>
          </a:p>
          <a:p>
            <a:r>
              <a:rPr lang="en-US" dirty="0"/>
              <a:t>Password: Password123: </a:t>
            </a:r>
          </a:p>
          <a:p>
            <a:r>
              <a:rPr lang="en-US" dirty="0"/>
              <a:t>Salt: Salt1</a:t>
            </a:r>
          </a:p>
          <a:p>
            <a:r>
              <a:rPr lang="en-US" dirty="0"/>
              <a:t>Hashed Password: SHA-256(Password123Salt1) → XYZ456PQR789</a:t>
            </a:r>
          </a:p>
          <a:p>
            <a:r>
              <a:rPr lang="en-US" b="1" dirty="0"/>
              <a:t>User 2:</a:t>
            </a:r>
          </a:p>
          <a:p>
            <a:r>
              <a:rPr lang="en-US" dirty="0"/>
              <a:t>Password: Password123</a:t>
            </a:r>
          </a:p>
          <a:p>
            <a:r>
              <a:rPr lang="en-US" dirty="0"/>
              <a:t>Salt: Salt2 </a:t>
            </a:r>
          </a:p>
          <a:p>
            <a:r>
              <a:rPr lang="en-US" dirty="0"/>
              <a:t>Hashed Password: SHA-256(Password123Salt2) → LMN678OPQ901</a:t>
            </a:r>
          </a:p>
          <a:p>
            <a:r>
              <a:rPr lang="en-US" dirty="0"/>
              <a:t>Now, even though the passwords are the same, their hashes are different, making it harder for hackers.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38139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97441-62F9-4F0D-FD35-938545E97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Hashing Algorithms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6B4E9-13F2-4E76-A72F-7E265899B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MD5 (Weak and not recommended)</a:t>
            </a:r>
          </a:p>
          <a:p>
            <a:pPr>
              <a:buFont typeface="+mj-lt"/>
              <a:buAutoNum type="arabicPeriod"/>
            </a:pPr>
            <a:r>
              <a:rPr lang="en-US" dirty="0"/>
              <a:t>SHA-256 (Secure and widely used)</a:t>
            </a:r>
          </a:p>
          <a:p>
            <a:pPr>
              <a:buFont typeface="+mj-lt"/>
              <a:buAutoNum type="arabicPeriod"/>
            </a:pPr>
            <a:r>
              <a:rPr lang="en-US" dirty="0"/>
              <a:t>SHA-512</a:t>
            </a:r>
          </a:p>
          <a:p>
            <a:pPr>
              <a:buFont typeface="+mj-lt"/>
              <a:buAutoNum type="arabicPeriod"/>
            </a:pPr>
            <a:r>
              <a:rPr lang="en-US" dirty="0" err="1"/>
              <a:t>bcrypt</a:t>
            </a:r>
            <a:r>
              <a:rPr lang="en-US" dirty="0"/>
              <a:t> (Automatically adds salt)</a:t>
            </a:r>
          </a:p>
          <a:p>
            <a:pPr marL="0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859459939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10B6F4"/>
      </a:accent1>
      <a:accent2>
        <a:srgbClr val="3C78C3"/>
      </a:accent2>
      <a:accent3>
        <a:srgbClr val="9F52D0"/>
      </a:accent3>
      <a:accent4>
        <a:srgbClr val="D64198"/>
      </a:accent4>
      <a:accent5>
        <a:srgbClr val="DA2228"/>
      </a:accent5>
      <a:accent6>
        <a:srgbClr val="F18318"/>
      </a:accent6>
      <a:hlink>
        <a:srgbClr val="38DDEC"/>
      </a:hlink>
      <a:folHlink>
        <a:srgbClr val="A8DEE8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C0CB9708-C445-4049-9D7F-4C8684E69AF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56</TotalTime>
  <Words>433</Words>
  <Application>Microsoft Office PowerPoint</Application>
  <PresentationFormat>Widescreen</PresentationFormat>
  <Paragraphs>50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Rockwell</vt:lpstr>
      <vt:lpstr>Wingdings</vt:lpstr>
      <vt:lpstr>Atlas</vt:lpstr>
      <vt:lpstr>Hashing and salting in IS </vt:lpstr>
      <vt:lpstr>INTRODUCTION</vt:lpstr>
      <vt:lpstr>Example and features</vt:lpstr>
      <vt:lpstr>Salting</vt:lpstr>
      <vt:lpstr>How Hashing and Salting Work Together</vt:lpstr>
      <vt:lpstr>Practical Example of Hashing and Salting Without Salting: </vt:lpstr>
      <vt:lpstr>With Salting:</vt:lpstr>
      <vt:lpstr>Common Hashing Algorithms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ayesha jarral</dc:creator>
  <cp:lastModifiedBy>ayesha jarral</cp:lastModifiedBy>
  <cp:revision>7</cp:revision>
  <dcterms:created xsi:type="dcterms:W3CDTF">2024-12-02T09:44:40Z</dcterms:created>
  <dcterms:modified xsi:type="dcterms:W3CDTF">2025-11-27T13:29:56Z</dcterms:modified>
</cp:coreProperties>
</file>