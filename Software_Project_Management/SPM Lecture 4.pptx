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9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3DD5934-5D05-42F8-8150-51BED9B9D706}" type="datetimeFigureOut">
              <a:rPr lang="en-US" smtClean="0"/>
              <a:t>3/3/2026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91D46D1-4CA4-451C-B31F-21AA7F81DAA5}" type="slidenum">
              <a:rPr lang="en-US" smtClean="0"/>
              <a:t>‹#›</a:t>
            </a:fld>
            <a:endParaRPr lang="en-US"/>
          </a:p>
        </p:txBody>
      </p:sp>
    </p:spTree>
    <p:extLst>
      <p:ext uri="{BB962C8B-B14F-4D97-AF65-F5344CB8AC3E}">
        <p14:creationId xmlns:p14="http://schemas.microsoft.com/office/powerpoint/2010/main" val="1498277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Scope creep is the uncontrolled, undocumented expansion of a project’s scope, occurring when new requirements or features are added after the project has started without adjustments to time, budget, or resources</a:t>
            </a:r>
            <a:endParaRPr lang="en-US" dirty="0"/>
          </a:p>
        </p:txBody>
      </p:sp>
      <p:sp>
        <p:nvSpPr>
          <p:cNvPr id="4" name="Slide Number Placeholder 3"/>
          <p:cNvSpPr>
            <a:spLocks noGrp="1"/>
          </p:cNvSpPr>
          <p:nvPr>
            <p:ph type="sldNum" sz="quarter" idx="10"/>
          </p:nvPr>
        </p:nvSpPr>
        <p:spPr/>
        <p:txBody>
          <a:bodyPr/>
          <a:lstStyle/>
          <a:p>
            <a:fld id="{F91D46D1-4CA4-451C-B31F-21AA7F81DAA5}" type="slidenum">
              <a:rPr lang="en-US" smtClean="0"/>
              <a:t>7</a:t>
            </a:fld>
            <a:endParaRPr lang="en-US"/>
          </a:p>
        </p:txBody>
      </p:sp>
    </p:spTree>
    <p:extLst>
      <p:ext uri="{BB962C8B-B14F-4D97-AF65-F5344CB8AC3E}">
        <p14:creationId xmlns:p14="http://schemas.microsoft.com/office/powerpoint/2010/main" val="1679118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STRONG</a:t>
            </a:r>
            <a:endParaRPr lang="en-US" dirty="0"/>
          </a:p>
        </p:txBody>
      </p:sp>
      <p:sp>
        <p:nvSpPr>
          <p:cNvPr id="4" name="Slide Number Placeholder 3"/>
          <p:cNvSpPr>
            <a:spLocks noGrp="1"/>
          </p:cNvSpPr>
          <p:nvPr>
            <p:ph type="sldNum" sz="quarter" idx="10"/>
          </p:nvPr>
        </p:nvSpPr>
        <p:spPr/>
        <p:txBody>
          <a:bodyPr/>
          <a:lstStyle/>
          <a:p>
            <a:fld id="{F91D46D1-4CA4-451C-B31F-21AA7F81DAA5}" type="slidenum">
              <a:rPr lang="en-US" smtClean="0"/>
              <a:t>11</a:t>
            </a:fld>
            <a:endParaRPr lang="en-US"/>
          </a:p>
        </p:txBody>
      </p:sp>
    </p:spTree>
    <p:extLst>
      <p:ext uri="{BB962C8B-B14F-4D97-AF65-F5344CB8AC3E}">
        <p14:creationId xmlns:p14="http://schemas.microsoft.com/office/powerpoint/2010/main" val="1677792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User acquisition (UA) is the strategic process of gaining new users for apps, websites, or services through targeted marketing, advertising, and organic channels</a:t>
            </a:r>
            <a:endParaRPr lang="en-US" dirty="0"/>
          </a:p>
        </p:txBody>
      </p:sp>
      <p:sp>
        <p:nvSpPr>
          <p:cNvPr id="4" name="Slide Number Placeholder 3"/>
          <p:cNvSpPr>
            <a:spLocks noGrp="1"/>
          </p:cNvSpPr>
          <p:nvPr>
            <p:ph type="sldNum" sz="quarter" idx="10"/>
          </p:nvPr>
        </p:nvSpPr>
        <p:spPr/>
        <p:txBody>
          <a:bodyPr/>
          <a:lstStyle/>
          <a:p>
            <a:fld id="{F91D46D1-4CA4-451C-B31F-21AA7F81DAA5}" type="slidenum">
              <a:rPr lang="en-US" smtClean="0"/>
              <a:t>14</a:t>
            </a:fld>
            <a:endParaRPr lang="en-US"/>
          </a:p>
        </p:txBody>
      </p:sp>
    </p:spTree>
    <p:extLst>
      <p:ext uri="{BB962C8B-B14F-4D97-AF65-F5344CB8AC3E}">
        <p14:creationId xmlns:p14="http://schemas.microsoft.com/office/powerpoint/2010/main" val="341364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AWS-Amazon web services</a:t>
            </a:r>
            <a:endParaRPr lang="en-US" dirty="0"/>
          </a:p>
        </p:txBody>
      </p:sp>
      <p:sp>
        <p:nvSpPr>
          <p:cNvPr id="4" name="Slide Number Placeholder 3"/>
          <p:cNvSpPr>
            <a:spLocks noGrp="1"/>
          </p:cNvSpPr>
          <p:nvPr>
            <p:ph type="sldNum" sz="quarter" idx="10"/>
          </p:nvPr>
        </p:nvSpPr>
        <p:spPr/>
        <p:txBody>
          <a:bodyPr/>
          <a:lstStyle/>
          <a:p>
            <a:fld id="{F91D46D1-4CA4-451C-B31F-21AA7F81DAA5}" type="slidenum">
              <a:rPr lang="en-US" smtClean="0"/>
              <a:t>18</a:t>
            </a:fld>
            <a:endParaRPr lang="en-US"/>
          </a:p>
        </p:txBody>
      </p:sp>
    </p:spTree>
    <p:extLst>
      <p:ext uri="{BB962C8B-B14F-4D97-AF65-F5344CB8AC3E}">
        <p14:creationId xmlns:p14="http://schemas.microsoft.com/office/powerpoint/2010/main" val="200128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core project management knowledge area focusing on coordinating all project elements—tasks, resources, stakeholders, and deliverables—throughout the project lifecycle</a:t>
            </a:r>
            <a:r>
              <a:rPr lang="en-US"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F91D46D1-4CA4-451C-B31F-21AA7F81DAA5}" type="slidenum">
              <a:rPr lang="en-US" smtClean="0"/>
              <a:t>31</a:t>
            </a:fld>
            <a:endParaRPr lang="en-US"/>
          </a:p>
        </p:txBody>
      </p:sp>
    </p:spTree>
    <p:extLst>
      <p:ext uri="{BB962C8B-B14F-4D97-AF65-F5344CB8AC3E}">
        <p14:creationId xmlns:p14="http://schemas.microsoft.com/office/powerpoint/2010/main" val="3304987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5012" y="2457132"/>
            <a:ext cx="9137650" cy="456564"/>
          </a:xfrm>
          <a:prstGeom prst="rect">
            <a:avLst/>
          </a:prstGeom>
        </p:spPr>
        <p:txBody>
          <a:bodyPr wrap="square" lIns="0" tIns="0" rIns="0" bIns="0">
            <a:spAutoFit/>
          </a:bodyPr>
          <a:lstStyle>
            <a:lvl1pPr>
              <a:defRPr sz="2250" b="0" i="0">
                <a:solidFill>
                  <a:srgbClr val="4487CC"/>
                </a:solidFill>
                <a:latin typeface="Segoe UI Semibold"/>
                <a:cs typeface="Segoe UI Semibold"/>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150" b="0" i="0">
                <a:solidFill>
                  <a:schemeClr val="tx1"/>
                </a:solidFill>
                <a:latin typeface="Segoe UI"/>
                <a:cs typeface="Segoe UI"/>
              </a:defRPr>
            </a:lvl1pPr>
          </a:lstStyle>
          <a:p>
            <a:endParaRPr/>
          </a:p>
        </p:txBody>
      </p:sp>
      <p:sp>
        <p:nvSpPr>
          <p:cNvPr id="4" name="Holder 4"/>
          <p:cNvSpPr>
            <a:spLocks noGrp="1"/>
          </p:cNvSpPr>
          <p:nvPr>
            <p:ph type="ftr" sz="quarter" idx="5"/>
          </p:nvPr>
        </p:nvSpPr>
        <p:spPr/>
        <p:txBody>
          <a:bodyPr lIns="0" tIns="0" rIns="0" bIns="0"/>
          <a:lstStyle>
            <a:lvl1pPr>
              <a:defRPr sz="1350" b="0" i="0">
                <a:solidFill>
                  <a:srgbClr val="666666"/>
                </a:solidFill>
                <a:latin typeface="Segoe UI"/>
                <a:cs typeface="Segoe UI"/>
              </a:defRPr>
            </a:lvl1pPr>
          </a:lstStyle>
          <a:p>
            <a:pPr marL="12700">
              <a:lnSpc>
                <a:spcPct val="100000"/>
              </a:lnSpc>
              <a:spcBef>
                <a:spcPts val="204"/>
              </a:spcBef>
            </a:pPr>
            <a:r>
              <a:rPr spc="65" dirty="0">
                <a:latin typeface="Segoe UI Semibold"/>
                <a:cs typeface="Segoe UI Semibold"/>
              </a:rPr>
              <a:t>Abdur</a:t>
            </a:r>
            <a:r>
              <a:rPr spc="295" dirty="0">
                <a:latin typeface="Segoe UI Semibold"/>
                <a:cs typeface="Segoe UI Semibold"/>
              </a:rPr>
              <a:t> </a:t>
            </a:r>
            <a:r>
              <a:rPr dirty="0">
                <a:latin typeface="Segoe UI Semibold"/>
                <a:cs typeface="Segoe UI Semibold"/>
              </a:rPr>
              <a:t>Rehman</a:t>
            </a:r>
            <a:r>
              <a:rPr spc="320" dirty="0">
                <a:latin typeface="Segoe UI Semibold"/>
                <a:cs typeface="Segoe UI Semibold"/>
              </a:rPr>
              <a:t> </a:t>
            </a:r>
            <a:r>
              <a:rPr dirty="0"/>
              <a:t>|</a:t>
            </a:r>
            <a:r>
              <a:rPr spc="240" dirty="0"/>
              <a:t> </a:t>
            </a:r>
            <a:r>
              <a:rPr spc="50" dirty="0"/>
              <a:t>SPM</a:t>
            </a:r>
            <a:r>
              <a:rPr spc="254" dirty="0"/>
              <a:t> </a:t>
            </a:r>
            <a:r>
              <a:rPr dirty="0"/>
              <a:t>Lecture</a:t>
            </a:r>
            <a:r>
              <a:rPr spc="225" dirty="0"/>
              <a:t> </a:t>
            </a:r>
            <a:r>
              <a:rPr spc="-50" dirty="0"/>
              <a:t>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p:txBody>
          <a:bodyPr lIns="0" tIns="0" rIns="0" bIns="0"/>
          <a:lstStyle>
            <a:lvl1pPr>
              <a:defRPr sz="1800" b="0" i="0">
                <a:solidFill>
                  <a:srgbClr val="777777"/>
                </a:solidFill>
                <a:latin typeface="Segoe UI"/>
                <a:cs typeface="Segoe UI"/>
              </a:defRPr>
            </a:lvl1pPr>
          </a:lstStyle>
          <a:p>
            <a:pPr marL="146050">
              <a:lnSpc>
                <a:spcPct val="100000"/>
              </a:lnSpc>
              <a:spcBef>
                <a:spcPts val="2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0" i="0">
                <a:solidFill>
                  <a:srgbClr val="4487CC"/>
                </a:solidFill>
                <a:latin typeface="Segoe UI Semibold"/>
                <a:cs typeface="Segoe UI Semibold"/>
              </a:defRPr>
            </a:lvl1pPr>
          </a:lstStyle>
          <a:p>
            <a:endParaRPr/>
          </a:p>
        </p:txBody>
      </p:sp>
      <p:sp>
        <p:nvSpPr>
          <p:cNvPr id="3" name="Holder 3"/>
          <p:cNvSpPr>
            <a:spLocks noGrp="1"/>
          </p:cNvSpPr>
          <p:nvPr>
            <p:ph type="body" idx="1"/>
          </p:nvPr>
        </p:nvSpPr>
        <p:spPr/>
        <p:txBody>
          <a:bodyPr lIns="0" tIns="0" rIns="0" bIns="0"/>
          <a:lstStyle>
            <a:lvl1pPr>
              <a:defRPr sz="2150" b="0" i="0">
                <a:solidFill>
                  <a:schemeClr val="tx1"/>
                </a:solidFill>
                <a:latin typeface="Segoe UI"/>
                <a:cs typeface="Segoe UI"/>
              </a:defRPr>
            </a:lvl1pPr>
          </a:lstStyle>
          <a:p>
            <a:endParaRPr/>
          </a:p>
        </p:txBody>
      </p:sp>
      <p:sp>
        <p:nvSpPr>
          <p:cNvPr id="4" name="Holder 4"/>
          <p:cNvSpPr>
            <a:spLocks noGrp="1"/>
          </p:cNvSpPr>
          <p:nvPr>
            <p:ph type="ftr" sz="quarter" idx="5"/>
          </p:nvPr>
        </p:nvSpPr>
        <p:spPr/>
        <p:txBody>
          <a:bodyPr lIns="0" tIns="0" rIns="0" bIns="0"/>
          <a:lstStyle>
            <a:lvl1pPr>
              <a:defRPr sz="1350" b="0" i="0">
                <a:solidFill>
                  <a:srgbClr val="666666"/>
                </a:solidFill>
                <a:latin typeface="Segoe UI"/>
                <a:cs typeface="Segoe UI"/>
              </a:defRPr>
            </a:lvl1pPr>
          </a:lstStyle>
          <a:p>
            <a:pPr marL="12700">
              <a:lnSpc>
                <a:spcPct val="100000"/>
              </a:lnSpc>
              <a:spcBef>
                <a:spcPts val="204"/>
              </a:spcBef>
            </a:pPr>
            <a:r>
              <a:rPr spc="65" dirty="0">
                <a:latin typeface="Segoe UI Semibold"/>
                <a:cs typeface="Segoe UI Semibold"/>
              </a:rPr>
              <a:t>Abdur</a:t>
            </a:r>
            <a:r>
              <a:rPr spc="295" dirty="0">
                <a:latin typeface="Segoe UI Semibold"/>
                <a:cs typeface="Segoe UI Semibold"/>
              </a:rPr>
              <a:t> </a:t>
            </a:r>
            <a:r>
              <a:rPr dirty="0">
                <a:latin typeface="Segoe UI Semibold"/>
                <a:cs typeface="Segoe UI Semibold"/>
              </a:rPr>
              <a:t>Rehman</a:t>
            </a:r>
            <a:r>
              <a:rPr spc="320" dirty="0">
                <a:latin typeface="Segoe UI Semibold"/>
                <a:cs typeface="Segoe UI Semibold"/>
              </a:rPr>
              <a:t> </a:t>
            </a:r>
            <a:r>
              <a:rPr dirty="0"/>
              <a:t>|</a:t>
            </a:r>
            <a:r>
              <a:rPr spc="240" dirty="0"/>
              <a:t> </a:t>
            </a:r>
            <a:r>
              <a:rPr spc="50" dirty="0"/>
              <a:t>SPM</a:t>
            </a:r>
            <a:r>
              <a:rPr spc="254" dirty="0"/>
              <a:t> </a:t>
            </a:r>
            <a:r>
              <a:rPr dirty="0"/>
              <a:t>Lecture</a:t>
            </a:r>
            <a:r>
              <a:rPr spc="225" dirty="0"/>
              <a:t> </a:t>
            </a:r>
            <a:r>
              <a:rPr spc="-50" dirty="0"/>
              <a:t>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p:txBody>
          <a:bodyPr lIns="0" tIns="0" rIns="0" bIns="0"/>
          <a:lstStyle>
            <a:lvl1pPr>
              <a:defRPr sz="1800" b="0" i="0">
                <a:solidFill>
                  <a:srgbClr val="777777"/>
                </a:solidFill>
                <a:latin typeface="Segoe UI"/>
                <a:cs typeface="Segoe UI"/>
              </a:defRPr>
            </a:lvl1pPr>
          </a:lstStyle>
          <a:p>
            <a:pPr marL="146050">
              <a:lnSpc>
                <a:spcPct val="100000"/>
              </a:lnSpc>
              <a:spcBef>
                <a:spcPts val="2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0" i="0">
                <a:solidFill>
                  <a:srgbClr val="4487CC"/>
                </a:solidFill>
                <a:latin typeface="Segoe UI Semibold"/>
                <a:cs typeface="Segoe UI Semibold"/>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350" b="0" i="0">
                <a:solidFill>
                  <a:srgbClr val="666666"/>
                </a:solidFill>
                <a:latin typeface="Segoe UI"/>
                <a:cs typeface="Segoe UI"/>
              </a:defRPr>
            </a:lvl1pPr>
          </a:lstStyle>
          <a:p>
            <a:pPr marL="12700">
              <a:lnSpc>
                <a:spcPct val="100000"/>
              </a:lnSpc>
              <a:spcBef>
                <a:spcPts val="204"/>
              </a:spcBef>
            </a:pPr>
            <a:r>
              <a:rPr spc="65" dirty="0">
                <a:latin typeface="Segoe UI Semibold"/>
                <a:cs typeface="Segoe UI Semibold"/>
              </a:rPr>
              <a:t>Abdur</a:t>
            </a:r>
            <a:r>
              <a:rPr spc="295" dirty="0">
                <a:latin typeface="Segoe UI Semibold"/>
                <a:cs typeface="Segoe UI Semibold"/>
              </a:rPr>
              <a:t> </a:t>
            </a:r>
            <a:r>
              <a:rPr dirty="0">
                <a:latin typeface="Segoe UI Semibold"/>
                <a:cs typeface="Segoe UI Semibold"/>
              </a:rPr>
              <a:t>Rehman</a:t>
            </a:r>
            <a:r>
              <a:rPr spc="320" dirty="0">
                <a:latin typeface="Segoe UI Semibold"/>
                <a:cs typeface="Segoe UI Semibold"/>
              </a:rPr>
              <a:t> </a:t>
            </a:r>
            <a:r>
              <a:rPr dirty="0"/>
              <a:t>|</a:t>
            </a:r>
            <a:r>
              <a:rPr spc="240" dirty="0"/>
              <a:t> </a:t>
            </a:r>
            <a:r>
              <a:rPr spc="50" dirty="0"/>
              <a:t>SPM</a:t>
            </a:r>
            <a:r>
              <a:rPr spc="254" dirty="0"/>
              <a:t> </a:t>
            </a:r>
            <a:r>
              <a:rPr dirty="0"/>
              <a:t>Lecture</a:t>
            </a:r>
            <a:r>
              <a:rPr spc="225" dirty="0"/>
              <a:t> </a:t>
            </a:r>
            <a:r>
              <a:rPr spc="-50" dirty="0"/>
              <a:t>4</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7" name="Holder 7"/>
          <p:cNvSpPr>
            <a:spLocks noGrp="1"/>
          </p:cNvSpPr>
          <p:nvPr>
            <p:ph type="sldNum" sz="quarter" idx="7"/>
          </p:nvPr>
        </p:nvSpPr>
        <p:spPr/>
        <p:txBody>
          <a:bodyPr lIns="0" tIns="0" rIns="0" bIns="0"/>
          <a:lstStyle>
            <a:lvl1pPr>
              <a:defRPr sz="1800" b="0" i="0">
                <a:solidFill>
                  <a:srgbClr val="777777"/>
                </a:solidFill>
                <a:latin typeface="Segoe UI"/>
                <a:cs typeface="Segoe UI"/>
              </a:defRPr>
            </a:lvl1pPr>
          </a:lstStyle>
          <a:p>
            <a:pPr marL="146050">
              <a:lnSpc>
                <a:spcPct val="100000"/>
              </a:lnSpc>
              <a:spcBef>
                <a:spcPts val="2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0" i="0">
                <a:solidFill>
                  <a:srgbClr val="4487CC"/>
                </a:solidFill>
                <a:latin typeface="Segoe UI Semibold"/>
                <a:cs typeface="Segoe UI Semibold"/>
              </a:defRPr>
            </a:lvl1pPr>
          </a:lstStyle>
          <a:p>
            <a:endParaRPr/>
          </a:p>
        </p:txBody>
      </p:sp>
      <p:sp>
        <p:nvSpPr>
          <p:cNvPr id="3" name="Holder 3"/>
          <p:cNvSpPr>
            <a:spLocks noGrp="1"/>
          </p:cNvSpPr>
          <p:nvPr>
            <p:ph type="ftr" sz="quarter" idx="5"/>
          </p:nvPr>
        </p:nvSpPr>
        <p:spPr/>
        <p:txBody>
          <a:bodyPr lIns="0" tIns="0" rIns="0" bIns="0"/>
          <a:lstStyle>
            <a:lvl1pPr>
              <a:defRPr sz="1350" b="0" i="0">
                <a:solidFill>
                  <a:srgbClr val="666666"/>
                </a:solidFill>
                <a:latin typeface="Segoe UI"/>
                <a:cs typeface="Segoe UI"/>
              </a:defRPr>
            </a:lvl1pPr>
          </a:lstStyle>
          <a:p>
            <a:pPr marL="12700">
              <a:lnSpc>
                <a:spcPct val="100000"/>
              </a:lnSpc>
              <a:spcBef>
                <a:spcPts val="204"/>
              </a:spcBef>
            </a:pPr>
            <a:r>
              <a:rPr spc="65" dirty="0">
                <a:latin typeface="Segoe UI Semibold"/>
                <a:cs typeface="Segoe UI Semibold"/>
              </a:rPr>
              <a:t>Abdur</a:t>
            </a:r>
            <a:r>
              <a:rPr spc="295" dirty="0">
                <a:latin typeface="Segoe UI Semibold"/>
                <a:cs typeface="Segoe UI Semibold"/>
              </a:rPr>
              <a:t> </a:t>
            </a:r>
            <a:r>
              <a:rPr dirty="0">
                <a:latin typeface="Segoe UI Semibold"/>
                <a:cs typeface="Segoe UI Semibold"/>
              </a:rPr>
              <a:t>Rehman</a:t>
            </a:r>
            <a:r>
              <a:rPr spc="320" dirty="0">
                <a:latin typeface="Segoe UI Semibold"/>
                <a:cs typeface="Segoe UI Semibold"/>
              </a:rPr>
              <a:t> </a:t>
            </a:r>
            <a:r>
              <a:rPr dirty="0"/>
              <a:t>|</a:t>
            </a:r>
            <a:r>
              <a:rPr spc="240" dirty="0"/>
              <a:t> </a:t>
            </a:r>
            <a:r>
              <a:rPr spc="50" dirty="0"/>
              <a:t>SPM</a:t>
            </a:r>
            <a:r>
              <a:rPr spc="254" dirty="0"/>
              <a:t> </a:t>
            </a:r>
            <a:r>
              <a:rPr dirty="0"/>
              <a:t>Lecture</a:t>
            </a:r>
            <a:r>
              <a:rPr spc="225" dirty="0"/>
              <a:t> </a:t>
            </a:r>
            <a:r>
              <a:rPr spc="-50" dirty="0"/>
              <a:t>4</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5" name="Holder 5"/>
          <p:cNvSpPr>
            <a:spLocks noGrp="1"/>
          </p:cNvSpPr>
          <p:nvPr>
            <p:ph type="sldNum" sz="quarter" idx="7"/>
          </p:nvPr>
        </p:nvSpPr>
        <p:spPr/>
        <p:txBody>
          <a:bodyPr lIns="0" tIns="0" rIns="0" bIns="0"/>
          <a:lstStyle>
            <a:lvl1pPr>
              <a:defRPr sz="1800" b="0" i="0">
                <a:solidFill>
                  <a:srgbClr val="777777"/>
                </a:solidFill>
                <a:latin typeface="Segoe UI"/>
                <a:cs typeface="Segoe UI"/>
              </a:defRPr>
            </a:lvl1pPr>
          </a:lstStyle>
          <a:p>
            <a:pPr marL="146050">
              <a:lnSpc>
                <a:spcPct val="100000"/>
              </a:lnSpc>
              <a:spcBef>
                <a:spcPts val="2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350" b="0" i="0">
                <a:solidFill>
                  <a:srgbClr val="666666"/>
                </a:solidFill>
                <a:latin typeface="Segoe UI"/>
                <a:cs typeface="Segoe UI"/>
              </a:defRPr>
            </a:lvl1pPr>
          </a:lstStyle>
          <a:p>
            <a:pPr marL="12700">
              <a:lnSpc>
                <a:spcPct val="100000"/>
              </a:lnSpc>
              <a:spcBef>
                <a:spcPts val="204"/>
              </a:spcBef>
            </a:pPr>
            <a:r>
              <a:rPr spc="65" dirty="0">
                <a:latin typeface="Segoe UI Semibold"/>
                <a:cs typeface="Segoe UI Semibold"/>
              </a:rPr>
              <a:t>Abdur</a:t>
            </a:r>
            <a:r>
              <a:rPr spc="295" dirty="0">
                <a:latin typeface="Segoe UI Semibold"/>
                <a:cs typeface="Segoe UI Semibold"/>
              </a:rPr>
              <a:t> </a:t>
            </a:r>
            <a:r>
              <a:rPr dirty="0">
                <a:latin typeface="Segoe UI Semibold"/>
                <a:cs typeface="Segoe UI Semibold"/>
              </a:rPr>
              <a:t>Rehman</a:t>
            </a:r>
            <a:r>
              <a:rPr spc="320" dirty="0">
                <a:latin typeface="Segoe UI Semibold"/>
                <a:cs typeface="Segoe UI Semibold"/>
              </a:rPr>
              <a:t> </a:t>
            </a:r>
            <a:r>
              <a:rPr dirty="0"/>
              <a:t>|</a:t>
            </a:r>
            <a:r>
              <a:rPr spc="240" dirty="0"/>
              <a:t> </a:t>
            </a:r>
            <a:r>
              <a:rPr spc="50" dirty="0"/>
              <a:t>SPM</a:t>
            </a:r>
            <a:r>
              <a:rPr spc="254" dirty="0"/>
              <a:t> </a:t>
            </a:r>
            <a:r>
              <a:rPr dirty="0"/>
              <a:t>Lecture</a:t>
            </a:r>
            <a:r>
              <a:rPr spc="225" dirty="0"/>
              <a:t> </a:t>
            </a:r>
            <a:r>
              <a:rPr spc="-50" dirty="0"/>
              <a:t>4</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4" name="Holder 4"/>
          <p:cNvSpPr>
            <a:spLocks noGrp="1"/>
          </p:cNvSpPr>
          <p:nvPr>
            <p:ph type="sldNum" sz="quarter" idx="7"/>
          </p:nvPr>
        </p:nvSpPr>
        <p:spPr/>
        <p:txBody>
          <a:bodyPr lIns="0" tIns="0" rIns="0" bIns="0"/>
          <a:lstStyle>
            <a:lvl1pPr>
              <a:defRPr sz="1800" b="0" i="0">
                <a:solidFill>
                  <a:srgbClr val="777777"/>
                </a:solidFill>
                <a:latin typeface="Segoe UI"/>
                <a:cs typeface="Segoe UI"/>
              </a:defRPr>
            </a:lvl1pPr>
          </a:lstStyle>
          <a:p>
            <a:pPr marL="146050">
              <a:lnSpc>
                <a:spcPct val="100000"/>
              </a:lnSpc>
              <a:spcBef>
                <a:spcPts val="2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35012" y="933132"/>
            <a:ext cx="10721975" cy="456565"/>
          </a:xfrm>
          <a:prstGeom prst="rect">
            <a:avLst/>
          </a:prstGeom>
        </p:spPr>
        <p:txBody>
          <a:bodyPr wrap="square" lIns="0" tIns="0" rIns="0" bIns="0">
            <a:spAutoFit/>
          </a:bodyPr>
          <a:lstStyle>
            <a:lvl1pPr>
              <a:defRPr sz="2250" b="0" i="0">
                <a:solidFill>
                  <a:srgbClr val="4487CC"/>
                </a:solidFill>
                <a:latin typeface="Segoe UI Semibold"/>
                <a:cs typeface="Segoe UI Semibold"/>
              </a:defRPr>
            </a:lvl1pPr>
          </a:lstStyle>
          <a:p>
            <a:endParaRPr/>
          </a:p>
        </p:txBody>
      </p:sp>
      <p:sp>
        <p:nvSpPr>
          <p:cNvPr id="3" name="Holder 3"/>
          <p:cNvSpPr>
            <a:spLocks noGrp="1"/>
          </p:cNvSpPr>
          <p:nvPr>
            <p:ph type="body" idx="1"/>
          </p:nvPr>
        </p:nvSpPr>
        <p:spPr>
          <a:xfrm>
            <a:off x="735012" y="1864677"/>
            <a:ext cx="10715625" cy="4032885"/>
          </a:xfrm>
          <a:prstGeom prst="rect">
            <a:avLst/>
          </a:prstGeom>
        </p:spPr>
        <p:txBody>
          <a:bodyPr wrap="square" lIns="0" tIns="0" rIns="0" bIns="0">
            <a:spAutoFit/>
          </a:bodyPr>
          <a:lstStyle>
            <a:lvl1pPr>
              <a:defRPr sz="2150" b="0" i="0">
                <a:solidFill>
                  <a:schemeClr val="tx1"/>
                </a:solidFill>
                <a:latin typeface="Segoe UI"/>
                <a:cs typeface="Segoe UI"/>
              </a:defRPr>
            </a:lvl1pPr>
          </a:lstStyle>
          <a:p>
            <a:endParaRPr/>
          </a:p>
        </p:txBody>
      </p:sp>
      <p:sp>
        <p:nvSpPr>
          <p:cNvPr id="4" name="Holder 4"/>
          <p:cNvSpPr>
            <a:spLocks noGrp="1"/>
          </p:cNvSpPr>
          <p:nvPr>
            <p:ph type="ftr" sz="quarter" idx="5"/>
          </p:nvPr>
        </p:nvSpPr>
        <p:spPr>
          <a:xfrm>
            <a:off x="273050" y="6403112"/>
            <a:ext cx="2661285" cy="254000"/>
          </a:xfrm>
          <a:prstGeom prst="rect">
            <a:avLst/>
          </a:prstGeom>
        </p:spPr>
        <p:txBody>
          <a:bodyPr wrap="square" lIns="0" tIns="0" rIns="0" bIns="0">
            <a:spAutoFit/>
          </a:bodyPr>
          <a:lstStyle>
            <a:lvl1pPr>
              <a:defRPr sz="1350" b="0" i="0">
                <a:solidFill>
                  <a:srgbClr val="666666"/>
                </a:solidFill>
                <a:latin typeface="Segoe UI"/>
                <a:cs typeface="Segoe UI"/>
              </a:defRPr>
            </a:lvl1pPr>
          </a:lstStyle>
          <a:p>
            <a:pPr marL="12700">
              <a:lnSpc>
                <a:spcPct val="100000"/>
              </a:lnSpc>
              <a:spcBef>
                <a:spcPts val="204"/>
              </a:spcBef>
            </a:pPr>
            <a:r>
              <a:rPr spc="65" dirty="0">
                <a:latin typeface="Segoe UI Semibold"/>
                <a:cs typeface="Segoe UI Semibold"/>
              </a:rPr>
              <a:t>Abdur</a:t>
            </a:r>
            <a:r>
              <a:rPr spc="295" dirty="0">
                <a:latin typeface="Segoe UI Semibold"/>
                <a:cs typeface="Segoe UI Semibold"/>
              </a:rPr>
              <a:t> </a:t>
            </a:r>
            <a:r>
              <a:rPr dirty="0">
                <a:latin typeface="Segoe UI Semibold"/>
                <a:cs typeface="Segoe UI Semibold"/>
              </a:rPr>
              <a:t>Rehman</a:t>
            </a:r>
            <a:r>
              <a:rPr spc="320" dirty="0">
                <a:latin typeface="Segoe UI Semibold"/>
                <a:cs typeface="Segoe UI Semibold"/>
              </a:rPr>
              <a:t> </a:t>
            </a:r>
            <a:r>
              <a:rPr dirty="0"/>
              <a:t>|</a:t>
            </a:r>
            <a:r>
              <a:rPr spc="240" dirty="0"/>
              <a:t> </a:t>
            </a:r>
            <a:r>
              <a:rPr spc="50" dirty="0"/>
              <a:t>SPM</a:t>
            </a:r>
            <a:r>
              <a:rPr spc="254" dirty="0"/>
              <a:t> </a:t>
            </a:r>
            <a:r>
              <a:rPr dirty="0"/>
              <a:t>Lecture</a:t>
            </a:r>
            <a:r>
              <a:rPr spc="225" dirty="0"/>
              <a:t> </a:t>
            </a:r>
            <a:r>
              <a:rPr spc="-50" dirty="0"/>
              <a:t>4</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a:xfrm>
            <a:off x="11626849" y="6322391"/>
            <a:ext cx="320675" cy="329565"/>
          </a:xfrm>
          <a:prstGeom prst="rect">
            <a:avLst/>
          </a:prstGeom>
        </p:spPr>
        <p:txBody>
          <a:bodyPr wrap="square" lIns="0" tIns="0" rIns="0" bIns="0">
            <a:spAutoFit/>
          </a:bodyPr>
          <a:lstStyle>
            <a:lvl1pPr>
              <a:defRPr sz="1800" b="0" i="0">
                <a:solidFill>
                  <a:srgbClr val="777777"/>
                </a:solidFill>
                <a:latin typeface="Segoe UI"/>
                <a:cs typeface="Segoe UI"/>
              </a:defRPr>
            </a:lvl1pPr>
          </a:lstStyle>
          <a:p>
            <a:pPr marL="146050">
              <a:lnSpc>
                <a:spcPct val="100000"/>
              </a:lnSpc>
              <a:spcBef>
                <a:spcPts val="2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4.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2812414"/>
            <a:ext cx="10712450" cy="1108710"/>
          </a:xfrm>
          <a:prstGeom prst="rect">
            <a:avLst/>
          </a:prstGeom>
        </p:spPr>
        <p:txBody>
          <a:bodyPr vert="horz" wrap="square" lIns="0" tIns="3175" rIns="0" bIns="0" rtlCol="0">
            <a:spAutoFit/>
          </a:bodyPr>
          <a:lstStyle/>
          <a:p>
            <a:pPr marL="12700" marR="5080">
              <a:lnSpc>
                <a:spcPts val="4350"/>
              </a:lnSpc>
              <a:spcBef>
                <a:spcPts val="25"/>
              </a:spcBef>
            </a:pPr>
            <a:r>
              <a:rPr sz="3450" spc="50" dirty="0">
                <a:solidFill>
                  <a:srgbClr val="000000"/>
                </a:solidFill>
              </a:rPr>
              <a:t>Lecture</a:t>
            </a:r>
            <a:r>
              <a:rPr sz="3450" spc="310" dirty="0">
                <a:solidFill>
                  <a:srgbClr val="000000"/>
                </a:solidFill>
              </a:rPr>
              <a:t> </a:t>
            </a:r>
            <a:r>
              <a:rPr sz="3450" dirty="0">
                <a:solidFill>
                  <a:srgbClr val="000000"/>
                </a:solidFill>
              </a:rPr>
              <a:t>4:</a:t>
            </a:r>
            <a:r>
              <a:rPr sz="3450" spc="355" dirty="0">
                <a:solidFill>
                  <a:srgbClr val="000000"/>
                </a:solidFill>
              </a:rPr>
              <a:t> </a:t>
            </a:r>
            <a:r>
              <a:rPr sz="3450" spc="55" dirty="0">
                <a:solidFill>
                  <a:srgbClr val="000000"/>
                </a:solidFill>
              </a:rPr>
              <a:t>Defining</a:t>
            </a:r>
            <a:r>
              <a:rPr sz="3450" spc="375" dirty="0">
                <a:solidFill>
                  <a:srgbClr val="000000"/>
                </a:solidFill>
              </a:rPr>
              <a:t> </a:t>
            </a:r>
            <a:r>
              <a:rPr sz="3450" spc="50" dirty="0">
                <a:solidFill>
                  <a:srgbClr val="000000"/>
                </a:solidFill>
              </a:rPr>
              <a:t>Project</a:t>
            </a:r>
            <a:r>
              <a:rPr sz="3450" spc="385" dirty="0">
                <a:solidFill>
                  <a:srgbClr val="000000"/>
                </a:solidFill>
              </a:rPr>
              <a:t> </a:t>
            </a:r>
            <a:r>
              <a:rPr sz="3450" spc="70" dirty="0">
                <a:solidFill>
                  <a:srgbClr val="000000"/>
                </a:solidFill>
              </a:rPr>
              <a:t>Charters</a:t>
            </a:r>
            <a:r>
              <a:rPr sz="3450" spc="370" dirty="0">
                <a:solidFill>
                  <a:srgbClr val="000000"/>
                </a:solidFill>
              </a:rPr>
              <a:t> </a:t>
            </a:r>
            <a:r>
              <a:rPr sz="3450" dirty="0">
                <a:solidFill>
                  <a:srgbClr val="000000"/>
                </a:solidFill>
              </a:rPr>
              <a:t>and</a:t>
            </a:r>
            <a:r>
              <a:rPr sz="3450" spc="375" dirty="0">
                <a:solidFill>
                  <a:srgbClr val="000000"/>
                </a:solidFill>
              </a:rPr>
              <a:t> </a:t>
            </a:r>
            <a:r>
              <a:rPr sz="3450" spc="50" dirty="0">
                <a:solidFill>
                  <a:srgbClr val="000000"/>
                </a:solidFill>
              </a:rPr>
              <a:t>Managing Project</a:t>
            </a:r>
            <a:r>
              <a:rPr sz="3450" spc="200" dirty="0">
                <a:solidFill>
                  <a:srgbClr val="000000"/>
                </a:solidFill>
              </a:rPr>
              <a:t> </a:t>
            </a:r>
            <a:r>
              <a:rPr sz="3450" spc="50" dirty="0">
                <a:solidFill>
                  <a:srgbClr val="000000"/>
                </a:solidFill>
              </a:rPr>
              <a:t>Interfaces</a:t>
            </a:r>
            <a:endParaRPr sz="3450"/>
          </a:p>
        </p:txBody>
      </p:sp>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1</a:t>
            </a:fld>
            <a:endParaRPr spc="-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331277"/>
            <a:ext cx="2292350" cy="390525"/>
          </a:xfrm>
          <a:prstGeom prst="rect">
            <a:avLst/>
          </a:prstGeom>
        </p:spPr>
        <p:txBody>
          <a:bodyPr vert="horz" wrap="square" lIns="0" tIns="11430" rIns="0" bIns="0" rtlCol="0">
            <a:spAutoFit/>
          </a:bodyPr>
          <a:lstStyle/>
          <a:p>
            <a:pPr marL="12700">
              <a:lnSpc>
                <a:spcPct val="100000"/>
              </a:lnSpc>
              <a:spcBef>
                <a:spcPts val="90"/>
              </a:spcBef>
            </a:pPr>
            <a:r>
              <a:rPr sz="2400" spc="65" dirty="0"/>
              <a:t>Lecture</a:t>
            </a:r>
            <a:r>
              <a:rPr sz="2400" spc="185" dirty="0"/>
              <a:t> </a:t>
            </a:r>
            <a:r>
              <a:rPr sz="2400" spc="45" dirty="0"/>
              <a:t>Outline</a:t>
            </a:r>
            <a:endParaRPr sz="2400"/>
          </a:p>
        </p:txBody>
      </p:sp>
      <p:pic>
        <p:nvPicPr>
          <p:cNvPr id="3" name="object 3"/>
          <p:cNvPicPr/>
          <p:nvPr/>
        </p:nvPicPr>
        <p:blipFill>
          <a:blip r:embed="rId2" cstate="print"/>
          <a:stretch>
            <a:fillRect/>
          </a:stretch>
        </p:blipFill>
        <p:spPr>
          <a:xfrm>
            <a:off x="1585912" y="2433637"/>
            <a:ext cx="114299" cy="114299"/>
          </a:xfrm>
          <a:prstGeom prst="rect">
            <a:avLst/>
          </a:prstGeom>
        </p:spPr>
      </p:pic>
      <p:pic>
        <p:nvPicPr>
          <p:cNvPr id="4" name="object 4"/>
          <p:cNvPicPr/>
          <p:nvPr/>
        </p:nvPicPr>
        <p:blipFill>
          <a:blip r:embed="rId3" cstate="print"/>
          <a:stretch>
            <a:fillRect/>
          </a:stretch>
        </p:blipFill>
        <p:spPr>
          <a:xfrm>
            <a:off x="1585912" y="2919412"/>
            <a:ext cx="114299" cy="114299"/>
          </a:xfrm>
          <a:prstGeom prst="rect">
            <a:avLst/>
          </a:prstGeom>
        </p:spPr>
      </p:pic>
      <p:pic>
        <p:nvPicPr>
          <p:cNvPr id="5" name="object 5"/>
          <p:cNvPicPr/>
          <p:nvPr/>
        </p:nvPicPr>
        <p:blipFill>
          <a:blip r:embed="rId2" cstate="print"/>
          <a:stretch>
            <a:fillRect/>
          </a:stretch>
        </p:blipFill>
        <p:spPr>
          <a:xfrm>
            <a:off x="1585912" y="4300537"/>
            <a:ext cx="114299" cy="114299"/>
          </a:xfrm>
          <a:prstGeom prst="rect">
            <a:avLst/>
          </a:prstGeom>
        </p:spPr>
      </p:pic>
      <p:pic>
        <p:nvPicPr>
          <p:cNvPr id="6" name="object 6"/>
          <p:cNvPicPr/>
          <p:nvPr/>
        </p:nvPicPr>
        <p:blipFill>
          <a:blip r:embed="rId4" cstate="print"/>
          <a:stretch>
            <a:fillRect/>
          </a:stretch>
        </p:blipFill>
        <p:spPr>
          <a:xfrm>
            <a:off x="1585912" y="4786312"/>
            <a:ext cx="114299" cy="114299"/>
          </a:xfrm>
          <a:prstGeom prst="rect">
            <a:avLst/>
          </a:prstGeom>
        </p:spPr>
      </p:pic>
      <p:sp>
        <p:nvSpPr>
          <p:cNvPr id="7" name="object 7"/>
          <p:cNvSpPr txBox="1"/>
          <p:nvPr/>
        </p:nvSpPr>
        <p:spPr>
          <a:xfrm>
            <a:off x="973137" y="1814195"/>
            <a:ext cx="7069455" cy="3683000"/>
          </a:xfrm>
          <a:prstGeom prst="rect">
            <a:avLst/>
          </a:prstGeom>
        </p:spPr>
        <p:txBody>
          <a:bodyPr vert="horz" wrap="square" lIns="0" tIns="93980" rIns="0" bIns="0" rtlCol="0">
            <a:spAutoFit/>
          </a:bodyPr>
          <a:lstStyle/>
          <a:p>
            <a:pPr marL="325755" indent="-313055">
              <a:lnSpc>
                <a:spcPct val="100000"/>
              </a:lnSpc>
              <a:spcBef>
                <a:spcPts val="740"/>
              </a:spcBef>
              <a:buFont typeface="Segoe UI"/>
              <a:buAutoNum type="arabicPeriod"/>
              <a:tabLst>
                <a:tab pos="325755" algn="l"/>
              </a:tabLst>
            </a:pPr>
            <a:r>
              <a:rPr sz="2150" spc="65" dirty="0">
                <a:latin typeface="Segoe UI Semibold"/>
                <a:cs typeface="Segoe UI Semibold"/>
              </a:rPr>
              <a:t>Creating</a:t>
            </a:r>
            <a:r>
              <a:rPr sz="2150" spc="125" dirty="0">
                <a:latin typeface="Segoe UI Semibold"/>
                <a:cs typeface="Segoe UI Semibold"/>
              </a:rPr>
              <a:t> </a:t>
            </a:r>
            <a:r>
              <a:rPr sz="2150" dirty="0">
                <a:latin typeface="Segoe UI Semibold"/>
                <a:cs typeface="Segoe UI Semibold"/>
              </a:rPr>
              <a:t>a</a:t>
            </a:r>
            <a:r>
              <a:rPr sz="2150" spc="160" dirty="0">
                <a:latin typeface="Segoe UI Semibold"/>
                <a:cs typeface="Segoe UI Semibold"/>
              </a:rPr>
              <a:t> </a:t>
            </a:r>
            <a:r>
              <a:rPr sz="2150" spc="75" dirty="0">
                <a:latin typeface="Segoe UI Semibold"/>
                <a:cs typeface="Segoe UI Semibold"/>
              </a:rPr>
              <a:t>Comprehensive</a:t>
            </a:r>
            <a:r>
              <a:rPr sz="2150" spc="140" dirty="0">
                <a:latin typeface="Segoe UI Semibold"/>
                <a:cs typeface="Segoe UI Semibold"/>
              </a:rPr>
              <a:t> </a:t>
            </a:r>
            <a:r>
              <a:rPr sz="2150" spc="70" dirty="0">
                <a:latin typeface="Segoe UI Semibold"/>
                <a:cs typeface="Segoe UI Semibold"/>
              </a:rPr>
              <a:t>Project</a:t>
            </a:r>
            <a:r>
              <a:rPr sz="2150" spc="140" dirty="0">
                <a:latin typeface="Segoe UI Semibold"/>
                <a:cs typeface="Segoe UI Semibold"/>
              </a:rPr>
              <a:t> </a:t>
            </a:r>
            <a:r>
              <a:rPr sz="2150" spc="60" dirty="0">
                <a:latin typeface="Segoe UI Semibold"/>
                <a:cs typeface="Segoe UI Semibold"/>
              </a:rPr>
              <a:t>Charter</a:t>
            </a:r>
            <a:endParaRPr sz="2150">
              <a:latin typeface="Segoe UI Semibold"/>
              <a:cs typeface="Segoe UI Semibold"/>
            </a:endParaRPr>
          </a:p>
          <a:p>
            <a:pPr marL="878840">
              <a:lnSpc>
                <a:spcPct val="100000"/>
              </a:lnSpc>
              <a:spcBef>
                <a:spcPts val="645"/>
              </a:spcBef>
            </a:pPr>
            <a:r>
              <a:rPr sz="2150" spc="55" dirty="0">
                <a:latin typeface="Segoe UI"/>
                <a:cs typeface="Segoe UI"/>
              </a:rPr>
              <a:t>Key</a:t>
            </a:r>
            <a:r>
              <a:rPr sz="2150" spc="155" dirty="0">
                <a:latin typeface="Segoe UI"/>
                <a:cs typeface="Segoe UI"/>
              </a:rPr>
              <a:t> </a:t>
            </a:r>
            <a:r>
              <a:rPr sz="2150" spc="55" dirty="0">
                <a:latin typeface="Segoe UI"/>
                <a:cs typeface="Segoe UI"/>
              </a:rPr>
              <a:t>Components</a:t>
            </a:r>
            <a:endParaRPr sz="2150">
              <a:latin typeface="Segoe UI"/>
              <a:cs typeface="Segoe UI"/>
            </a:endParaRPr>
          </a:p>
          <a:p>
            <a:pPr marL="878840">
              <a:lnSpc>
                <a:spcPct val="100000"/>
              </a:lnSpc>
              <a:spcBef>
                <a:spcPts val="1245"/>
              </a:spcBef>
            </a:pPr>
            <a:r>
              <a:rPr sz="2150" spc="55" dirty="0">
                <a:latin typeface="Segoe UI"/>
                <a:cs typeface="Segoe UI"/>
              </a:rPr>
              <a:t>Best</a:t>
            </a:r>
            <a:r>
              <a:rPr sz="2150" spc="180" dirty="0">
                <a:latin typeface="Segoe UI"/>
                <a:cs typeface="Segoe UI"/>
              </a:rPr>
              <a:t> </a:t>
            </a:r>
            <a:r>
              <a:rPr sz="2150" spc="50" dirty="0">
                <a:latin typeface="Segoe UI"/>
                <a:cs typeface="Segoe UI"/>
              </a:rPr>
              <a:t>Practices</a:t>
            </a:r>
            <a:endParaRPr sz="2150">
              <a:latin typeface="Segoe UI"/>
              <a:cs typeface="Segoe UI"/>
            </a:endParaRPr>
          </a:p>
          <a:p>
            <a:pPr marL="325755" indent="-313055">
              <a:lnSpc>
                <a:spcPct val="100000"/>
              </a:lnSpc>
              <a:spcBef>
                <a:spcPts val="1245"/>
              </a:spcBef>
              <a:buFont typeface="Segoe UI"/>
              <a:buAutoNum type="arabicPeriod" startAt="2"/>
              <a:tabLst>
                <a:tab pos="325755" algn="l"/>
              </a:tabLst>
            </a:pPr>
            <a:r>
              <a:rPr sz="2150" spc="55" dirty="0">
                <a:latin typeface="Segoe UI Semibold"/>
                <a:cs typeface="Segoe UI Semibold"/>
              </a:rPr>
              <a:t>Integration</a:t>
            </a:r>
            <a:r>
              <a:rPr sz="2150" spc="245" dirty="0">
                <a:latin typeface="Segoe UI Semibold"/>
                <a:cs typeface="Segoe UI Semibold"/>
              </a:rPr>
              <a:t> </a:t>
            </a:r>
            <a:r>
              <a:rPr sz="2150" spc="60" dirty="0">
                <a:latin typeface="Segoe UI Semibold"/>
                <a:cs typeface="Segoe UI Semibold"/>
              </a:rPr>
              <a:t>with</a:t>
            </a:r>
            <a:r>
              <a:rPr sz="2150" spc="245" dirty="0">
                <a:latin typeface="Segoe UI Semibold"/>
                <a:cs typeface="Segoe UI Semibold"/>
              </a:rPr>
              <a:t> </a:t>
            </a:r>
            <a:r>
              <a:rPr sz="2150" dirty="0">
                <a:latin typeface="Segoe UI Semibold"/>
                <a:cs typeface="Segoe UI Semibold"/>
              </a:rPr>
              <a:t>SDLC</a:t>
            </a:r>
            <a:r>
              <a:rPr sz="2150" spc="240" dirty="0">
                <a:latin typeface="Segoe UI Semibold"/>
                <a:cs typeface="Segoe UI Semibold"/>
              </a:rPr>
              <a:t> </a:t>
            </a:r>
            <a:r>
              <a:rPr sz="2150" spc="65" dirty="0">
                <a:latin typeface="Segoe UI Semibold"/>
                <a:cs typeface="Segoe UI Semibold"/>
              </a:rPr>
              <a:t>Processes</a:t>
            </a:r>
            <a:endParaRPr sz="2150">
              <a:latin typeface="Segoe UI Semibold"/>
              <a:cs typeface="Segoe UI Semibold"/>
            </a:endParaRPr>
          </a:p>
          <a:p>
            <a:pPr marL="325755" indent="-313055">
              <a:lnSpc>
                <a:spcPct val="100000"/>
              </a:lnSpc>
              <a:spcBef>
                <a:spcPts val="1245"/>
              </a:spcBef>
              <a:buFont typeface="Segoe UI"/>
              <a:buAutoNum type="arabicPeriod" startAt="2"/>
              <a:tabLst>
                <a:tab pos="325755" algn="l"/>
              </a:tabLst>
            </a:pPr>
            <a:r>
              <a:rPr sz="2150" spc="65" dirty="0">
                <a:latin typeface="Segoe UI Semibold"/>
                <a:cs typeface="Segoe UI Semibold"/>
              </a:rPr>
              <a:t>Managing</a:t>
            </a:r>
            <a:r>
              <a:rPr sz="2150" spc="125" dirty="0">
                <a:latin typeface="Segoe UI Semibold"/>
                <a:cs typeface="Segoe UI Semibold"/>
              </a:rPr>
              <a:t> </a:t>
            </a:r>
            <a:r>
              <a:rPr sz="2150" spc="70" dirty="0">
                <a:latin typeface="Segoe UI Semibold"/>
                <a:cs typeface="Segoe UI Semibold"/>
              </a:rPr>
              <a:t>Interfaces</a:t>
            </a:r>
            <a:r>
              <a:rPr sz="2150" spc="215" dirty="0">
                <a:latin typeface="Segoe UI Semibold"/>
                <a:cs typeface="Segoe UI Semibold"/>
              </a:rPr>
              <a:t> </a:t>
            </a:r>
            <a:r>
              <a:rPr sz="2150" spc="50" dirty="0">
                <a:latin typeface="Segoe UI Semibold"/>
                <a:cs typeface="Segoe UI Semibold"/>
              </a:rPr>
              <a:t>and</a:t>
            </a:r>
            <a:r>
              <a:rPr sz="2150" spc="140" dirty="0">
                <a:latin typeface="Segoe UI Semibold"/>
                <a:cs typeface="Segoe UI Semibold"/>
              </a:rPr>
              <a:t> </a:t>
            </a:r>
            <a:r>
              <a:rPr sz="2150" spc="55" dirty="0">
                <a:latin typeface="Segoe UI Semibold"/>
                <a:cs typeface="Segoe UI Semibold"/>
              </a:rPr>
              <a:t>Dependencies</a:t>
            </a:r>
            <a:endParaRPr sz="2150">
              <a:latin typeface="Segoe UI Semibold"/>
              <a:cs typeface="Segoe UI Semibold"/>
            </a:endParaRPr>
          </a:p>
          <a:p>
            <a:pPr marL="878840">
              <a:lnSpc>
                <a:spcPct val="100000"/>
              </a:lnSpc>
              <a:spcBef>
                <a:spcPts val="645"/>
              </a:spcBef>
            </a:pPr>
            <a:r>
              <a:rPr sz="2150" spc="55" dirty="0">
                <a:latin typeface="Segoe UI"/>
                <a:cs typeface="Segoe UI"/>
              </a:rPr>
              <a:t>Stakeholder</a:t>
            </a:r>
            <a:r>
              <a:rPr sz="2150" spc="170" dirty="0">
                <a:latin typeface="Segoe UI"/>
                <a:cs typeface="Segoe UI"/>
              </a:rPr>
              <a:t> </a:t>
            </a:r>
            <a:r>
              <a:rPr sz="2150" spc="55" dirty="0">
                <a:latin typeface="Segoe UI"/>
                <a:cs typeface="Segoe UI"/>
              </a:rPr>
              <a:t>Alignment</a:t>
            </a:r>
            <a:endParaRPr sz="2150">
              <a:latin typeface="Segoe UI"/>
              <a:cs typeface="Segoe UI"/>
            </a:endParaRPr>
          </a:p>
          <a:p>
            <a:pPr marL="878840">
              <a:lnSpc>
                <a:spcPct val="100000"/>
              </a:lnSpc>
              <a:spcBef>
                <a:spcPts val="1245"/>
              </a:spcBef>
            </a:pPr>
            <a:r>
              <a:rPr sz="2150" spc="75" dirty="0">
                <a:latin typeface="Segoe UI"/>
                <a:cs typeface="Segoe UI"/>
              </a:rPr>
              <a:t>Cross-</a:t>
            </a:r>
            <a:r>
              <a:rPr sz="2150" spc="60" dirty="0">
                <a:latin typeface="Segoe UI"/>
                <a:cs typeface="Segoe UI"/>
              </a:rPr>
              <a:t>Functional</a:t>
            </a:r>
            <a:r>
              <a:rPr sz="2150" spc="175" dirty="0">
                <a:latin typeface="Segoe UI"/>
                <a:cs typeface="Segoe UI"/>
              </a:rPr>
              <a:t> </a:t>
            </a:r>
            <a:r>
              <a:rPr sz="2150" dirty="0">
                <a:latin typeface="Segoe UI"/>
                <a:cs typeface="Segoe UI"/>
              </a:rPr>
              <a:t>Team</a:t>
            </a:r>
            <a:r>
              <a:rPr sz="2150" spc="175" dirty="0">
                <a:latin typeface="Segoe UI"/>
                <a:cs typeface="Segoe UI"/>
              </a:rPr>
              <a:t> </a:t>
            </a:r>
            <a:r>
              <a:rPr sz="2150" spc="60" dirty="0">
                <a:latin typeface="Segoe UI"/>
                <a:cs typeface="Segoe UI"/>
              </a:rPr>
              <a:t>Coordination</a:t>
            </a:r>
            <a:endParaRPr sz="2150">
              <a:latin typeface="Segoe UI"/>
              <a:cs typeface="Segoe UI"/>
            </a:endParaRPr>
          </a:p>
          <a:p>
            <a:pPr marL="325755" indent="-313055">
              <a:lnSpc>
                <a:spcPct val="100000"/>
              </a:lnSpc>
              <a:spcBef>
                <a:spcPts val="1245"/>
              </a:spcBef>
              <a:buFont typeface="Segoe UI"/>
              <a:buAutoNum type="arabicPeriod" startAt="4"/>
              <a:tabLst>
                <a:tab pos="325755" algn="l"/>
              </a:tabLst>
            </a:pPr>
            <a:r>
              <a:rPr sz="2150" dirty="0">
                <a:latin typeface="Segoe UI Semibold"/>
                <a:cs typeface="Segoe UI Semibold"/>
              </a:rPr>
              <a:t>Tools</a:t>
            </a:r>
            <a:r>
              <a:rPr sz="2150" spc="235" dirty="0">
                <a:latin typeface="Segoe UI Semibold"/>
                <a:cs typeface="Segoe UI Semibold"/>
              </a:rPr>
              <a:t> </a:t>
            </a:r>
            <a:r>
              <a:rPr sz="2150" spc="50" dirty="0">
                <a:latin typeface="Segoe UI Semibold"/>
                <a:cs typeface="Segoe UI Semibold"/>
              </a:rPr>
              <a:t>and</a:t>
            </a:r>
            <a:r>
              <a:rPr sz="2150" spc="170" dirty="0">
                <a:latin typeface="Segoe UI Semibold"/>
                <a:cs typeface="Segoe UI Semibold"/>
              </a:rPr>
              <a:t> </a:t>
            </a:r>
            <a:r>
              <a:rPr sz="2150" spc="50" dirty="0">
                <a:latin typeface="Segoe UI Semibold"/>
                <a:cs typeface="Segoe UI Semibold"/>
              </a:rPr>
              <a:t>Techniques</a:t>
            </a:r>
            <a:r>
              <a:rPr sz="2150" spc="245" dirty="0">
                <a:latin typeface="Segoe UI Semibold"/>
                <a:cs typeface="Segoe UI Semibold"/>
              </a:rPr>
              <a:t> </a:t>
            </a:r>
            <a:r>
              <a:rPr sz="2150" dirty="0">
                <a:latin typeface="Segoe UI Semibold"/>
                <a:cs typeface="Segoe UI Semibold"/>
              </a:rPr>
              <a:t>for</a:t>
            </a:r>
            <a:r>
              <a:rPr sz="2150" spc="225" dirty="0">
                <a:latin typeface="Segoe UI Semibold"/>
                <a:cs typeface="Segoe UI Semibold"/>
              </a:rPr>
              <a:t> </a:t>
            </a:r>
            <a:r>
              <a:rPr sz="2150" spc="55" dirty="0">
                <a:latin typeface="Segoe UI Semibold"/>
                <a:cs typeface="Segoe UI Semibold"/>
              </a:rPr>
              <a:t>Integration</a:t>
            </a:r>
            <a:r>
              <a:rPr sz="2150" spc="210" dirty="0">
                <a:latin typeface="Segoe UI Semibold"/>
                <a:cs typeface="Segoe UI Semibold"/>
              </a:rPr>
              <a:t> </a:t>
            </a:r>
            <a:r>
              <a:rPr sz="2150" spc="55" dirty="0">
                <a:latin typeface="Segoe UI Semibold"/>
                <a:cs typeface="Segoe UI Semibold"/>
              </a:rPr>
              <a:t>Management</a:t>
            </a:r>
            <a:endParaRPr sz="2150">
              <a:latin typeface="Segoe UI Semibold"/>
              <a:cs typeface="Segoe UI Semibold"/>
            </a:endParaRPr>
          </a:p>
        </p:txBody>
      </p:sp>
      <p:sp>
        <p:nvSpPr>
          <p:cNvPr id="8" name="object 8"/>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2</a:t>
            </a:fld>
            <a:endParaRPr spc="-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3</a:t>
            </a:fld>
            <a:endParaRPr spc="-50" dirty="0"/>
          </a:p>
        </p:txBody>
      </p:sp>
      <p:sp>
        <p:nvSpPr>
          <p:cNvPr id="2" name="object 2"/>
          <p:cNvSpPr txBox="1">
            <a:spLocks noGrp="1"/>
          </p:cNvSpPr>
          <p:nvPr>
            <p:ph type="title"/>
          </p:nvPr>
        </p:nvSpPr>
        <p:spPr>
          <a:xfrm>
            <a:off x="735012" y="1866582"/>
            <a:ext cx="7645400" cy="456565"/>
          </a:xfrm>
          <a:prstGeom prst="rect">
            <a:avLst/>
          </a:prstGeom>
        </p:spPr>
        <p:txBody>
          <a:bodyPr vert="horz" wrap="square" lIns="0" tIns="15875" rIns="0" bIns="0" rtlCol="0">
            <a:spAutoFit/>
          </a:bodyPr>
          <a:lstStyle/>
          <a:p>
            <a:pPr marL="12700">
              <a:lnSpc>
                <a:spcPct val="100000"/>
              </a:lnSpc>
              <a:spcBef>
                <a:spcPts val="125"/>
              </a:spcBef>
            </a:pPr>
            <a:r>
              <a:rPr sz="2800" dirty="0"/>
              <a:t>1.</a:t>
            </a:r>
            <a:r>
              <a:rPr sz="2800" spc="150" dirty="0"/>
              <a:t> </a:t>
            </a:r>
            <a:r>
              <a:rPr sz="2800" spc="75" dirty="0"/>
              <a:t>Creating</a:t>
            </a:r>
            <a:r>
              <a:rPr sz="2800" spc="185" dirty="0"/>
              <a:t> </a:t>
            </a:r>
            <a:r>
              <a:rPr sz="2800" dirty="0"/>
              <a:t>a</a:t>
            </a:r>
            <a:r>
              <a:rPr sz="2800" spc="185" dirty="0"/>
              <a:t> </a:t>
            </a:r>
            <a:r>
              <a:rPr sz="2800" spc="80" dirty="0"/>
              <a:t>Comprehensive</a:t>
            </a:r>
            <a:r>
              <a:rPr sz="2800" spc="155" dirty="0"/>
              <a:t> </a:t>
            </a:r>
            <a:r>
              <a:rPr sz="2800" spc="70" dirty="0"/>
              <a:t>Project</a:t>
            </a:r>
            <a:r>
              <a:rPr sz="2800" spc="190" dirty="0"/>
              <a:t> </a:t>
            </a:r>
            <a:r>
              <a:rPr sz="2800" spc="80" dirty="0"/>
              <a:t>Charter</a:t>
            </a:r>
            <a:endParaRPr sz="2800"/>
          </a:p>
        </p:txBody>
      </p:sp>
      <p:sp>
        <p:nvSpPr>
          <p:cNvPr id="3" name="object 3"/>
          <p:cNvSpPr txBox="1"/>
          <p:nvPr/>
        </p:nvSpPr>
        <p:spPr>
          <a:xfrm>
            <a:off x="735012" y="2798127"/>
            <a:ext cx="10713085" cy="2165985"/>
          </a:xfrm>
          <a:prstGeom prst="rect">
            <a:avLst/>
          </a:prstGeom>
        </p:spPr>
        <p:txBody>
          <a:bodyPr vert="horz" wrap="square" lIns="0" tIns="11430" rIns="0" bIns="0" rtlCol="0">
            <a:spAutoFit/>
          </a:bodyPr>
          <a:lstStyle/>
          <a:p>
            <a:pPr marL="12700" algn="just">
              <a:lnSpc>
                <a:spcPct val="100000"/>
              </a:lnSpc>
              <a:spcBef>
                <a:spcPts val="90"/>
              </a:spcBef>
            </a:pPr>
            <a:r>
              <a:rPr sz="2400" spc="60" dirty="0">
                <a:solidFill>
                  <a:srgbClr val="4487CC"/>
                </a:solidFill>
                <a:latin typeface="Segoe UI Semibold"/>
                <a:cs typeface="Segoe UI Semibold"/>
              </a:rPr>
              <a:t>What</a:t>
            </a:r>
            <a:r>
              <a:rPr sz="2400" spc="195" dirty="0">
                <a:solidFill>
                  <a:srgbClr val="4487CC"/>
                </a:solidFill>
                <a:latin typeface="Segoe UI Semibold"/>
                <a:cs typeface="Segoe UI Semibold"/>
              </a:rPr>
              <a:t> </a:t>
            </a:r>
            <a:r>
              <a:rPr sz="2400" dirty="0">
                <a:solidFill>
                  <a:srgbClr val="4487CC"/>
                </a:solidFill>
                <a:latin typeface="Segoe UI Semibold"/>
                <a:cs typeface="Segoe UI Semibold"/>
              </a:rPr>
              <a:t>is</a:t>
            </a:r>
            <a:r>
              <a:rPr sz="2400" spc="190" dirty="0">
                <a:solidFill>
                  <a:srgbClr val="4487CC"/>
                </a:solidFill>
                <a:latin typeface="Segoe UI Semibold"/>
                <a:cs typeface="Segoe UI Semibold"/>
              </a:rPr>
              <a:t> </a:t>
            </a:r>
            <a:r>
              <a:rPr sz="2400" dirty="0">
                <a:solidFill>
                  <a:srgbClr val="4487CC"/>
                </a:solidFill>
                <a:latin typeface="Segoe UI Semibold"/>
                <a:cs typeface="Segoe UI Semibold"/>
              </a:rPr>
              <a:t>a</a:t>
            </a:r>
            <a:r>
              <a:rPr sz="2400" spc="195" dirty="0">
                <a:solidFill>
                  <a:srgbClr val="4487CC"/>
                </a:solidFill>
                <a:latin typeface="Segoe UI Semibold"/>
                <a:cs typeface="Segoe UI Semibold"/>
              </a:rPr>
              <a:t> </a:t>
            </a:r>
            <a:r>
              <a:rPr sz="2400" spc="55" dirty="0">
                <a:solidFill>
                  <a:srgbClr val="4487CC"/>
                </a:solidFill>
                <a:latin typeface="Segoe UI Semibold"/>
                <a:cs typeface="Segoe UI Semibold"/>
              </a:rPr>
              <a:t>Project</a:t>
            </a:r>
            <a:r>
              <a:rPr sz="2400" spc="210" dirty="0">
                <a:solidFill>
                  <a:srgbClr val="4487CC"/>
                </a:solidFill>
                <a:latin typeface="Segoe UI Semibold"/>
                <a:cs typeface="Segoe UI Semibold"/>
              </a:rPr>
              <a:t> </a:t>
            </a:r>
            <a:r>
              <a:rPr sz="2400" spc="65" dirty="0">
                <a:solidFill>
                  <a:srgbClr val="4487CC"/>
                </a:solidFill>
                <a:latin typeface="Segoe UI Semibold"/>
                <a:cs typeface="Segoe UI Semibold"/>
              </a:rPr>
              <a:t>Charter?</a:t>
            </a:r>
            <a:endParaRPr sz="2400">
              <a:latin typeface="Segoe UI Semibold"/>
              <a:cs typeface="Segoe UI Semibold"/>
            </a:endParaRPr>
          </a:p>
          <a:p>
            <a:pPr marL="12700" marR="5080" algn="just">
              <a:lnSpc>
                <a:spcPct val="126899"/>
              </a:lnSpc>
              <a:spcBef>
                <a:spcPts val="875"/>
              </a:spcBef>
            </a:pPr>
            <a:r>
              <a:rPr sz="2150" dirty="0">
                <a:latin typeface="Segoe UI"/>
                <a:cs typeface="Segoe UI"/>
              </a:rPr>
              <a:t>A</a:t>
            </a:r>
            <a:r>
              <a:rPr sz="2150" spc="280" dirty="0">
                <a:latin typeface="Segoe UI"/>
                <a:cs typeface="Segoe UI"/>
              </a:rPr>
              <a:t> </a:t>
            </a:r>
            <a:r>
              <a:rPr sz="2150" spc="70" dirty="0">
                <a:latin typeface="Segoe UI Semibold"/>
                <a:cs typeface="Segoe UI Semibold"/>
              </a:rPr>
              <a:t>Project</a:t>
            </a:r>
            <a:r>
              <a:rPr sz="2150" spc="220" dirty="0">
                <a:latin typeface="Segoe UI Semibold"/>
                <a:cs typeface="Segoe UI Semibold"/>
              </a:rPr>
              <a:t> </a:t>
            </a:r>
            <a:r>
              <a:rPr sz="2150" spc="70" dirty="0">
                <a:latin typeface="Segoe UI Semibold"/>
                <a:cs typeface="Segoe UI Semibold"/>
              </a:rPr>
              <a:t>Charter</a:t>
            </a:r>
            <a:r>
              <a:rPr sz="2150" spc="280" dirty="0">
                <a:latin typeface="Segoe UI Semibold"/>
                <a:cs typeface="Segoe UI Semibold"/>
              </a:rPr>
              <a:t> </a:t>
            </a:r>
            <a:r>
              <a:rPr sz="2150" dirty="0">
                <a:latin typeface="Segoe UI"/>
                <a:cs typeface="Segoe UI"/>
              </a:rPr>
              <a:t>is</a:t>
            </a:r>
            <a:r>
              <a:rPr sz="2150" spc="235" dirty="0">
                <a:latin typeface="Segoe UI"/>
                <a:cs typeface="Segoe UI"/>
              </a:rPr>
              <a:t> </a:t>
            </a:r>
            <a:r>
              <a:rPr sz="2150" dirty="0">
                <a:latin typeface="Segoe UI"/>
                <a:cs typeface="Segoe UI"/>
              </a:rPr>
              <a:t>a</a:t>
            </a:r>
            <a:r>
              <a:rPr sz="2150" spc="280" dirty="0">
                <a:latin typeface="Segoe UI"/>
                <a:cs typeface="Segoe UI"/>
              </a:rPr>
              <a:t> </a:t>
            </a:r>
            <a:r>
              <a:rPr sz="2150" spc="60" dirty="0">
                <a:latin typeface="Segoe UI"/>
                <a:cs typeface="Segoe UI"/>
              </a:rPr>
              <a:t>formal</a:t>
            </a:r>
            <a:r>
              <a:rPr sz="2150" spc="260" dirty="0">
                <a:latin typeface="Segoe UI"/>
                <a:cs typeface="Segoe UI"/>
              </a:rPr>
              <a:t> </a:t>
            </a:r>
            <a:r>
              <a:rPr sz="2150" spc="60" dirty="0">
                <a:latin typeface="Segoe UI"/>
                <a:cs typeface="Segoe UI"/>
              </a:rPr>
              <a:t>document</a:t>
            </a:r>
            <a:r>
              <a:rPr sz="2150" spc="270" dirty="0">
                <a:latin typeface="Segoe UI"/>
                <a:cs typeface="Segoe UI"/>
              </a:rPr>
              <a:t> </a:t>
            </a:r>
            <a:r>
              <a:rPr sz="2150" spc="60" dirty="0">
                <a:latin typeface="Segoe UI"/>
                <a:cs typeface="Segoe UI"/>
              </a:rPr>
              <a:t>that</a:t>
            </a:r>
            <a:r>
              <a:rPr sz="2150" spc="275" dirty="0">
                <a:latin typeface="Segoe UI"/>
                <a:cs typeface="Segoe UI"/>
              </a:rPr>
              <a:t> </a:t>
            </a:r>
            <a:r>
              <a:rPr sz="2150" spc="60" dirty="0">
                <a:latin typeface="Segoe UI"/>
                <a:cs typeface="Segoe UI"/>
              </a:rPr>
              <a:t>authorizes</a:t>
            </a:r>
            <a:r>
              <a:rPr sz="2150" spc="235" dirty="0">
                <a:latin typeface="Segoe UI"/>
                <a:cs typeface="Segoe UI"/>
              </a:rPr>
              <a:t> </a:t>
            </a:r>
            <a:r>
              <a:rPr sz="2150" spc="50" dirty="0">
                <a:latin typeface="Segoe UI"/>
                <a:cs typeface="Segoe UI"/>
              </a:rPr>
              <a:t>the</a:t>
            </a:r>
            <a:r>
              <a:rPr sz="2150" spc="245" dirty="0">
                <a:latin typeface="Segoe UI"/>
                <a:cs typeface="Segoe UI"/>
              </a:rPr>
              <a:t> </a:t>
            </a:r>
            <a:r>
              <a:rPr sz="2150" spc="60" dirty="0">
                <a:latin typeface="Segoe UI"/>
                <a:cs typeface="Segoe UI"/>
              </a:rPr>
              <a:t>existence</a:t>
            </a:r>
            <a:r>
              <a:rPr sz="2150" spc="245" dirty="0">
                <a:latin typeface="Segoe UI"/>
                <a:cs typeface="Segoe UI"/>
              </a:rPr>
              <a:t> </a:t>
            </a:r>
            <a:r>
              <a:rPr sz="2150" dirty="0">
                <a:latin typeface="Segoe UI"/>
                <a:cs typeface="Segoe UI"/>
              </a:rPr>
              <a:t>of</a:t>
            </a:r>
            <a:r>
              <a:rPr sz="2150" spc="254" dirty="0">
                <a:latin typeface="Segoe UI"/>
                <a:cs typeface="Segoe UI"/>
              </a:rPr>
              <a:t> </a:t>
            </a:r>
            <a:r>
              <a:rPr sz="2150" dirty="0">
                <a:latin typeface="Segoe UI"/>
                <a:cs typeface="Segoe UI"/>
              </a:rPr>
              <a:t>a</a:t>
            </a:r>
            <a:r>
              <a:rPr sz="2150" spc="280" dirty="0">
                <a:latin typeface="Segoe UI"/>
                <a:cs typeface="Segoe UI"/>
              </a:rPr>
              <a:t> </a:t>
            </a:r>
            <a:r>
              <a:rPr sz="2150" spc="50" dirty="0">
                <a:latin typeface="Segoe UI"/>
                <a:cs typeface="Segoe UI"/>
              </a:rPr>
              <a:t>project and</a:t>
            </a:r>
            <a:r>
              <a:rPr sz="2150" spc="75" dirty="0">
                <a:latin typeface="Segoe UI"/>
                <a:cs typeface="Segoe UI"/>
              </a:rPr>
              <a:t>  </a:t>
            </a:r>
            <a:r>
              <a:rPr sz="2150" spc="65" dirty="0">
                <a:latin typeface="Segoe UI"/>
                <a:cs typeface="Segoe UI"/>
              </a:rPr>
              <a:t>provides</a:t>
            </a:r>
            <a:r>
              <a:rPr sz="2150" spc="80" dirty="0">
                <a:latin typeface="Segoe UI"/>
                <a:cs typeface="Segoe UI"/>
              </a:rPr>
              <a:t>  </a:t>
            </a:r>
            <a:r>
              <a:rPr sz="2150" spc="50" dirty="0">
                <a:latin typeface="Segoe UI"/>
                <a:cs typeface="Segoe UI"/>
              </a:rPr>
              <a:t>the</a:t>
            </a:r>
            <a:r>
              <a:rPr sz="2150" spc="80" dirty="0">
                <a:latin typeface="Segoe UI"/>
                <a:cs typeface="Segoe UI"/>
              </a:rPr>
              <a:t>  </a:t>
            </a:r>
            <a:r>
              <a:rPr sz="2150" spc="60" dirty="0">
                <a:latin typeface="Segoe UI"/>
                <a:cs typeface="Segoe UI"/>
              </a:rPr>
              <a:t>project</a:t>
            </a:r>
            <a:r>
              <a:rPr sz="2150" spc="95" dirty="0">
                <a:latin typeface="Segoe UI"/>
                <a:cs typeface="Segoe UI"/>
              </a:rPr>
              <a:t>  </a:t>
            </a:r>
            <a:r>
              <a:rPr sz="2150" spc="65" dirty="0">
                <a:latin typeface="Segoe UI"/>
                <a:cs typeface="Segoe UI"/>
              </a:rPr>
              <a:t>manager</a:t>
            </a:r>
            <a:r>
              <a:rPr sz="2150" spc="85" dirty="0">
                <a:latin typeface="Segoe UI"/>
                <a:cs typeface="Segoe UI"/>
              </a:rPr>
              <a:t>  </a:t>
            </a:r>
            <a:r>
              <a:rPr sz="2150" spc="65" dirty="0">
                <a:latin typeface="Segoe UI"/>
                <a:cs typeface="Segoe UI"/>
              </a:rPr>
              <a:t>with</a:t>
            </a:r>
            <a:r>
              <a:rPr sz="2150" spc="75" dirty="0">
                <a:latin typeface="Segoe UI"/>
                <a:cs typeface="Segoe UI"/>
              </a:rPr>
              <a:t>  </a:t>
            </a:r>
            <a:r>
              <a:rPr sz="2150" spc="50" dirty="0">
                <a:latin typeface="Segoe UI"/>
                <a:cs typeface="Segoe UI"/>
              </a:rPr>
              <a:t>the</a:t>
            </a:r>
            <a:r>
              <a:rPr sz="2150" spc="85" dirty="0">
                <a:latin typeface="Segoe UI"/>
                <a:cs typeface="Segoe UI"/>
              </a:rPr>
              <a:t>  </a:t>
            </a:r>
            <a:r>
              <a:rPr sz="2150" spc="65" dirty="0">
                <a:latin typeface="Segoe UI"/>
                <a:cs typeface="Segoe UI"/>
              </a:rPr>
              <a:t>authority</a:t>
            </a:r>
            <a:r>
              <a:rPr sz="2150" spc="85" dirty="0">
                <a:latin typeface="Segoe UI"/>
                <a:cs typeface="Segoe UI"/>
              </a:rPr>
              <a:t>  </a:t>
            </a:r>
            <a:r>
              <a:rPr sz="2150" dirty="0">
                <a:latin typeface="Segoe UI"/>
                <a:cs typeface="Segoe UI"/>
              </a:rPr>
              <a:t>to</a:t>
            </a:r>
            <a:r>
              <a:rPr sz="2150" spc="90" dirty="0">
                <a:latin typeface="Segoe UI"/>
                <a:cs typeface="Segoe UI"/>
              </a:rPr>
              <a:t>  </a:t>
            </a:r>
            <a:r>
              <a:rPr sz="2150" spc="65" dirty="0">
                <a:latin typeface="Segoe UI"/>
                <a:cs typeface="Segoe UI"/>
              </a:rPr>
              <a:t>apply</a:t>
            </a:r>
            <a:r>
              <a:rPr sz="2150" spc="90" dirty="0">
                <a:latin typeface="Segoe UI"/>
                <a:cs typeface="Segoe UI"/>
              </a:rPr>
              <a:t>  </a:t>
            </a:r>
            <a:r>
              <a:rPr sz="2150" spc="55" dirty="0">
                <a:latin typeface="Segoe UI"/>
                <a:cs typeface="Segoe UI"/>
              </a:rPr>
              <a:t>organizational resources</a:t>
            </a:r>
            <a:r>
              <a:rPr sz="2150" spc="505" dirty="0">
                <a:latin typeface="Segoe UI"/>
                <a:cs typeface="Segoe UI"/>
              </a:rPr>
              <a:t> </a:t>
            </a:r>
            <a:r>
              <a:rPr sz="2150" dirty="0">
                <a:latin typeface="Segoe UI"/>
                <a:cs typeface="Segoe UI"/>
              </a:rPr>
              <a:t>to</a:t>
            </a:r>
            <a:r>
              <a:rPr sz="2150" spc="-25" dirty="0">
                <a:latin typeface="Segoe UI"/>
                <a:cs typeface="Segoe UI"/>
              </a:rPr>
              <a:t>  </a:t>
            </a:r>
            <a:r>
              <a:rPr sz="2150" spc="60" dirty="0">
                <a:latin typeface="Segoe UI"/>
                <a:cs typeface="Segoe UI"/>
              </a:rPr>
              <a:t>project</a:t>
            </a:r>
            <a:r>
              <a:rPr sz="2150" spc="-15" dirty="0">
                <a:latin typeface="Segoe UI"/>
                <a:cs typeface="Segoe UI"/>
              </a:rPr>
              <a:t>  </a:t>
            </a:r>
            <a:r>
              <a:rPr sz="2150" spc="65" dirty="0">
                <a:latin typeface="Segoe UI"/>
                <a:cs typeface="Segoe UI"/>
              </a:rPr>
              <a:t>activities.</a:t>
            </a:r>
            <a:r>
              <a:rPr sz="2150" spc="520" dirty="0">
                <a:latin typeface="Segoe UI"/>
                <a:cs typeface="Segoe UI"/>
              </a:rPr>
              <a:t> </a:t>
            </a:r>
            <a:r>
              <a:rPr sz="2150" spc="50" dirty="0">
                <a:latin typeface="Segoe UI"/>
                <a:cs typeface="Segoe UI"/>
              </a:rPr>
              <a:t>It</a:t>
            </a:r>
            <a:r>
              <a:rPr sz="2150" spc="-20" dirty="0">
                <a:latin typeface="Segoe UI"/>
                <a:cs typeface="Segoe UI"/>
              </a:rPr>
              <a:t>  </a:t>
            </a:r>
            <a:r>
              <a:rPr sz="2150" spc="60" dirty="0">
                <a:latin typeface="Segoe UI"/>
                <a:cs typeface="Segoe UI"/>
              </a:rPr>
              <a:t>serves</a:t>
            </a:r>
            <a:r>
              <a:rPr sz="2150" spc="525" dirty="0">
                <a:latin typeface="Segoe UI"/>
                <a:cs typeface="Segoe UI"/>
              </a:rPr>
              <a:t> </a:t>
            </a:r>
            <a:r>
              <a:rPr sz="2150" dirty="0">
                <a:latin typeface="Segoe UI"/>
                <a:cs typeface="Segoe UI"/>
              </a:rPr>
              <a:t>as</a:t>
            </a:r>
            <a:r>
              <a:rPr sz="2150" spc="515" dirty="0">
                <a:latin typeface="Segoe UI"/>
                <a:cs typeface="Segoe UI"/>
              </a:rPr>
              <a:t> </a:t>
            </a:r>
            <a:r>
              <a:rPr sz="2150" dirty="0">
                <a:latin typeface="Segoe UI"/>
                <a:cs typeface="Segoe UI"/>
              </a:rPr>
              <a:t>a</a:t>
            </a:r>
            <a:r>
              <a:rPr sz="2150" spc="-15" dirty="0">
                <a:latin typeface="Segoe UI"/>
                <a:cs typeface="Segoe UI"/>
              </a:rPr>
              <a:t>  </a:t>
            </a:r>
            <a:r>
              <a:rPr sz="2150" spc="65" dirty="0">
                <a:latin typeface="Segoe UI"/>
                <a:cs typeface="Segoe UI"/>
              </a:rPr>
              <a:t>foundational</a:t>
            </a:r>
            <a:r>
              <a:rPr sz="2150" spc="-25" dirty="0">
                <a:latin typeface="Segoe UI"/>
                <a:cs typeface="Segoe UI"/>
              </a:rPr>
              <a:t>  </a:t>
            </a:r>
            <a:r>
              <a:rPr sz="2150" spc="55" dirty="0">
                <a:latin typeface="Segoe UI"/>
                <a:cs typeface="Segoe UI"/>
              </a:rPr>
              <a:t>reference</a:t>
            </a:r>
            <a:r>
              <a:rPr sz="2150" spc="530" dirty="0">
                <a:latin typeface="Segoe UI"/>
                <a:cs typeface="Segoe UI"/>
              </a:rPr>
              <a:t> </a:t>
            </a:r>
            <a:r>
              <a:rPr sz="2150" spc="50" dirty="0">
                <a:latin typeface="Segoe UI"/>
                <a:cs typeface="Segoe UI"/>
              </a:rPr>
              <a:t>throughout the</a:t>
            </a:r>
            <a:r>
              <a:rPr sz="2150" spc="150" dirty="0">
                <a:latin typeface="Segoe UI"/>
                <a:cs typeface="Segoe UI"/>
              </a:rPr>
              <a:t> </a:t>
            </a:r>
            <a:r>
              <a:rPr sz="2150" spc="60" dirty="0">
                <a:latin typeface="Segoe UI"/>
                <a:cs typeface="Segoe UI"/>
              </a:rPr>
              <a:t>project</a:t>
            </a:r>
            <a:r>
              <a:rPr sz="2150" spc="175" dirty="0">
                <a:latin typeface="Segoe UI"/>
                <a:cs typeface="Segoe UI"/>
              </a:rPr>
              <a:t> </a:t>
            </a:r>
            <a:r>
              <a:rPr sz="2150" spc="50" dirty="0">
                <a:latin typeface="Segoe UI"/>
                <a:cs typeface="Segoe UI"/>
              </a:rPr>
              <a:t>lifecycle.</a:t>
            </a:r>
            <a:endParaRPr sz="2150">
              <a:latin typeface="Segoe UI"/>
              <a:cs typeface="Segoe U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50177"/>
            <a:ext cx="5510530" cy="390525"/>
          </a:xfrm>
          <a:prstGeom prst="rect">
            <a:avLst/>
          </a:prstGeom>
        </p:spPr>
        <p:txBody>
          <a:bodyPr vert="horz" wrap="square" lIns="0" tIns="11430" rIns="0" bIns="0" rtlCol="0">
            <a:spAutoFit/>
          </a:bodyPr>
          <a:lstStyle/>
          <a:p>
            <a:pPr marL="12700">
              <a:lnSpc>
                <a:spcPct val="100000"/>
              </a:lnSpc>
              <a:spcBef>
                <a:spcPts val="90"/>
              </a:spcBef>
            </a:pPr>
            <a:r>
              <a:rPr sz="2400" dirty="0"/>
              <a:t>Key</a:t>
            </a:r>
            <a:r>
              <a:rPr sz="2400" spc="170" dirty="0"/>
              <a:t> </a:t>
            </a:r>
            <a:r>
              <a:rPr sz="2400" spc="55" dirty="0"/>
              <a:t>Components</a:t>
            </a:r>
            <a:r>
              <a:rPr sz="2400" spc="210" dirty="0"/>
              <a:t> </a:t>
            </a:r>
            <a:r>
              <a:rPr sz="2400" dirty="0"/>
              <a:t>of</a:t>
            </a:r>
            <a:r>
              <a:rPr sz="2400" spc="195" dirty="0"/>
              <a:t> </a:t>
            </a:r>
            <a:r>
              <a:rPr sz="2400" dirty="0"/>
              <a:t>a</a:t>
            </a:r>
            <a:r>
              <a:rPr sz="2400" spc="220" dirty="0"/>
              <a:t> </a:t>
            </a:r>
            <a:r>
              <a:rPr sz="2400" spc="55" dirty="0"/>
              <a:t>Project</a:t>
            </a:r>
            <a:r>
              <a:rPr sz="2400" spc="229" dirty="0"/>
              <a:t> </a:t>
            </a:r>
            <a:r>
              <a:rPr sz="2400" spc="70" dirty="0"/>
              <a:t>Charter</a:t>
            </a:r>
            <a:endParaRPr sz="2400"/>
          </a:p>
        </p:txBody>
      </p:sp>
      <p:pic>
        <p:nvPicPr>
          <p:cNvPr id="3" name="object 3"/>
          <p:cNvPicPr/>
          <p:nvPr/>
        </p:nvPicPr>
        <p:blipFill>
          <a:blip r:embed="rId2" cstate="print"/>
          <a:stretch>
            <a:fillRect/>
          </a:stretch>
        </p:blipFill>
        <p:spPr>
          <a:xfrm>
            <a:off x="1585912" y="1557337"/>
            <a:ext cx="114299" cy="114299"/>
          </a:xfrm>
          <a:prstGeom prst="rect">
            <a:avLst/>
          </a:prstGeom>
        </p:spPr>
      </p:pic>
      <p:pic>
        <p:nvPicPr>
          <p:cNvPr id="4" name="object 4"/>
          <p:cNvPicPr/>
          <p:nvPr/>
        </p:nvPicPr>
        <p:blipFill>
          <a:blip r:embed="rId3" cstate="print"/>
          <a:stretch>
            <a:fillRect/>
          </a:stretch>
        </p:blipFill>
        <p:spPr>
          <a:xfrm>
            <a:off x="1585912" y="3109912"/>
            <a:ext cx="114299" cy="114299"/>
          </a:xfrm>
          <a:prstGeom prst="rect">
            <a:avLst/>
          </a:prstGeom>
        </p:spPr>
      </p:pic>
      <p:pic>
        <p:nvPicPr>
          <p:cNvPr id="5" name="object 5"/>
          <p:cNvPicPr/>
          <p:nvPr/>
        </p:nvPicPr>
        <p:blipFill>
          <a:blip r:embed="rId4" cstate="print"/>
          <a:stretch>
            <a:fillRect/>
          </a:stretch>
        </p:blipFill>
        <p:spPr>
          <a:xfrm>
            <a:off x="1585912" y="4005262"/>
            <a:ext cx="114299" cy="114299"/>
          </a:xfrm>
          <a:prstGeom prst="rect">
            <a:avLst/>
          </a:prstGeom>
        </p:spPr>
      </p:pic>
      <p:pic>
        <p:nvPicPr>
          <p:cNvPr id="6" name="object 6"/>
          <p:cNvPicPr/>
          <p:nvPr/>
        </p:nvPicPr>
        <p:blipFill>
          <a:blip r:embed="rId5" cstate="print"/>
          <a:stretch>
            <a:fillRect/>
          </a:stretch>
        </p:blipFill>
        <p:spPr>
          <a:xfrm>
            <a:off x="1585912" y="5548312"/>
            <a:ext cx="114299" cy="114299"/>
          </a:xfrm>
          <a:prstGeom prst="rect">
            <a:avLst/>
          </a:prstGeom>
        </p:spPr>
      </p:pic>
      <p:pic>
        <p:nvPicPr>
          <p:cNvPr id="7" name="object 7"/>
          <p:cNvPicPr/>
          <p:nvPr/>
        </p:nvPicPr>
        <p:blipFill>
          <a:blip r:embed="rId6" cstate="print"/>
          <a:stretch>
            <a:fillRect/>
          </a:stretch>
        </p:blipFill>
        <p:spPr>
          <a:xfrm>
            <a:off x="1585912" y="6034087"/>
            <a:ext cx="114299" cy="114299"/>
          </a:xfrm>
          <a:prstGeom prst="rect">
            <a:avLst/>
          </a:prstGeom>
        </p:spPr>
      </p:pic>
      <p:sp>
        <p:nvSpPr>
          <p:cNvPr id="8" name="object 8"/>
          <p:cNvSpPr txBox="1"/>
          <p:nvPr/>
        </p:nvSpPr>
        <p:spPr>
          <a:xfrm>
            <a:off x="273050" y="863600"/>
            <a:ext cx="11177905" cy="5900333"/>
          </a:xfrm>
          <a:prstGeom prst="rect">
            <a:avLst/>
          </a:prstGeom>
        </p:spPr>
        <p:txBody>
          <a:bodyPr vert="horz" wrap="square" lIns="0" tIns="15875" rIns="0" bIns="0" rtlCol="0">
            <a:spAutoFit/>
          </a:bodyPr>
          <a:lstStyle/>
          <a:p>
            <a:pPr marL="1025525" indent="-313055">
              <a:lnSpc>
                <a:spcPct val="100000"/>
              </a:lnSpc>
              <a:spcBef>
                <a:spcPts val="125"/>
              </a:spcBef>
              <a:buFont typeface="Segoe UI"/>
              <a:buAutoNum type="arabicPeriod"/>
              <a:tabLst>
                <a:tab pos="1025525" algn="l"/>
              </a:tabLst>
            </a:pPr>
            <a:r>
              <a:rPr sz="2150" spc="70" dirty="0">
                <a:latin typeface="Segoe UI Semibold"/>
                <a:cs typeface="Segoe UI Semibold"/>
              </a:rPr>
              <a:t>Project</a:t>
            </a:r>
            <a:r>
              <a:rPr sz="2150" spc="114" dirty="0">
                <a:latin typeface="Segoe UI Semibold"/>
                <a:cs typeface="Segoe UI Semibold"/>
              </a:rPr>
              <a:t> </a:t>
            </a:r>
            <a:r>
              <a:rPr sz="2150" spc="70" dirty="0">
                <a:latin typeface="Segoe UI Semibold"/>
                <a:cs typeface="Segoe UI Semibold"/>
              </a:rPr>
              <a:t>Title</a:t>
            </a:r>
            <a:r>
              <a:rPr sz="2150" spc="135" dirty="0">
                <a:latin typeface="Segoe UI Semibold"/>
                <a:cs typeface="Segoe UI Semibold"/>
              </a:rPr>
              <a:t> </a:t>
            </a:r>
            <a:r>
              <a:rPr sz="2150" spc="50" dirty="0">
                <a:latin typeface="Segoe UI Semibold"/>
                <a:cs typeface="Segoe UI Semibold"/>
              </a:rPr>
              <a:t>and</a:t>
            </a:r>
            <a:r>
              <a:rPr sz="2150" spc="125" dirty="0">
                <a:latin typeface="Segoe UI Semibold"/>
                <a:cs typeface="Segoe UI Semibold"/>
              </a:rPr>
              <a:t> </a:t>
            </a:r>
            <a:r>
              <a:rPr sz="2150" spc="65" dirty="0">
                <a:latin typeface="Segoe UI Semibold"/>
                <a:cs typeface="Segoe UI Semibold"/>
              </a:rPr>
              <a:t>Description</a:t>
            </a:r>
            <a:endParaRPr sz="2150" dirty="0">
              <a:latin typeface="Segoe UI Semibold"/>
              <a:cs typeface="Segoe UI Semibold"/>
            </a:endParaRPr>
          </a:p>
          <a:p>
            <a:pPr marL="1579245" marR="8255">
              <a:lnSpc>
                <a:spcPct val="127899"/>
              </a:lnSpc>
              <a:spcBef>
                <a:spcPts val="1125"/>
              </a:spcBef>
            </a:pPr>
            <a:r>
              <a:rPr sz="2150" spc="70" dirty="0">
                <a:latin typeface="Segoe UI Semibold"/>
                <a:cs typeface="Segoe UI Semibold"/>
              </a:rPr>
              <a:t>Example:</a:t>
            </a:r>
            <a:r>
              <a:rPr sz="2150" spc="365" dirty="0">
                <a:latin typeface="Segoe UI Semibold"/>
                <a:cs typeface="Segoe UI Semibold"/>
              </a:rPr>
              <a:t> </a:t>
            </a:r>
            <a:r>
              <a:rPr sz="2150" spc="60" dirty="0">
                <a:latin typeface="Segoe UI"/>
                <a:cs typeface="Segoe UI"/>
              </a:rPr>
              <a:t>"Developing</a:t>
            </a:r>
            <a:r>
              <a:rPr sz="2150" spc="370" dirty="0">
                <a:latin typeface="Segoe UI"/>
                <a:cs typeface="Segoe UI"/>
              </a:rPr>
              <a:t> </a:t>
            </a:r>
            <a:r>
              <a:rPr sz="2150" dirty="0">
                <a:latin typeface="Segoe UI"/>
                <a:cs typeface="Segoe UI"/>
              </a:rPr>
              <a:t>a</a:t>
            </a:r>
            <a:r>
              <a:rPr sz="2150" spc="395" dirty="0">
                <a:latin typeface="Segoe UI"/>
                <a:cs typeface="Segoe UI"/>
              </a:rPr>
              <a:t> </a:t>
            </a:r>
            <a:r>
              <a:rPr sz="2150" spc="65" dirty="0">
                <a:latin typeface="Segoe UI"/>
                <a:cs typeface="Segoe UI"/>
              </a:rPr>
              <a:t>Mobile</a:t>
            </a:r>
            <a:r>
              <a:rPr sz="2150" spc="365" dirty="0">
                <a:latin typeface="Segoe UI"/>
                <a:cs typeface="Segoe UI"/>
              </a:rPr>
              <a:t> </a:t>
            </a:r>
            <a:r>
              <a:rPr sz="2150" spc="60" dirty="0">
                <a:latin typeface="Segoe UI"/>
                <a:cs typeface="Segoe UI"/>
              </a:rPr>
              <a:t>Banking</a:t>
            </a:r>
            <a:r>
              <a:rPr sz="2150" spc="370" dirty="0">
                <a:latin typeface="Segoe UI"/>
                <a:cs typeface="Segoe UI"/>
              </a:rPr>
              <a:t> </a:t>
            </a:r>
            <a:r>
              <a:rPr sz="2150" spc="70" dirty="0">
                <a:latin typeface="Segoe UI"/>
                <a:cs typeface="Segoe UI"/>
              </a:rPr>
              <a:t>Application"</a:t>
            </a:r>
            <a:r>
              <a:rPr sz="2150" spc="350" dirty="0">
                <a:latin typeface="Segoe UI"/>
                <a:cs typeface="Segoe UI"/>
              </a:rPr>
              <a:t> </a:t>
            </a:r>
            <a:r>
              <a:rPr sz="2150" dirty="0">
                <a:latin typeface="Segoe UI"/>
                <a:cs typeface="Segoe UI"/>
              </a:rPr>
              <a:t>–</a:t>
            </a:r>
            <a:r>
              <a:rPr sz="2150" spc="415" dirty="0">
                <a:latin typeface="Segoe UI"/>
                <a:cs typeface="Segoe UI"/>
              </a:rPr>
              <a:t> </a:t>
            </a:r>
            <a:r>
              <a:rPr sz="2150" dirty="0">
                <a:latin typeface="Segoe UI"/>
                <a:cs typeface="Segoe UI"/>
              </a:rPr>
              <a:t>A</a:t>
            </a:r>
            <a:r>
              <a:rPr sz="2150" spc="400" dirty="0">
                <a:latin typeface="Segoe UI"/>
                <a:cs typeface="Segoe UI"/>
              </a:rPr>
              <a:t> </a:t>
            </a:r>
            <a:r>
              <a:rPr sz="2150" spc="55" dirty="0">
                <a:latin typeface="Segoe UI"/>
                <a:cs typeface="Segoe UI"/>
              </a:rPr>
              <a:t>brief</a:t>
            </a:r>
            <a:r>
              <a:rPr sz="2150" spc="370" dirty="0">
                <a:latin typeface="Segoe UI"/>
                <a:cs typeface="Segoe UI"/>
              </a:rPr>
              <a:t> </a:t>
            </a:r>
            <a:r>
              <a:rPr sz="2150" spc="55" dirty="0">
                <a:latin typeface="Segoe UI"/>
                <a:cs typeface="Segoe UI"/>
              </a:rPr>
              <a:t>overview </a:t>
            </a:r>
            <a:r>
              <a:rPr sz="2150" spc="60" dirty="0">
                <a:latin typeface="Segoe UI"/>
                <a:cs typeface="Segoe UI"/>
              </a:rPr>
              <a:t>outlining</a:t>
            </a:r>
            <a:r>
              <a:rPr sz="2150" spc="155" dirty="0">
                <a:latin typeface="Segoe UI"/>
                <a:cs typeface="Segoe UI"/>
              </a:rPr>
              <a:t> </a:t>
            </a:r>
            <a:r>
              <a:rPr sz="2150" spc="50" dirty="0">
                <a:latin typeface="Segoe UI"/>
                <a:cs typeface="Segoe UI"/>
              </a:rPr>
              <a:t>the</a:t>
            </a:r>
            <a:r>
              <a:rPr sz="2150" spc="155" dirty="0">
                <a:latin typeface="Segoe UI"/>
                <a:cs typeface="Segoe UI"/>
              </a:rPr>
              <a:t> </a:t>
            </a:r>
            <a:r>
              <a:rPr sz="2150" spc="65" dirty="0">
                <a:latin typeface="Segoe UI"/>
                <a:cs typeface="Segoe UI"/>
              </a:rPr>
              <a:t>project's</a:t>
            </a:r>
            <a:r>
              <a:rPr sz="2150" spc="150" dirty="0">
                <a:latin typeface="Segoe UI"/>
                <a:cs typeface="Segoe UI"/>
              </a:rPr>
              <a:t> </a:t>
            </a:r>
            <a:r>
              <a:rPr sz="2150" spc="60" dirty="0">
                <a:latin typeface="Segoe UI"/>
                <a:cs typeface="Segoe UI"/>
              </a:rPr>
              <a:t>purpose</a:t>
            </a:r>
            <a:r>
              <a:rPr sz="2150" spc="155" dirty="0">
                <a:latin typeface="Segoe UI"/>
                <a:cs typeface="Segoe UI"/>
              </a:rPr>
              <a:t> </a:t>
            </a:r>
            <a:r>
              <a:rPr sz="2150" spc="50" dirty="0">
                <a:latin typeface="Segoe UI"/>
                <a:cs typeface="Segoe UI"/>
              </a:rPr>
              <a:t>and</a:t>
            </a:r>
            <a:r>
              <a:rPr sz="2150" spc="165" dirty="0">
                <a:latin typeface="Segoe UI"/>
                <a:cs typeface="Segoe UI"/>
              </a:rPr>
              <a:t> </a:t>
            </a:r>
            <a:r>
              <a:rPr sz="2150" spc="55" dirty="0">
                <a:latin typeface="Segoe UI"/>
                <a:cs typeface="Segoe UI"/>
              </a:rPr>
              <a:t>objectives.</a:t>
            </a:r>
            <a:endParaRPr sz="2150" dirty="0">
              <a:latin typeface="Segoe UI"/>
              <a:cs typeface="Segoe UI"/>
            </a:endParaRPr>
          </a:p>
          <a:p>
            <a:pPr marL="1025525" indent="-313055">
              <a:lnSpc>
                <a:spcPct val="100000"/>
              </a:lnSpc>
              <a:spcBef>
                <a:spcPts val="1845"/>
              </a:spcBef>
              <a:buFont typeface="Segoe UI"/>
              <a:buAutoNum type="arabicPeriod" startAt="2"/>
              <a:tabLst>
                <a:tab pos="1025525" algn="l"/>
              </a:tabLst>
            </a:pPr>
            <a:r>
              <a:rPr sz="2150" spc="70" dirty="0">
                <a:latin typeface="Segoe UI Semibold"/>
                <a:cs typeface="Segoe UI Semibold"/>
              </a:rPr>
              <a:t>Project</a:t>
            </a:r>
            <a:r>
              <a:rPr sz="2150" spc="120" dirty="0">
                <a:latin typeface="Segoe UI Semibold"/>
                <a:cs typeface="Segoe UI Semibold"/>
              </a:rPr>
              <a:t> </a:t>
            </a:r>
            <a:r>
              <a:rPr sz="2150" spc="60" dirty="0">
                <a:latin typeface="Segoe UI Semibold"/>
                <a:cs typeface="Segoe UI Semibold"/>
              </a:rPr>
              <a:t>Objectives</a:t>
            </a:r>
            <a:endParaRPr sz="2150" dirty="0">
              <a:latin typeface="Segoe UI Semibold"/>
              <a:cs typeface="Segoe UI Semibold"/>
            </a:endParaRPr>
          </a:p>
          <a:p>
            <a:pPr marL="1579245" marR="11430">
              <a:lnSpc>
                <a:spcPct val="125000"/>
              </a:lnSpc>
              <a:spcBef>
                <a:spcPts val="1275"/>
              </a:spcBef>
              <a:tabLst>
                <a:tab pos="2720340" algn="l"/>
                <a:tab pos="4385945" algn="l"/>
                <a:tab pos="5632450" algn="l"/>
                <a:tab pos="7392670" algn="l"/>
                <a:tab pos="9058275" algn="l"/>
                <a:tab pos="10418445" algn="l"/>
              </a:tabLst>
            </a:pPr>
            <a:r>
              <a:rPr sz="2150" spc="40" dirty="0">
                <a:latin typeface="Segoe UI Semibold"/>
                <a:cs typeface="Segoe UI Semibold"/>
              </a:rPr>
              <a:t>SMART</a:t>
            </a:r>
            <a:r>
              <a:rPr sz="2150" dirty="0">
                <a:latin typeface="Segoe UI Semibold"/>
                <a:cs typeface="Segoe UI Semibold"/>
              </a:rPr>
              <a:t>	</a:t>
            </a:r>
            <a:r>
              <a:rPr sz="2150" spc="65" dirty="0">
                <a:latin typeface="Segoe UI Semibold"/>
                <a:cs typeface="Segoe UI Semibold"/>
              </a:rPr>
              <a:t>Objectives:</a:t>
            </a:r>
            <a:r>
              <a:rPr sz="2150" dirty="0">
                <a:latin typeface="Segoe UI Semibold"/>
                <a:cs typeface="Segoe UI Semibold"/>
              </a:rPr>
              <a:t>	</a:t>
            </a:r>
            <a:r>
              <a:rPr sz="2150" spc="45" dirty="0">
                <a:latin typeface="Segoe UI"/>
                <a:cs typeface="Segoe UI"/>
              </a:rPr>
              <a:t>Specific,</a:t>
            </a:r>
            <a:r>
              <a:rPr sz="2150" dirty="0">
                <a:latin typeface="Segoe UI"/>
                <a:cs typeface="Segoe UI"/>
              </a:rPr>
              <a:t>	</a:t>
            </a:r>
            <a:r>
              <a:rPr sz="2150" spc="55" dirty="0">
                <a:latin typeface="Segoe UI"/>
                <a:cs typeface="Segoe UI"/>
              </a:rPr>
              <a:t>Measurable,</a:t>
            </a:r>
            <a:r>
              <a:rPr sz="2150" dirty="0">
                <a:latin typeface="Segoe UI"/>
                <a:cs typeface="Segoe UI"/>
              </a:rPr>
              <a:t>	</a:t>
            </a:r>
            <a:r>
              <a:rPr sz="2150" spc="55" dirty="0">
                <a:latin typeface="Segoe UI"/>
                <a:cs typeface="Segoe UI"/>
              </a:rPr>
              <a:t>Achievable,</a:t>
            </a:r>
            <a:r>
              <a:rPr sz="2150" dirty="0">
                <a:latin typeface="Segoe UI"/>
                <a:cs typeface="Segoe UI"/>
              </a:rPr>
              <a:t>	</a:t>
            </a:r>
            <a:r>
              <a:rPr sz="2150" spc="45" dirty="0">
                <a:latin typeface="Segoe UI"/>
                <a:cs typeface="Segoe UI"/>
              </a:rPr>
              <a:t>Relevant,</a:t>
            </a:r>
            <a:r>
              <a:rPr sz="2150" dirty="0">
                <a:latin typeface="Segoe UI"/>
                <a:cs typeface="Segoe UI"/>
              </a:rPr>
              <a:t>	</a:t>
            </a:r>
            <a:r>
              <a:rPr sz="2150" spc="50" dirty="0">
                <a:latin typeface="Segoe UI"/>
                <a:cs typeface="Segoe UI"/>
              </a:rPr>
              <a:t>Time- </a:t>
            </a:r>
            <a:r>
              <a:rPr sz="2150" spc="45" dirty="0">
                <a:latin typeface="Segoe UI"/>
                <a:cs typeface="Segoe UI"/>
              </a:rPr>
              <a:t>bound.</a:t>
            </a:r>
            <a:endParaRPr sz="2150" dirty="0">
              <a:latin typeface="Segoe UI"/>
              <a:cs typeface="Segoe UI"/>
            </a:endParaRPr>
          </a:p>
          <a:p>
            <a:pPr marL="1579245" marR="6985">
              <a:lnSpc>
                <a:spcPct val="125000"/>
              </a:lnSpc>
              <a:spcBef>
                <a:spcPts val="600"/>
              </a:spcBef>
              <a:tabLst>
                <a:tab pos="2979420" algn="l"/>
                <a:tab pos="4360545" algn="l"/>
                <a:tab pos="5103495" algn="l"/>
                <a:tab pos="6932295" algn="l"/>
                <a:tab pos="7446645" algn="l"/>
                <a:tab pos="8208645" algn="l"/>
                <a:tab pos="9199245" algn="l"/>
                <a:tab pos="9732645" algn="l"/>
                <a:tab pos="10904220" algn="l"/>
              </a:tabLst>
            </a:pPr>
            <a:r>
              <a:rPr sz="2150" spc="60" dirty="0">
                <a:latin typeface="Segoe UI Semibold"/>
                <a:cs typeface="Segoe UI Semibold"/>
              </a:rPr>
              <a:t>Example:</a:t>
            </a:r>
            <a:r>
              <a:rPr sz="2150" dirty="0">
                <a:latin typeface="Segoe UI Semibold"/>
                <a:cs typeface="Segoe UI Semibold"/>
              </a:rPr>
              <a:t>	</a:t>
            </a:r>
            <a:r>
              <a:rPr sz="2150" spc="50" dirty="0">
                <a:latin typeface="Segoe UI"/>
                <a:cs typeface="Segoe UI"/>
              </a:rPr>
              <a:t>"Increase</a:t>
            </a:r>
            <a:r>
              <a:rPr sz="2150" dirty="0">
                <a:latin typeface="Segoe UI"/>
                <a:cs typeface="Segoe UI"/>
              </a:rPr>
              <a:t>	</a:t>
            </a:r>
            <a:r>
              <a:rPr sz="2150" spc="-20" dirty="0">
                <a:latin typeface="Segoe UI"/>
                <a:cs typeface="Segoe UI"/>
              </a:rPr>
              <a:t>user</a:t>
            </a:r>
            <a:r>
              <a:rPr sz="2150" dirty="0">
                <a:latin typeface="Segoe UI"/>
                <a:cs typeface="Segoe UI"/>
              </a:rPr>
              <a:t>	</a:t>
            </a:r>
            <a:r>
              <a:rPr sz="2150" spc="55" dirty="0">
                <a:latin typeface="Segoe UI"/>
                <a:cs typeface="Segoe UI"/>
              </a:rPr>
              <a:t>engagement</a:t>
            </a:r>
            <a:r>
              <a:rPr sz="2150" dirty="0">
                <a:latin typeface="Segoe UI"/>
                <a:cs typeface="Segoe UI"/>
              </a:rPr>
              <a:t>	</a:t>
            </a:r>
            <a:r>
              <a:rPr sz="2150" spc="-25" dirty="0">
                <a:latin typeface="Segoe UI"/>
                <a:cs typeface="Segoe UI"/>
              </a:rPr>
              <a:t>by</a:t>
            </a:r>
            <a:r>
              <a:rPr sz="2150" dirty="0">
                <a:latin typeface="Segoe UI"/>
                <a:cs typeface="Segoe UI"/>
              </a:rPr>
              <a:t>	</a:t>
            </a:r>
            <a:r>
              <a:rPr sz="2150" spc="40" dirty="0">
                <a:latin typeface="Segoe UI"/>
                <a:cs typeface="Segoe UI"/>
              </a:rPr>
              <a:t>20%</a:t>
            </a:r>
            <a:r>
              <a:rPr sz="2150" dirty="0">
                <a:latin typeface="Segoe UI"/>
                <a:cs typeface="Segoe UI"/>
              </a:rPr>
              <a:t>	</a:t>
            </a:r>
            <a:r>
              <a:rPr sz="2150" spc="50" dirty="0">
                <a:latin typeface="Segoe UI"/>
                <a:cs typeface="Segoe UI"/>
              </a:rPr>
              <a:t>within</a:t>
            </a:r>
            <a:r>
              <a:rPr sz="2150" dirty="0">
                <a:latin typeface="Segoe UI"/>
                <a:cs typeface="Segoe UI"/>
              </a:rPr>
              <a:t>	</a:t>
            </a:r>
            <a:r>
              <a:rPr sz="2150" spc="-25" dirty="0">
                <a:latin typeface="Segoe UI"/>
                <a:cs typeface="Segoe UI"/>
              </a:rPr>
              <a:t>six</a:t>
            </a:r>
            <a:r>
              <a:rPr sz="2150" dirty="0">
                <a:latin typeface="Segoe UI"/>
                <a:cs typeface="Segoe UI"/>
              </a:rPr>
              <a:t>	</a:t>
            </a:r>
            <a:r>
              <a:rPr sz="2150" spc="50" dirty="0">
                <a:latin typeface="Segoe UI"/>
                <a:cs typeface="Segoe UI"/>
              </a:rPr>
              <a:t>months</a:t>
            </a:r>
            <a:r>
              <a:rPr sz="2150" dirty="0">
                <a:latin typeface="Segoe UI"/>
                <a:cs typeface="Segoe UI"/>
              </a:rPr>
              <a:t>	</a:t>
            </a:r>
            <a:r>
              <a:rPr sz="2150" spc="-25" dirty="0">
                <a:latin typeface="Segoe UI"/>
                <a:cs typeface="Segoe UI"/>
              </a:rPr>
              <a:t>of </a:t>
            </a:r>
            <a:r>
              <a:rPr sz="2150" spc="40" dirty="0">
                <a:latin typeface="Segoe UI"/>
                <a:cs typeface="Segoe UI"/>
              </a:rPr>
              <a:t>launch."</a:t>
            </a:r>
            <a:endParaRPr sz="2150" dirty="0">
              <a:latin typeface="Segoe UI"/>
              <a:cs typeface="Segoe UI"/>
            </a:endParaRPr>
          </a:p>
          <a:p>
            <a:pPr marL="1025525" indent="-313055">
              <a:lnSpc>
                <a:spcPct val="100000"/>
              </a:lnSpc>
              <a:spcBef>
                <a:spcPts val="1920"/>
              </a:spcBef>
              <a:buFont typeface="Segoe UI"/>
              <a:buAutoNum type="arabicPeriod" startAt="3"/>
              <a:tabLst>
                <a:tab pos="1025525" algn="l"/>
              </a:tabLst>
            </a:pPr>
            <a:r>
              <a:rPr sz="2150" spc="55" dirty="0">
                <a:latin typeface="Segoe UI Semibold"/>
                <a:cs typeface="Segoe UI Semibold"/>
              </a:rPr>
              <a:t>Scope</a:t>
            </a:r>
            <a:r>
              <a:rPr sz="2150" spc="145" dirty="0">
                <a:latin typeface="Segoe UI Semibold"/>
                <a:cs typeface="Segoe UI Semibold"/>
              </a:rPr>
              <a:t> </a:t>
            </a:r>
            <a:r>
              <a:rPr sz="2150" spc="40" dirty="0">
                <a:latin typeface="Segoe UI Semibold"/>
                <a:cs typeface="Segoe UI Semibold"/>
              </a:rPr>
              <a:t>Statement</a:t>
            </a:r>
            <a:endParaRPr sz="2150" dirty="0">
              <a:latin typeface="Segoe UI Semibold"/>
              <a:cs typeface="Segoe UI Semibold"/>
            </a:endParaRPr>
          </a:p>
          <a:p>
            <a:pPr marL="1579245">
              <a:lnSpc>
                <a:spcPct val="100000"/>
              </a:lnSpc>
              <a:spcBef>
                <a:spcPts val="1845"/>
              </a:spcBef>
            </a:pPr>
            <a:r>
              <a:rPr sz="2150" spc="55" dirty="0">
                <a:latin typeface="Segoe UI"/>
                <a:cs typeface="Segoe UI"/>
              </a:rPr>
              <a:t>Defines</a:t>
            </a:r>
            <a:r>
              <a:rPr sz="2150" spc="165" dirty="0">
                <a:latin typeface="Segoe UI"/>
                <a:cs typeface="Segoe UI"/>
              </a:rPr>
              <a:t> </a:t>
            </a:r>
            <a:r>
              <a:rPr sz="2150" spc="60" dirty="0">
                <a:latin typeface="Segoe UI"/>
                <a:cs typeface="Segoe UI"/>
              </a:rPr>
              <a:t>what</a:t>
            </a:r>
            <a:r>
              <a:rPr sz="2150" spc="195" dirty="0">
                <a:latin typeface="Segoe UI"/>
                <a:cs typeface="Segoe UI"/>
              </a:rPr>
              <a:t> </a:t>
            </a:r>
            <a:r>
              <a:rPr sz="2150" dirty="0">
                <a:latin typeface="Segoe UI"/>
                <a:cs typeface="Segoe UI"/>
              </a:rPr>
              <a:t>is</a:t>
            </a:r>
            <a:r>
              <a:rPr sz="2150" spc="165" dirty="0">
                <a:latin typeface="Segoe UI"/>
                <a:cs typeface="Segoe UI"/>
              </a:rPr>
              <a:t> </a:t>
            </a:r>
            <a:r>
              <a:rPr sz="2150" spc="55" dirty="0">
                <a:latin typeface="Segoe UI"/>
                <a:cs typeface="Segoe UI"/>
              </a:rPr>
              <a:t>included</a:t>
            </a:r>
            <a:r>
              <a:rPr sz="2150" spc="185" dirty="0">
                <a:latin typeface="Segoe UI"/>
                <a:cs typeface="Segoe UI"/>
              </a:rPr>
              <a:t> </a:t>
            </a:r>
            <a:r>
              <a:rPr sz="2150" spc="50" dirty="0">
                <a:latin typeface="Segoe UI"/>
                <a:cs typeface="Segoe UI"/>
              </a:rPr>
              <a:t>and</a:t>
            </a:r>
            <a:r>
              <a:rPr sz="2150" spc="180" dirty="0">
                <a:latin typeface="Segoe UI"/>
                <a:cs typeface="Segoe UI"/>
              </a:rPr>
              <a:t> </a:t>
            </a:r>
            <a:r>
              <a:rPr sz="2150" spc="55" dirty="0">
                <a:latin typeface="Segoe UI"/>
                <a:cs typeface="Segoe UI"/>
              </a:rPr>
              <a:t>excluded</a:t>
            </a:r>
            <a:r>
              <a:rPr sz="2150" spc="185" dirty="0">
                <a:latin typeface="Segoe UI"/>
                <a:cs typeface="Segoe UI"/>
              </a:rPr>
              <a:t> </a:t>
            </a:r>
            <a:r>
              <a:rPr sz="2150" dirty="0">
                <a:latin typeface="Segoe UI"/>
                <a:cs typeface="Segoe UI"/>
              </a:rPr>
              <a:t>in</a:t>
            </a:r>
            <a:r>
              <a:rPr sz="2150" spc="155" dirty="0">
                <a:latin typeface="Segoe UI"/>
                <a:cs typeface="Segoe UI"/>
              </a:rPr>
              <a:t> </a:t>
            </a:r>
            <a:r>
              <a:rPr sz="2150" spc="50" dirty="0">
                <a:latin typeface="Segoe UI"/>
                <a:cs typeface="Segoe UI"/>
              </a:rPr>
              <a:t>the</a:t>
            </a:r>
            <a:r>
              <a:rPr sz="2150" spc="175" dirty="0">
                <a:latin typeface="Segoe UI"/>
                <a:cs typeface="Segoe UI"/>
              </a:rPr>
              <a:t> </a:t>
            </a:r>
            <a:r>
              <a:rPr sz="2150" spc="50" dirty="0">
                <a:latin typeface="Segoe UI"/>
                <a:cs typeface="Segoe UI"/>
              </a:rPr>
              <a:t>project.</a:t>
            </a:r>
            <a:endParaRPr sz="2150" dirty="0">
              <a:latin typeface="Segoe UI"/>
              <a:cs typeface="Segoe UI"/>
            </a:endParaRPr>
          </a:p>
          <a:p>
            <a:pPr marL="1579245">
              <a:lnSpc>
                <a:spcPct val="100000"/>
              </a:lnSpc>
              <a:spcBef>
                <a:spcPts val="1245"/>
              </a:spcBef>
              <a:tabLst>
                <a:tab pos="2962910" algn="l"/>
                <a:tab pos="4326890" algn="l"/>
                <a:tab pos="6215380" algn="l"/>
                <a:tab pos="6665595" algn="l"/>
                <a:tab pos="7296784" algn="l"/>
                <a:tab pos="7965440" algn="l"/>
                <a:tab pos="9196705" algn="l"/>
                <a:tab pos="10066020" algn="l"/>
              </a:tabLst>
            </a:pPr>
            <a:r>
              <a:rPr sz="2150" spc="60" dirty="0">
                <a:latin typeface="Segoe UI Semibold"/>
                <a:cs typeface="Segoe UI Semibold"/>
              </a:rPr>
              <a:t>Example:</a:t>
            </a:r>
            <a:r>
              <a:rPr sz="2150" dirty="0">
                <a:latin typeface="Segoe UI Semibold"/>
                <a:cs typeface="Segoe UI Semibold"/>
              </a:rPr>
              <a:t>	</a:t>
            </a:r>
            <a:r>
              <a:rPr sz="2150" spc="45" dirty="0">
                <a:latin typeface="Segoe UI"/>
                <a:cs typeface="Segoe UI"/>
              </a:rPr>
              <a:t>"Includes</a:t>
            </a:r>
            <a:r>
              <a:rPr sz="2150" dirty="0">
                <a:latin typeface="Segoe UI"/>
                <a:cs typeface="Segoe UI"/>
              </a:rPr>
              <a:t>	</a:t>
            </a:r>
            <a:r>
              <a:rPr sz="2150" spc="55" dirty="0">
                <a:latin typeface="Segoe UI"/>
                <a:cs typeface="Segoe UI"/>
              </a:rPr>
              <a:t>development</a:t>
            </a:r>
            <a:r>
              <a:rPr sz="2150" dirty="0">
                <a:latin typeface="Segoe UI"/>
                <a:cs typeface="Segoe UI"/>
              </a:rPr>
              <a:t>	</a:t>
            </a:r>
            <a:r>
              <a:rPr sz="2150" spc="-25" dirty="0">
                <a:latin typeface="Segoe UI"/>
                <a:cs typeface="Segoe UI"/>
              </a:rPr>
              <a:t>of</a:t>
            </a:r>
            <a:r>
              <a:rPr sz="2150" dirty="0">
                <a:latin typeface="Segoe UI"/>
                <a:cs typeface="Segoe UI"/>
              </a:rPr>
              <a:t>	</a:t>
            </a:r>
            <a:r>
              <a:rPr sz="2150" spc="30" dirty="0">
                <a:latin typeface="Segoe UI"/>
                <a:cs typeface="Segoe UI"/>
              </a:rPr>
              <a:t>iOS</a:t>
            </a:r>
            <a:r>
              <a:rPr sz="2150" dirty="0">
                <a:latin typeface="Segoe UI"/>
                <a:cs typeface="Segoe UI"/>
              </a:rPr>
              <a:t>	</a:t>
            </a:r>
            <a:r>
              <a:rPr sz="2150" spc="25" dirty="0">
                <a:latin typeface="Segoe UI"/>
                <a:cs typeface="Segoe UI"/>
              </a:rPr>
              <a:t>and</a:t>
            </a:r>
            <a:r>
              <a:rPr sz="2150" dirty="0">
                <a:latin typeface="Segoe UI"/>
                <a:cs typeface="Segoe UI"/>
              </a:rPr>
              <a:t>	</a:t>
            </a:r>
            <a:r>
              <a:rPr sz="2150" spc="55" dirty="0">
                <a:latin typeface="Segoe UI"/>
                <a:cs typeface="Segoe UI"/>
              </a:rPr>
              <a:t>Android</a:t>
            </a:r>
            <a:r>
              <a:rPr sz="2150" dirty="0">
                <a:latin typeface="Segoe UI"/>
                <a:cs typeface="Segoe UI"/>
              </a:rPr>
              <a:t>	</a:t>
            </a:r>
            <a:r>
              <a:rPr sz="2150" spc="50" dirty="0">
                <a:latin typeface="Segoe UI"/>
                <a:cs typeface="Segoe UI"/>
              </a:rPr>
              <a:t>apps;</a:t>
            </a:r>
            <a:r>
              <a:rPr sz="2150" dirty="0">
                <a:latin typeface="Segoe UI"/>
                <a:cs typeface="Segoe UI"/>
              </a:rPr>
              <a:t>	</a:t>
            </a:r>
            <a:r>
              <a:rPr sz="2150" spc="45" dirty="0" smtClean="0">
                <a:latin typeface="Segoe UI"/>
                <a:cs typeface="Segoe UI"/>
              </a:rPr>
              <a:t>excludes</a:t>
            </a:r>
            <a:endParaRPr lang="en-US" sz="2150" dirty="0">
              <a:latin typeface="Segoe UI"/>
              <a:cs typeface="Segoe UI"/>
            </a:endParaRPr>
          </a:p>
          <a:p>
            <a:pPr marL="1579245">
              <a:lnSpc>
                <a:spcPct val="100000"/>
              </a:lnSpc>
              <a:spcBef>
                <a:spcPts val="1245"/>
              </a:spcBef>
              <a:tabLst>
                <a:tab pos="2962910" algn="l"/>
                <a:tab pos="4326890" algn="l"/>
                <a:tab pos="6215380" algn="l"/>
                <a:tab pos="6665595" algn="l"/>
                <a:tab pos="7296784" algn="l"/>
                <a:tab pos="7965440" algn="l"/>
                <a:tab pos="9196705" algn="l"/>
                <a:tab pos="10066020" algn="l"/>
              </a:tabLst>
            </a:pPr>
            <a:r>
              <a:rPr lang="en-US" sz="2150" spc="97" baseline="2057" dirty="0" smtClean="0">
                <a:solidFill>
                  <a:srgbClr val="666666"/>
                </a:solidFill>
                <a:latin typeface="Segoe UI"/>
                <a:cs typeface="Segoe UI"/>
              </a:rPr>
              <a:t>BACKGROUND</a:t>
            </a:r>
            <a:r>
              <a:rPr lang="en-US" sz="2025" spc="97" baseline="2057" dirty="0" smtClean="0">
                <a:solidFill>
                  <a:srgbClr val="666666"/>
                </a:solidFill>
                <a:latin typeface="Segoe UI"/>
                <a:cs typeface="Segoe UI"/>
              </a:rPr>
              <a:t> </a:t>
            </a:r>
            <a:r>
              <a:rPr sz="2025" spc="97" baseline="2057" dirty="0" smtClean="0">
                <a:solidFill>
                  <a:srgbClr val="666666"/>
                </a:solidFill>
                <a:latin typeface="Segoe UI"/>
                <a:cs typeface="Segoe UI"/>
              </a:rPr>
              <a:t> </a:t>
            </a:r>
            <a:r>
              <a:rPr sz="2150" spc="55" dirty="0">
                <a:latin typeface="Segoe UI"/>
                <a:cs typeface="Segoe UI"/>
              </a:rPr>
              <a:t>server</a:t>
            </a:r>
            <a:r>
              <a:rPr sz="2150" spc="220" dirty="0">
                <a:latin typeface="Segoe UI"/>
                <a:cs typeface="Segoe UI"/>
              </a:rPr>
              <a:t> </a:t>
            </a:r>
            <a:r>
              <a:rPr sz="2150" spc="50" dirty="0">
                <a:latin typeface="Segoe UI"/>
                <a:cs typeface="Segoe UI"/>
              </a:rPr>
              <a:t>infrastructure."</a:t>
            </a:r>
            <a:endParaRPr sz="2150" dirty="0">
              <a:latin typeface="Segoe UI"/>
              <a:cs typeface="Segoe UI"/>
            </a:endParaRPr>
          </a:p>
        </p:txBody>
      </p:sp>
      <p:sp>
        <p:nvSpPr>
          <p:cNvPr id="9" name="object 9"/>
          <p:cNvSpPr txBox="1"/>
          <p:nvPr/>
        </p:nvSpPr>
        <p:spPr>
          <a:xfrm>
            <a:off x="11760199" y="6340474"/>
            <a:ext cx="14922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777777"/>
                </a:solidFill>
                <a:latin typeface="Segoe UI"/>
                <a:cs typeface="Segoe UI"/>
              </a:rPr>
              <a:t>4</a:t>
            </a:r>
            <a:endParaRPr sz="1800">
              <a:latin typeface="Segoe UI"/>
              <a:cs typeface="Segoe U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5912" y="1671637"/>
            <a:ext cx="114299" cy="114299"/>
          </a:xfrm>
          <a:prstGeom prst="rect">
            <a:avLst/>
          </a:prstGeom>
        </p:spPr>
      </p:pic>
      <p:pic>
        <p:nvPicPr>
          <p:cNvPr id="3" name="object 3"/>
          <p:cNvPicPr/>
          <p:nvPr/>
        </p:nvPicPr>
        <p:blipFill>
          <a:blip r:embed="rId3" cstate="print"/>
          <a:stretch>
            <a:fillRect/>
          </a:stretch>
        </p:blipFill>
        <p:spPr>
          <a:xfrm>
            <a:off x="1585912" y="2157412"/>
            <a:ext cx="114299" cy="114299"/>
          </a:xfrm>
          <a:prstGeom prst="rect">
            <a:avLst/>
          </a:prstGeom>
        </p:spPr>
      </p:pic>
      <p:pic>
        <p:nvPicPr>
          <p:cNvPr id="4" name="object 4"/>
          <p:cNvPicPr/>
          <p:nvPr/>
        </p:nvPicPr>
        <p:blipFill>
          <a:blip r:embed="rId4" cstate="print"/>
          <a:stretch>
            <a:fillRect/>
          </a:stretch>
        </p:blipFill>
        <p:spPr>
          <a:xfrm>
            <a:off x="1585912" y="3290887"/>
            <a:ext cx="114299" cy="114299"/>
          </a:xfrm>
          <a:prstGeom prst="rect">
            <a:avLst/>
          </a:prstGeom>
        </p:spPr>
      </p:pic>
      <p:pic>
        <p:nvPicPr>
          <p:cNvPr id="5" name="object 5"/>
          <p:cNvPicPr/>
          <p:nvPr/>
        </p:nvPicPr>
        <p:blipFill>
          <a:blip r:embed="rId5" cstate="print"/>
          <a:stretch>
            <a:fillRect/>
          </a:stretch>
        </p:blipFill>
        <p:spPr>
          <a:xfrm>
            <a:off x="1585912" y="3776662"/>
            <a:ext cx="114299" cy="114299"/>
          </a:xfrm>
          <a:prstGeom prst="rect">
            <a:avLst/>
          </a:prstGeom>
        </p:spPr>
      </p:pic>
      <p:pic>
        <p:nvPicPr>
          <p:cNvPr id="6" name="object 6"/>
          <p:cNvPicPr/>
          <p:nvPr/>
        </p:nvPicPr>
        <p:blipFill>
          <a:blip r:embed="rId2" cstate="print"/>
          <a:stretch>
            <a:fillRect/>
          </a:stretch>
        </p:blipFill>
        <p:spPr>
          <a:xfrm>
            <a:off x="1585912" y="5319712"/>
            <a:ext cx="114299" cy="114299"/>
          </a:xfrm>
          <a:prstGeom prst="rect">
            <a:avLst/>
          </a:prstGeom>
        </p:spPr>
      </p:pic>
      <p:pic>
        <p:nvPicPr>
          <p:cNvPr id="7" name="object 7"/>
          <p:cNvPicPr/>
          <p:nvPr/>
        </p:nvPicPr>
        <p:blipFill>
          <a:blip r:embed="rId6" cstate="print"/>
          <a:stretch>
            <a:fillRect/>
          </a:stretch>
        </p:blipFill>
        <p:spPr>
          <a:xfrm>
            <a:off x="1585912" y="5805487"/>
            <a:ext cx="114299" cy="114299"/>
          </a:xfrm>
          <a:prstGeom prst="rect">
            <a:avLst/>
          </a:prstGeom>
        </p:spPr>
      </p:pic>
      <p:sp>
        <p:nvSpPr>
          <p:cNvPr id="8" name="object 8"/>
          <p:cNvSpPr txBox="1"/>
          <p:nvPr/>
        </p:nvSpPr>
        <p:spPr>
          <a:xfrm>
            <a:off x="973137" y="977900"/>
            <a:ext cx="10477500" cy="5052695"/>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startAt="4"/>
              <a:tabLst>
                <a:tab pos="325755" algn="l"/>
              </a:tabLst>
            </a:pPr>
            <a:r>
              <a:rPr sz="2150" spc="50" dirty="0">
                <a:latin typeface="Segoe UI Semibold"/>
                <a:cs typeface="Segoe UI Semibold"/>
              </a:rPr>
              <a:t>Stakeholders</a:t>
            </a:r>
            <a:r>
              <a:rPr sz="2150" spc="190" dirty="0">
                <a:latin typeface="Segoe UI Semibold"/>
                <a:cs typeface="Segoe UI Semibold"/>
              </a:rPr>
              <a:t> </a:t>
            </a:r>
            <a:r>
              <a:rPr sz="2150" spc="55" dirty="0">
                <a:latin typeface="Segoe UI Semibold"/>
                <a:cs typeface="Segoe UI Semibold"/>
              </a:rPr>
              <a:t>Identification</a:t>
            </a:r>
            <a:endParaRPr sz="2150" dirty="0">
              <a:latin typeface="Segoe UI Semibold"/>
              <a:cs typeface="Segoe UI Semibold"/>
            </a:endParaRPr>
          </a:p>
          <a:p>
            <a:pPr marL="878840">
              <a:lnSpc>
                <a:spcPct val="100000"/>
              </a:lnSpc>
              <a:spcBef>
                <a:spcPts val="1845"/>
              </a:spcBef>
            </a:pPr>
            <a:r>
              <a:rPr sz="2150" spc="65" dirty="0">
                <a:latin typeface="Segoe UI"/>
                <a:cs typeface="Segoe UI"/>
              </a:rPr>
              <a:t>Lists</a:t>
            </a:r>
            <a:r>
              <a:rPr sz="2150" spc="155" dirty="0">
                <a:latin typeface="Segoe UI"/>
                <a:cs typeface="Segoe UI"/>
              </a:rPr>
              <a:t> </a:t>
            </a:r>
            <a:r>
              <a:rPr sz="2150" spc="50" dirty="0">
                <a:latin typeface="Segoe UI"/>
                <a:cs typeface="Segoe UI"/>
              </a:rPr>
              <a:t>all</a:t>
            </a:r>
            <a:r>
              <a:rPr sz="2150" spc="185" dirty="0">
                <a:latin typeface="Segoe UI"/>
                <a:cs typeface="Segoe UI"/>
              </a:rPr>
              <a:t> </a:t>
            </a:r>
            <a:r>
              <a:rPr sz="2150" spc="65" dirty="0">
                <a:latin typeface="Segoe UI"/>
                <a:cs typeface="Segoe UI"/>
              </a:rPr>
              <a:t>parties</a:t>
            </a:r>
            <a:r>
              <a:rPr sz="2150" spc="165" dirty="0">
                <a:latin typeface="Segoe UI"/>
                <a:cs typeface="Segoe UI"/>
              </a:rPr>
              <a:t> </a:t>
            </a:r>
            <a:r>
              <a:rPr sz="2150" spc="65" dirty="0">
                <a:latin typeface="Segoe UI"/>
                <a:cs typeface="Segoe UI"/>
              </a:rPr>
              <a:t>involved</a:t>
            </a:r>
            <a:r>
              <a:rPr sz="2150" spc="185" dirty="0">
                <a:latin typeface="Segoe UI"/>
                <a:cs typeface="Segoe UI"/>
              </a:rPr>
              <a:t> </a:t>
            </a:r>
            <a:r>
              <a:rPr sz="2150" dirty="0">
                <a:latin typeface="Segoe UI"/>
                <a:cs typeface="Segoe UI"/>
              </a:rPr>
              <a:t>or</a:t>
            </a:r>
            <a:r>
              <a:rPr sz="2150" spc="180" dirty="0">
                <a:latin typeface="Segoe UI"/>
                <a:cs typeface="Segoe UI"/>
              </a:rPr>
              <a:t> </a:t>
            </a:r>
            <a:r>
              <a:rPr sz="2150" spc="65" dirty="0">
                <a:latin typeface="Segoe UI"/>
                <a:cs typeface="Segoe UI"/>
              </a:rPr>
              <a:t>affected</a:t>
            </a:r>
            <a:r>
              <a:rPr sz="2150" spc="185" dirty="0">
                <a:latin typeface="Segoe UI"/>
                <a:cs typeface="Segoe UI"/>
              </a:rPr>
              <a:t> </a:t>
            </a:r>
            <a:r>
              <a:rPr sz="2150" dirty="0">
                <a:latin typeface="Segoe UI"/>
                <a:cs typeface="Segoe UI"/>
              </a:rPr>
              <a:t>by</a:t>
            </a:r>
            <a:r>
              <a:rPr sz="2150" spc="185" dirty="0">
                <a:latin typeface="Segoe UI"/>
                <a:cs typeface="Segoe UI"/>
              </a:rPr>
              <a:t> </a:t>
            </a:r>
            <a:r>
              <a:rPr sz="2150" spc="50" dirty="0">
                <a:latin typeface="Segoe UI"/>
                <a:cs typeface="Segoe UI"/>
              </a:rPr>
              <a:t>the</a:t>
            </a:r>
            <a:r>
              <a:rPr sz="2150" spc="175" dirty="0">
                <a:latin typeface="Segoe UI"/>
                <a:cs typeface="Segoe UI"/>
              </a:rPr>
              <a:t> </a:t>
            </a:r>
            <a:r>
              <a:rPr sz="2150" spc="50" dirty="0">
                <a:latin typeface="Segoe UI"/>
                <a:cs typeface="Segoe UI"/>
              </a:rPr>
              <a:t>project.</a:t>
            </a:r>
            <a:endParaRPr sz="2150" dirty="0">
              <a:latin typeface="Segoe UI"/>
              <a:cs typeface="Segoe UI"/>
            </a:endParaRPr>
          </a:p>
          <a:p>
            <a:pPr marL="878840">
              <a:lnSpc>
                <a:spcPct val="100000"/>
              </a:lnSpc>
              <a:spcBef>
                <a:spcPts val="1245"/>
              </a:spcBef>
            </a:pPr>
            <a:r>
              <a:rPr sz="2150" spc="70" dirty="0">
                <a:latin typeface="Segoe UI Semibold"/>
                <a:cs typeface="Segoe UI Semibold"/>
              </a:rPr>
              <a:t>Example:</a:t>
            </a:r>
            <a:r>
              <a:rPr sz="2150" spc="170" dirty="0">
                <a:latin typeface="Segoe UI Semibold"/>
                <a:cs typeface="Segoe UI Semibold"/>
              </a:rPr>
              <a:t> </a:t>
            </a:r>
            <a:r>
              <a:rPr sz="2150" spc="55" dirty="0">
                <a:latin typeface="Segoe UI"/>
                <a:cs typeface="Segoe UI"/>
              </a:rPr>
              <a:t>Project</a:t>
            </a:r>
            <a:r>
              <a:rPr sz="2150" spc="190" dirty="0">
                <a:latin typeface="Segoe UI"/>
                <a:cs typeface="Segoe UI"/>
              </a:rPr>
              <a:t> </a:t>
            </a:r>
            <a:r>
              <a:rPr sz="2150" spc="70" dirty="0">
                <a:latin typeface="Segoe UI"/>
                <a:cs typeface="Segoe UI"/>
              </a:rPr>
              <a:t>team,</a:t>
            </a:r>
            <a:r>
              <a:rPr sz="2150" spc="160" dirty="0">
                <a:latin typeface="Segoe UI"/>
                <a:cs typeface="Segoe UI"/>
              </a:rPr>
              <a:t> </a:t>
            </a:r>
            <a:r>
              <a:rPr sz="2150" spc="60" dirty="0">
                <a:latin typeface="Segoe UI"/>
                <a:cs typeface="Segoe UI"/>
              </a:rPr>
              <a:t>customers,</a:t>
            </a:r>
            <a:r>
              <a:rPr sz="2150" spc="155" dirty="0">
                <a:latin typeface="Segoe UI"/>
                <a:cs typeface="Segoe UI"/>
              </a:rPr>
              <a:t> </a:t>
            </a:r>
            <a:r>
              <a:rPr sz="2150" spc="60" dirty="0" smtClean="0">
                <a:latin typeface="Segoe UI"/>
                <a:cs typeface="Segoe UI"/>
              </a:rPr>
              <a:t>investors</a:t>
            </a:r>
            <a:r>
              <a:rPr sz="2150" spc="50" dirty="0" smtClean="0">
                <a:latin typeface="Segoe UI"/>
                <a:cs typeface="Segoe UI"/>
              </a:rPr>
              <a:t>.</a:t>
            </a:r>
            <a:endParaRPr sz="2150" dirty="0">
              <a:latin typeface="Segoe UI"/>
              <a:cs typeface="Segoe UI"/>
            </a:endParaRPr>
          </a:p>
          <a:p>
            <a:pPr marL="325755" indent="-313055">
              <a:lnSpc>
                <a:spcPct val="100000"/>
              </a:lnSpc>
              <a:spcBef>
                <a:spcPts val="1845"/>
              </a:spcBef>
              <a:buFont typeface="Segoe UI"/>
              <a:buAutoNum type="arabicPeriod" startAt="5"/>
              <a:tabLst>
                <a:tab pos="325755" algn="l"/>
              </a:tabLst>
            </a:pPr>
            <a:r>
              <a:rPr sz="2150" dirty="0">
                <a:latin typeface="Segoe UI Semibold"/>
                <a:cs typeface="Segoe UI Semibold"/>
              </a:rPr>
              <a:t>Roles</a:t>
            </a:r>
            <a:r>
              <a:rPr sz="2150" spc="315" dirty="0">
                <a:latin typeface="Segoe UI Semibold"/>
                <a:cs typeface="Segoe UI Semibold"/>
              </a:rPr>
              <a:t> </a:t>
            </a:r>
            <a:r>
              <a:rPr sz="2150" spc="50" dirty="0">
                <a:latin typeface="Segoe UI Semibold"/>
                <a:cs typeface="Segoe UI Semibold"/>
              </a:rPr>
              <a:t>and</a:t>
            </a:r>
            <a:r>
              <a:rPr sz="2150" spc="229" dirty="0">
                <a:latin typeface="Segoe UI Semibold"/>
                <a:cs typeface="Segoe UI Semibold"/>
              </a:rPr>
              <a:t> </a:t>
            </a:r>
            <a:r>
              <a:rPr sz="2150" spc="60" dirty="0">
                <a:latin typeface="Segoe UI Semibold"/>
                <a:cs typeface="Segoe UI Semibold"/>
              </a:rPr>
              <a:t>Responsibilities</a:t>
            </a:r>
            <a:endParaRPr sz="2150" dirty="0">
              <a:latin typeface="Segoe UI Semibold"/>
              <a:cs typeface="Segoe UI Semibold"/>
            </a:endParaRPr>
          </a:p>
          <a:p>
            <a:pPr marL="878840">
              <a:lnSpc>
                <a:spcPct val="100000"/>
              </a:lnSpc>
              <a:spcBef>
                <a:spcPts val="1920"/>
              </a:spcBef>
            </a:pPr>
            <a:r>
              <a:rPr sz="2150" spc="55" dirty="0">
                <a:latin typeface="Segoe UI"/>
                <a:cs typeface="Segoe UI"/>
              </a:rPr>
              <a:t>Defines</a:t>
            </a:r>
            <a:r>
              <a:rPr sz="2150" spc="180" dirty="0">
                <a:latin typeface="Segoe UI"/>
                <a:cs typeface="Segoe UI"/>
              </a:rPr>
              <a:t> </a:t>
            </a:r>
            <a:r>
              <a:rPr sz="2150" dirty="0">
                <a:latin typeface="Segoe UI"/>
                <a:cs typeface="Segoe UI"/>
              </a:rPr>
              <a:t>who</a:t>
            </a:r>
            <a:r>
              <a:rPr sz="2150" spc="215" dirty="0">
                <a:latin typeface="Segoe UI"/>
                <a:cs typeface="Segoe UI"/>
              </a:rPr>
              <a:t> </a:t>
            </a:r>
            <a:r>
              <a:rPr sz="2150" dirty="0">
                <a:latin typeface="Segoe UI"/>
                <a:cs typeface="Segoe UI"/>
              </a:rPr>
              <a:t>is</a:t>
            </a:r>
            <a:r>
              <a:rPr sz="2150" spc="185" dirty="0">
                <a:latin typeface="Segoe UI"/>
                <a:cs typeface="Segoe UI"/>
              </a:rPr>
              <a:t> </a:t>
            </a:r>
            <a:r>
              <a:rPr sz="2150" spc="60" dirty="0">
                <a:latin typeface="Segoe UI"/>
                <a:cs typeface="Segoe UI"/>
              </a:rPr>
              <a:t>responsible</a:t>
            </a:r>
            <a:r>
              <a:rPr sz="2150" spc="200" dirty="0">
                <a:latin typeface="Segoe UI"/>
                <a:cs typeface="Segoe UI"/>
              </a:rPr>
              <a:t> </a:t>
            </a:r>
            <a:r>
              <a:rPr sz="2150" spc="45" dirty="0">
                <a:latin typeface="Segoe UI"/>
                <a:cs typeface="Segoe UI"/>
              </a:rPr>
              <a:t>for</a:t>
            </a:r>
            <a:r>
              <a:rPr sz="2150" spc="204" dirty="0">
                <a:latin typeface="Segoe UI"/>
                <a:cs typeface="Segoe UI"/>
              </a:rPr>
              <a:t> </a:t>
            </a:r>
            <a:r>
              <a:rPr sz="2150" spc="45" dirty="0">
                <a:latin typeface="Segoe UI"/>
                <a:cs typeface="Segoe UI"/>
              </a:rPr>
              <a:t>what.</a:t>
            </a:r>
            <a:endParaRPr sz="2150" dirty="0">
              <a:latin typeface="Segoe UI"/>
              <a:cs typeface="Segoe UI"/>
            </a:endParaRPr>
          </a:p>
          <a:p>
            <a:pPr marL="878840" marR="5080">
              <a:lnSpc>
                <a:spcPct val="125000"/>
              </a:lnSpc>
              <a:spcBef>
                <a:spcPts val="600"/>
              </a:spcBef>
            </a:pPr>
            <a:r>
              <a:rPr sz="2150" spc="70" dirty="0">
                <a:latin typeface="Segoe UI Semibold"/>
                <a:cs typeface="Segoe UI Semibold"/>
              </a:rPr>
              <a:t>Example:</a:t>
            </a:r>
            <a:r>
              <a:rPr sz="2150" spc="275" dirty="0">
                <a:latin typeface="Segoe UI Semibold"/>
                <a:cs typeface="Segoe UI Semibold"/>
              </a:rPr>
              <a:t> </a:t>
            </a:r>
            <a:r>
              <a:rPr sz="2150" spc="55" dirty="0">
                <a:latin typeface="Segoe UI"/>
                <a:cs typeface="Segoe UI"/>
              </a:rPr>
              <a:t>Project</a:t>
            </a:r>
            <a:r>
              <a:rPr sz="2150" spc="300" dirty="0">
                <a:latin typeface="Segoe UI"/>
                <a:cs typeface="Segoe UI"/>
              </a:rPr>
              <a:t> </a:t>
            </a:r>
            <a:r>
              <a:rPr sz="2150" spc="65" dirty="0">
                <a:latin typeface="Segoe UI"/>
                <a:cs typeface="Segoe UI"/>
              </a:rPr>
              <a:t>Manager</a:t>
            </a:r>
            <a:r>
              <a:rPr sz="2150" spc="275" dirty="0">
                <a:latin typeface="Segoe UI"/>
                <a:cs typeface="Segoe UI"/>
              </a:rPr>
              <a:t> </a:t>
            </a:r>
            <a:r>
              <a:rPr sz="2150" spc="60" dirty="0">
                <a:latin typeface="Segoe UI"/>
                <a:cs typeface="Segoe UI"/>
              </a:rPr>
              <a:t>oversees</a:t>
            </a:r>
            <a:r>
              <a:rPr sz="2150" spc="265" dirty="0">
                <a:latin typeface="Segoe UI"/>
                <a:cs typeface="Segoe UI"/>
              </a:rPr>
              <a:t> </a:t>
            </a:r>
            <a:r>
              <a:rPr sz="2150" spc="65" dirty="0">
                <a:latin typeface="Segoe UI"/>
                <a:cs typeface="Segoe UI"/>
              </a:rPr>
              <a:t>timelines,</a:t>
            </a:r>
            <a:r>
              <a:rPr sz="2150" spc="260" dirty="0">
                <a:latin typeface="Segoe UI"/>
                <a:cs typeface="Segoe UI"/>
              </a:rPr>
              <a:t> </a:t>
            </a:r>
            <a:r>
              <a:rPr sz="2150" spc="65" dirty="0">
                <a:latin typeface="Segoe UI"/>
                <a:cs typeface="Segoe UI"/>
              </a:rPr>
              <a:t>Developers</a:t>
            </a:r>
            <a:r>
              <a:rPr sz="2150" spc="265" dirty="0">
                <a:latin typeface="Segoe UI"/>
                <a:cs typeface="Segoe UI"/>
              </a:rPr>
              <a:t> </a:t>
            </a:r>
            <a:r>
              <a:rPr sz="2150" spc="55" dirty="0">
                <a:latin typeface="Segoe UI"/>
                <a:cs typeface="Segoe UI"/>
              </a:rPr>
              <a:t>handle</a:t>
            </a:r>
            <a:r>
              <a:rPr sz="2150" spc="275" dirty="0">
                <a:latin typeface="Segoe UI"/>
                <a:cs typeface="Segoe UI"/>
              </a:rPr>
              <a:t> </a:t>
            </a:r>
            <a:r>
              <a:rPr sz="2150" spc="45" dirty="0">
                <a:latin typeface="Segoe UI"/>
                <a:cs typeface="Segoe UI"/>
              </a:rPr>
              <a:t>coding, </a:t>
            </a:r>
            <a:r>
              <a:rPr sz="2150" dirty="0">
                <a:latin typeface="Segoe UI"/>
                <a:cs typeface="Segoe UI"/>
              </a:rPr>
              <a:t>QA</a:t>
            </a:r>
            <a:r>
              <a:rPr sz="2150" spc="200" dirty="0">
                <a:latin typeface="Segoe UI"/>
                <a:cs typeface="Segoe UI"/>
              </a:rPr>
              <a:t> </a:t>
            </a:r>
            <a:r>
              <a:rPr sz="2150" spc="50" dirty="0">
                <a:latin typeface="Segoe UI"/>
                <a:cs typeface="Segoe UI"/>
              </a:rPr>
              <a:t>ensures</a:t>
            </a:r>
            <a:r>
              <a:rPr sz="2150" spc="160" dirty="0">
                <a:latin typeface="Segoe UI"/>
                <a:cs typeface="Segoe UI"/>
              </a:rPr>
              <a:t> </a:t>
            </a:r>
            <a:r>
              <a:rPr sz="2150" spc="55" dirty="0">
                <a:latin typeface="Segoe UI"/>
                <a:cs typeface="Segoe UI"/>
              </a:rPr>
              <a:t>quality.</a:t>
            </a:r>
            <a:endParaRPr sz="2150" dirty="0">
              <a:latin typeface="Segoe UI"/>
              <a:cs typeface="Segoe UI"/>
            </a:endParaRPr>
          </a:p>
          <a:p>
            <a:pPr marL="325755" indent="-313055">
              <a:lnSpc>
                <a:spcPct val="100000"/>
              </a:lnSpc>
              <a:spcBef>
                <a:spcPts val="1920"/>
              </a:spcBef>
              <a:buFont typeface="Segoe UI"/>
              <a:buAutoNum type="arabicPeriod" startAt="6"/>
              <a:tabLst>
                <a:tab pos="325755" algn="l"/>
              </a:tabLst>
            </a:pPr>
            <a:r>
              <a:rPr sz="2150" spc="70" dirty="0">
                <a:latin typeface="Segoe UI Semibold"/>
                <a:cs typeface="Segoe UI Semibold"/>
              </a:rPr>
              <a:t>Milestones</a:t>
            </a:r>
            <a:r>
              <a:rPr sz="2150" spc="220" dirty="0">
                <a:latin typeface="Segoe UI Semibold"/>
                <a:cs typeface="Segoe UI Semibold"/>
              </a:rPr>
              <a:t> </a:t>
            </a:r>
            <a:r>
              <a:rPr sz="2150" spc="50" dirty="0">
                <a:latin typeface="Segoe UI Semibold"/>
                <a:cs typeface="Segoe UI Semibold"/>
              </a:rPr>
              <a:t>and</a:t>
            </a:r>
            <a:r>
              <a:rPr sz="2150" spc="140" dirty="0">
                <a:latin typeface="Segoe UI Semibold"/>
                <a:cs typeface="Segoe UI Semibold"/>
              </a:rPr>
              <a:t> </a:t>
            </a:r>
            <a:r>
              <a:rPr sz="2150" spc="60" dirty="0">
                <a:latin typeface="Segoe UI Semibold"/>
                <a:cs typeface="Segoe UI Semibold"/>
              </a:rPr>
              <a:t>Deliverables</a:t>
            </a:r>
            <a:endParaRPr sz="2150" dirty="0">
              <a:latin typeface="Segoe UI Semibold"/>
              <a:cs typeface="Segoe UI Semibold"/>
            </a:endParaRPr>
          </a:p>
          <a:p>
            <a:pPr marL="878840">
              <a:lnSpc>
                <a:spcPct val="100000"/>
              </a:lnSpc>
              <a:spcBef>
                <a:spcPts val="1845"/>
              </a:spcBef>
            </a:pPr>
            <a:r>
              <a:rPr sz="2150" spc="55" dirty="0">
                <a:latin typeface="Segoe UI"/>
                <a:cs typeface="Segoe UI"/>
              </a:rPr>
              <a:t>Key</a:t>
            </a:r>
            <a:r>
              <a:rPr sz="2150" spc="185" dirty="0">
                <a:latin typeface="Segoe UI"/>
                <a:cs typeface="Segoe UI"/>
              </a:rPr>
              <a:t> </a:t>
            </a:r>
            <a:r>
              <a:rPr sz="2150" spc="60" dirty="0">
                <a:latin typeface="Segoe UI"/>
                <a:cs typeface="Segoe UI"/>
              </a:rPr>
              <a:t>project</a:t>
            </a:r>
            <a:r>
              <a:rPr sz="2150" spc="195" dirty="0">
                <a:latin typeface="Segoe UI"/>
                <a:cs typeface="Segoe UI"/>
              </a:rPr>
              <a:t> </a:t>
            </a:r>
            <a:r>
              <a:rPr sz="2150" spc="65" dirty="0">
                <a:latin typeface="Segoe UI"/>
                <a:cs typeface="Segoe UI"/>
              </a:rPr>
              <a:t>milestones</a:t>
            </a:r>
            <a:r>
              <a:rPr sz="2150" spc="165" dirty="0">
                <a:latin typeface="Segoe UI"/>
                <a:cs typeface="Segoe UI"/>
              </a:rPr>
              <a:t> </a:t>
            </a:r>
            <a:r>
              <a:rPr sz="2150" spc="50" dirty="0">
                <a:latin typeface="Segoe UI"/>
                <a:cs typeface="Segoe UI"/>
              </a:rPr>
              <a:t>and</a:t>
            </a:r>
            <a:r>
              <a:rPr sz="2150" spc="185" dirty="0">
                <a:latin typeface="Segoe UI"/>
                <a:cs typeface="Segoe UI"/>
              </a:rPr>
              <a:t> </a:t>
            </a:r>
            <a:r>
              <a:rPr sz="2150" spc="60" dirty="0">
                <a:latin typeface="Segoe UI"/>
                <a:cs typeface="Segoe UI"/>
              </a:rPr>
              <a:t>expected</a:t>
            </a:r>
            <a:r>
              <a:rPr sz="2150" spc="180" dirty="0">
                <a:latin typeface="Segoe UI"/>
                <a:cs typeface="Segoe UI"/>
              </a:rPr>
              <a:t> </a:t>
            </a:r>
            <a:r>
              <a:rPr sz="2150" spc="65" dirty="0">
                <a:latin typeface="Segoe UI"/>
                <a:cs typeface="Segoe UI"/>
              </a:rPr>
              <a:t>deliverables</a:t>
            </a:r>
            <a:r>
              <a:rPr sz="2150" spc="165" dirty="0">
                <a:latin typeface="Segoe UI"/>
                <a:cs typeface="Segoe UI"/>
              </a:rPr>
              <a:t> </a:t>
            </a:r>
            <a:r>
              <a:rPr sz="2150" dirty="0">
                <a:latin typeface="Segoe UI"/>
                <a:cs typeface="Segoe UI"/>
              </a:rPr>
              <a:t>at</a:t>
            </a:r>
            <a:r>
              <a:rPr sz="2150" spc="200" dirty="0">
                <a:latin typeface="Segoe UI"/>
                <a:cs typeface="Segoe UI"/>
              </a:rPr>
              <a:t> </a:t>
            </a:r>
            <a:r>
              <a:rPr sz="2150" spc="55" dirty="0">
                <a:latin typeface="Segoe UI"/>
                <a:cs typeface="Segoe UI"/>
              </a:rPr>
              <a:t>each</a:t>
            </a:r>
            <a:r>
              <a:rPr sz="2150" spc="155" dirty="0">
                <a:latin typeface="Segoe UI"/>
                <a:cs typeface="Segoe UI"/>
              </a:rPr>
              <a:t> </a:t>
            </a:r>
            <a:r>
              <a:rPr sz="2150" spc="55" dirty="0">
                <a:latin typeface="Segoe UI"/>
                <a:cs typeface="Segoe UI"/>
              </a:rPr>
              <a:t>stage.</a:t>
            </a:r>
            <a:endParaRPr sz="2150" dirty="0">
              <a:latin typeface="Segoe UI"/>
              <a:cs typeface="Segoe UI"/>
            </a:endParaRPr>
          </a:p>
          <a:p>
            <a:pPr marL="878840">
              <a:lnSpc>
                <a:spcPct val="100000"/>
              </a:lnSpc>
              <a:spcBef>
                <a:spcPts val="1245"/>
              </a:spcBef>
            </a:pPr>
            <a:r>
              <a:rPr sz="2150" spc="70" dirty="0">
                <a:latin typeface="Segoe UI Semibold"/>
                <a:cs typeface="Segoe UI Semibold"/>
              </a:rPr>
              <a:t>Example:</a:t>
            </a:r>
            <a:r>
              <a:rPr sz="2150" spc="180" dirty="0">
                <a:latin typeface="Segoe UI Semibold"/>
                <a:cs typeface="Segoe UI Semibold"/>
              </a:rPr>
              <a:t> </a:t>
            </a:r>
            <a:r>
              <a:rPr sz="2150" spc="65" dirty="0">
                <a:latin typeface="Segoe UI"/>
                <a:cs typeface="Segoe UI"/>
              </a:rPr>
              <a:t>"Prototype</a:t>
            </a:r>
            <a:r>
              <a:rPr sz="2150" spc="180" dirty="0">
                <a:latin typeface="Segoe UI"/>
                <a:cs typeface="Segoe UI"/>
              </a:rPr>
              <a:t> </a:t>
            </a:r>
            <a:r>
              <a:rPr sz="2150" dirty="0">
                <a:latin typeface="Segoe UI"/>
                <a:cs typeface="Segoe UI"/>
              </a:rPr>
              <a:t>by</a:t>
            </a:r>
            <a:r>
              <a:rPr sz="2150" spc="190" dirty="0">
                <a:latin typeface="Segoe UI"/>
                <a:cs typeface="Segoe UI"/>
              </a:rPr>
              <a:t> </a:t>
            </a:r>
            <a:r>
              <a:rPr sz="2150" spc="60" dirty="0">
                <a:latin typeface="Segoe UI"/>
                <a:cs typeface="Segoe UI"/>
              </a:rPr>
              <a:t>Month</a:t>
            </a:r>
            <a:r>
              <a:rPr sz="2150" spc="160" dirty="0">
                <a:latin typeface="Segoe UI"/>
                <a:cs typeface="Segoe UI"/>
              </a:rPr>
              <a:t> </a:t>
            </a:r>
            <a:r>
              <a:rPr sz="2150" spc="50" dirty="0" smtClean="0">
                <a:latin typeface="Segoe UI"/>
                <a:cs typeface="Segoe UI"/>
              </a:rPr>
              <a:t>2</a:t>
            </a:r>
            <a:r>
              <a:rPr lang="en-US" sz="2150" spc="50" dirty="0" smtClean="0">
                <a:latin typeface="Segoe UI"/>
                <a:cs typeface="Segoe UI"/>
              </a:rPr>
              <a:t>,ETC</a:t>
            </a:r>
            <a:r>
              <a:rPr sz="2150" spc="25" dirty="0" smtClean="0">
                <a:latin typeface="Segoe UI"/>
                <a:cs typeface="Segoe UI"/>
              </a:rPr>
              <a:t>."</a:t>
            </a:r>
            <a:endParaRPr sz="2150" dirty="0">
              <a:latin typeface="Segoe UI"/>
              <a:cs typeface="Segoe UI"/>
            </a:endParaRPr>
          </a:p>
        </p:txBody>
      </p:sp>
      <p:sp>
        <p:nvSpPr>
          <p:cNvPr id="9" name="object 9"/>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5</a:t>
            </a:fld>
            <a:endParaRPr spc="-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5912" y="1881187"/>
            <a:ext cx="114299" cy="114299"/>
          </a:xfrm>
          <a:prstGeom prst="rect">
            <a:avLst/>
          </a:prstGeom>
        </p:spPr>
      </p:pic>
      <p:pic>
        <p:nvPicPr>
          <p:cNvPr id="3" name="object 3"/>
          <p:cNvPicPr/>
          <p:nvPr/>
        </p:nvPicPr>
        <p:blipFill>
          <a:blip r:embed="rId3" cstate="print"/>
          <a:stretch>
            <a:fillRect/>
          </a:stretch>
        </p:blipFill>
        <p:spPr>
          <a:xfrm>
            <a:off x="1585912" y="2366962"/>
            <a:ext cx="114299" cy="114299"/>
          </a:xfrm>
          <a:prstGeom prst="rect">
            <a:avLst/>
          </a:prstGeom>
        </p:spPr>
      </p:pic>
      <p:pic>
        <p:nvPicPr>
          <p:cNvPr id="4" name="object 4"/>
          <p:cNvPicPr/>
          <p:nvPr/>
        </p:nvPicPr>
        <p:blipFill>
          <a:blip r:embed="rId4" cstate="print"/>
          <a:stretch>
            <a:fillRect/>
          </a:stretch>
        </p:blipFill>
        <p:spPr>
          <a:xfrm>
            <a:off x="1585912" y="3500437"/>
            <a:ext cx="114299" cy="114299"/>
          </a:xfrm>
          <a:prstGeom prst="rect">
            <a:avLst/>
          </a:prstGeom>
        </p:spPr>
      </p:pic>
      <p:pic>
        <p:nvPicPr>
          <p:cNvPr id="5" name="object 5"/>
          <p:cNvPicPr/>
          <p:nvPr/>
        </p:nvPicPr>
        <p:blipFill>
          <a:blip r:embed="rId4" cstate="print"/>
          <a:stretch>
            <a:fillRect/>
          </a:stretch>
        </p:blipFill>
        <p:spPr>
          <a:xfrm>
            <a:off x="1585912" y="3976687"/>
            <a:ext cx="114299" cy="114299"/>
          </a:xfrm>
          <a:prstGeom prst="rect">
            <a:avLst/>
          </a:prstGeom>
        </p:spPr>
      </p:pic>
      <p:pic>
        <p:nvPicPr>
          <p:cNvPr id="6" name="object 6"/>
          <p:cNvPicPr/>
          <p:nvPr/>
        </p:nvPicPr>
        <p:blipFill>
          <a:blip r:embed="rId5" cstate="print"/>
          <a:stretch>
            <a:fillRect/>
          </a:stretch>
        </p:blipFill>
        <p:spPr>
          <a:xfrm>
            <a:off x="1585912" y="5110162"/>
            <a:ext cx="114299" cy="114299"/>
          </a:xfrm>
          <a:prstGeom prst="rect">
            <a:avLst/>
          </a:prstGeom>
        </p:spPr>
      </p:pic>
      <p:pic>
        <p:nvPicPr>
          <p:cNvPr id="7" name="object 7"/>
          <p:cNvPicPr/>
          <p:nvPr/>
        </p:nvPicPr>
        <p:blipFill>
          <a:blip r:embed="rId6" cstate="print"/>
          <a:stretch>
            <a:fillRect/>
          </a:stretch>
        </p:blipFill>
        <p:spPr>
          <a:xfrm>
            <a:off x="1585912" y="5595937"/>
            <a:ext cx="114299" cy="114299"/>
          </a:xfrm>
          <a:prstGeom prst="rect">
            <a:avLst/>
          </a:prstGeom>
        </p:spPr>
      </p:pic>
      <p:sp>
        <p:nvSpPr>
          <p:cNvPr id="8" name="object 8"/>
          <p:cNvSpPr txBox="1"/>
          <p:nvPr/>
        </p:nvSpPr>
        <p:spPr>
          <a:xfrm>
            <a:off x="973137" y="1177925"/>
            <a:ext cx="10420985" cy="4643120"/>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startAt="7"/>
              <a:tabLst>
                <a:tab pos="325755" algn="l"/>
              </a:tabLst>
            </a:pPr>
            <a:r>
              <a:rPr sz="2150" spc="55" dirty="0">
                <a:latin typeface="Segoe UI Semibold"/>
                <a:cs typeface="Segoe UI Semibold"/>
              </a:rPr>
              <a:t>Budget</a:t>
            </a:r>
            <a:r>
              <a:rPr sz="2150" spc="130" dirty="0">
                <a:latin typeface="Segoe UI Semibold"/>
                <a:cs typeface="Segoe UI Semibold"/>
              </a:rPr>
              <a:t> </a:t>
            </a:r>
            <a:r>
              <a:rPr sz="2150" spc="50" dirty="0">
                <a:latin typeface="Segoe UI Semibold"/>
                <a:cs typeface="Segoe UI Semibold"/>
              </a:rPr>
              <a:t>and</a:t>
            </a:r>
            <a:r>
              <a:rPr sz="2150" spc="125" dirty="0">
                <a:latin typeface="Segoe UI Semibold"/>
                <a:cs typeface="Segoe UI Semibold"/>
              </a:rPr>
              <a:t> </a:t>
            </a:r>
            <a:r>
              <a:rPr sz="2150" spc="55" dirty="0">
                <a:latin typeface="Segoe UI Semibold"/>
                <a:cs typeface="Segoe UI Semibold"/>
              </a:rPr>
              <a:t>Resources</a:t>
            </a:r>
            <a:endParaRPr sz="2150">
              <a:latin typeface="Segoe UI Semibold"/>
              <a:cs typeface="Segoe UI Semibold"/>
            </a:endParaRPr>
          </a:p>
          <a:p>
            <a:pPr marL="878840">
              <a:lnSpc>
                <a:spcPct val="100000"/>
              </a:lnSpc>
              <a:spcBef>
                <a:spcPts val="1920"/>
              </a:spcBef>
            </a:pPr>
            <a:r>
              <a:rPr sz="2150" spc="75" dirty="0">
                <a:latin typeface="Segoe UI"/>
                <a:cs typeface="Segoe UI"/>
              </a:rPr>
              <a:t>Estimated</a:t>
            </a:r>
            <a:r>
              <a:rPr sz="2150" spc="165" dirty="0">
                <a:latin typeface="Segoe UI"/>
                <a:cs typeface="Segoe UI"/>
              </a:rPr>
              <a:t> </a:t>
            </a:r>
            <a:r>
              <a:rPr sz="2150" spc="55" dirty="0">
                <a:latin typeface="Segoe UI"/>
                <a:cs typeface="Segoe UI"/>
              </a:rPr>
              <a:t>costs</a:t>
            </a:r>
            <a:r>
              <a:rPr sz="2150" spc="150" dirty="0">
                <a:latin typeface="Segoe UI"/>
                <a:cs typeface="Segoe UI"/>
              </a:rPr>
              <a:t> </a:t>
            </a:r>
            <a:r>
              <a:rPr sz="2150" spc="50" dirty="0">
                <a:latin typeface="Segoe UI"/>
                <a:cs typeface="Segoe UI"/>
              </a:rPr>
              <a:t>and</a:t>
            </a:r>
            <a:r>
              <a:rPr sz="2150" spc="165" dirty="0">
                <a:latin typeface="Segoe UI"/>
                <a:cs typeface="Segoe UI"/>
              </a:rPr>
              <a:t> </a:t>
            </a:r>
            <a:r>
              <a:rPr sz="2150" spc="55" dirty="0">
                <a:latin typeface="Segoe UI"/>
                <a:cs typeface="Segoe UI"/>
              </a:rPr>
              <a:t>resource</a:t>
            </a:r>
            <a:r>
              <a:rPr sz="2150" spc="155" dirty="0">
                <a:latin typeface="Segoe UI"/>
                <a:cs typeface="Segoe UI"/>
              </a:rPr>
              <a:t> </a:t>
            </a:r>
            <a:r>
              <a:rPr sz="2150" spc="55" dirty="0">
                <a:latin typeface="Segoe UI"/>
                <a:cs typeface="Segoe UI"/>
              </a:rPr>
              <a:t>allocation.</a:t>
            </a:r>
            <a:endParaRPr sz="2150">
              <a:latin typeface="Segoe UI"/>
              <a:cs typeface="Segoe UI"/>
            </a:endParaRPr>
          </a:p>
          <a:p>
            <a:pPr marL="878840">
              <a:lnSpc>
                <a:spcPct val="100000"/>
              </a:lnSpc>
              <a:spcBef>
                <a:spcPts val="1245"/>
              </a:spcBef>
            </a:pPr>
            <a:r>
              <a:rPr sz="2150" spc="70" dirty="0">
                <a:latin typeface="Segoe UI Semibold"/>
                <a:cs typeface="Segoe UI Semibold"/>
              </a:rPr>
              <a:t>Example:</a:t>
            </a:r>
            <a:r>
              <a:rPr sz="2150" spc="185" dirty="0">
                <a:latin typeface="Segoe UI Semibold"/>
                <a:cs typeface="Segoe UI Semibold"/>
              </a:rPr>
              <a:t> </a:t>
            </a:r>
            <a:r>
              <a:rPr sz="2150" dirty="0">
                <a:latin typeface="Segoe UI"/>
                <a:cs typeface="Segoe UI"/>
              </a:rPr>
              <a:t>"Total</a:t>
            </a:r>
            <a:r>
              <a:rPr sz="2150" spc="195" dirty="0">
                <a:latin typeface="Segoe UI"/>
                <a:cs typeface="Segoe UI"/>
              </a:rPr>
              <a:t> </a:t>
            </a:r>
            <a:r>
              <a:rPr sz="2150" spc="65" dirty="0">
                <a:latin typeface="Segoe UI"/>
                <a:cs typeface="Segoe UI"/>
              </a:rPr>
              <a:t>budget:</a:t>
            </a:r>
            <a:r>
              <a:rPr sz="2150" spc="175" dirty="0">
                <a:latin typeface="Segoe UI"/>
                <a:cs typeface="Segoe UI"/>
              </a:rPr>
              <a:t> </a:t>
            </a:r>
            <a:r>
              <a:rPr sz="2150" spc="80" dirty="0">
                <a:latin typeface="Segoe UI"/>
                <a:cs typeface="Segoe UI"/>
              </a:rPr>
              <a:t>$200,000;</a:t>
            </a:r>
            <a:r>
              <a:rPr sz="2150" spc="170" dirty="0">
                <a:latin typeface="Segoe UI"/>
                <a:cs typeface="Segoe UI"/>
              </a:rPr>
              <a:t> </a:t>
            </a:r>
            <a:r>
              <a:rPr sz="2150" spc="45" dirty="0">
                <a:latin typeface="Segoe UI"/>
                <a:cs typeface="Segoe UI"/>
              </a:rPr>
              <a:t>Resources:</a:t>
            </a:r>
            <a:r>
              <a:rPr sz="2150" spc="175" dirty="0">
                <a:latin typeface="Segoe UI"/>
                <a:cs typeface="Segoe UI"/>
              </a:rPr>
              <a:t> </a:t>
            </a:r>
            <a:r>
              <a:rPr sz="2150" dirty="0">
                <a:latin typeface="Segoe UI"/>
                <a:cs typeface="Segoe UI"/>
              </a:rPr>
              <a:t>5</a:t>
            </a:r>
            <a:r>
              <a:rPr sz="2150" spc="229" dirty="0">
                <a:latin typeface="Segoe UI"/>
                <a:cs typeface="Segoe UI"/>
              </a:rPr>
              <a:t> </a:t>
            </a:r>
            <a:r>
              <a:rPr sz="2150" spc="60" dirty="0">
                <a:latin typeface="Segoe UI"/>
                <a:cs typeface="Segoe UI"/>
              </a:rPr>
              <a:t>Developers,</a:t>
            </a:r>
            <a:r>
              <a:rPr sz="2150" spc="170" dirty="0">
                <a:latin typeface="Segoe UI"/>
                <a:cs typeface="Segoe UI"/>
              </a:rPr>
              <a:t> </a:t>
            </a:r>
            <a:r>
              <a:rPr sz="2150" dirty="0">
                <a:latin typeface="Segoe UI"/>
                <a:cs typeface="Segoe UI"/>
              </a:rPr>
              <a:t>2</a:t>
            </a:r>
            <a:r>
              <a:rPr sz="2150" spc="229" dirty="0">
                <a:latin typeface="Segoe UI"/>
                <a:cs typeface="Segoe UI"/>
              </a:rPr>
              <a:t> </a:t>
            </a:r>
            <a:r>
              <a:rPr sz="2150" spc="45" dirty="0">
                <a:latin typeface="Segoe UI"/>
                <a:cs typeface="Segoe UI"/>
              </a:rPr>
              <a:t>Designers."</a:t>
            </a:r>
            <a:endParaRPr sz="2150">
              <a:latin typeface="Segoe UI"/>
              <a:cs typeface="Segoe UI"/>
            </a:endParaRPr>
          </a:p>
          <a:p>
            <a:pPr marL="325755" indent="-313055">
              <a:lnSpc>
                <a:spcPct val="100000"/>
              </a:lnSpc>
              <a:spcBef>
                <a:spcPts val="1845"/>
              </a:spcBef>
              <a:buFont typeface="Segoe UI"/>
              <a:buAutoNum type="arabicPeriod" startAt="8"/>
              <a:tabLst>
                <a:tab pos="325755" algn="l"/>
              </a:tabLst>
            </a:pPr>
            <a:r>
              <a:rPr sz="2150" spc="80" dirty="0">
                <a:latin typeface="Segoe UI Semibold"/>
                <a:cs typeface="Segoe UI Semibold"/>
              </a:rPr>
              <a:t>Risk</a:t>
            </a:r>
            <a:r>
              <a:rPr sz="2150" spc="140" dirty="0">
                <a:latin typeface="Segoe UI Semibold"/>
                <a:cs typeface="Segoe UI Semibold"/>
              </a:rPr>
              <a:t> </a:t>
            </a:r>
            <a:r>
              <a:rPr sz="2150" spc="65" dirty="0">
                <a:latin typeface="Segoe UI Semibold"/>
                <a:cs typeface="Segoe UI Semibold"/>
              </a:rPr>
              <a:t>Management</a:t>
            </a:r>
            <a:r>
              <a:rPr sz="2150" spc="135" dirty="0">
                <a:latin typeface="Segoe UI Semibold"/>
                <a:cs typeface="Segoe UI Semibold"/>
              </a:rPr>
              <a:t> </a:t>
            </a:r>
            <a:r>
              <a:rPr sz="2150" spc="40" dirty="0">
                <a:latin typeface="Segoe UI Semibold"/>
                <a:cs typeface="Segoe UI Semibold"/>
              </a:rPr>
              <a:t>Plan</a:t>
            </a:r>
            <a:endParaRPr sz="2150">
              <a:latin typeface="Segoe UI Semibold"/>
              <a:cs typeface="Segoe UI Semibold"/>
            </a:endParaRPr>
          </a:p>
          <a:p>
            <a:pPr marL="878840">
              <a:lnSpc>
                <a:spcPct val="100000"/>
              </a:lnSpc>
              <a:spcBef>
                <a:spcPts val="1920"/>
              </a:spcBef>
            </a:pPr>
            <a:r>
              <a:rPr sz="2150" spc="65" dirty="0">
                <a:latin typeface="Segoe UI"/>
                <a:cs typeface="Segoe UI"/>
              </a:rPr>
              <a:t>Identifies</a:t>
            </a:r>
            <a:r>
              <a:rPr sz="2150" spc="160" dirty="0">
                <a:latin typeface="Segoe UI"/>
                <a:cs typeface="Segoe UI"/>
              </a:rPr>
              <a:t> </a:t>
            </a:r>
            <a:r>
              <a:rPr sz="2150" spc="65" dirty="0">
                <a:latin typeface="Segoe UI"/>
                <a:cs typeface="Segoe UI"/>
              </a:rPr>
              <a:t>potential</a:t>
            </a:r>
            <a:r>
              <a:rPr sz="2150" spc="175" dirty="0">
                <a:latin typeface="Segoe UI"/>
                <a:cs typeface="Segoe UI"/>
              </a:rPr>
              <a:t> </a:t>
            </a:r>
            <a:r>
              <a:rPr sz="2150" spc="50" dirty="0">
                <a:latin typeface="Segoe UI"/>
                <a:cs typeface="Segoe UI"/>
              </a:rPr>
              <a:t>risks</a:t>
            </a:r>
            <a:r>
              <a:rPr sz="2150" spc="160" dirty="0">
                <a:latin typeface="Segoe UI"/>
                <a:cs typeface="Segoe UI"/>
              </a:rPr>
              <a:t> </a:t>
            </a:r>
            <a:r>
              <a:rPr sz="2150" spc="50" dirty="0">
                <a:latin typeface="Segoe UI"/>
                <a:cs typeface="Segoe UI"/>
              </a:rPr>
              <a:t>and</a:t>
            </a:r>
            <a:r>
              <a:rPr sz="2150" spc="180" dirty="0">
                <a:latin typeface="Segoe UI"/>
                <a:cs typeface="Segoe UI"/>
              </a:rPr>
              <a:t> </a:t>
            </a:r>
            <a:r>
              <a:rPr sz="2150" spc="70" dirty="0">
                <a:latin typeface="Segoe UI"/>
                <a:cs typeface="Segoe UI"/>
              </a:rPr>
              <a:t>mitigation</a:t>
            </a:r>
            <a:r>
              <a:rPr sz="2150" spc="150" dirty="0">
                <a:latin typeface="Segoe UI"/>
                <a:cs typeface="Segoe UI"/>
              </a:rPr>
              <a:t> </a:t>
            </a:r>
            <a:r>
              <a:rPr sz="2150" spc="55" dirty="0">
                <a:latin typeface="Segoe UI"/>
                <a:cs typeface="Segoe UI"/>
              </a:rPr>
              <a:t>strategies.</a:t>
            </a:r>
            <a:endParaRPr sz="2150">
              <a:latin typeface="Segoe UI"/>
              <a:cs typeface="Segoe UI"/>
            </a:endParaRPr>
          </a:p>
          <a:p>
            <a:pPr marL="878840">
              <a:lnSpc>
                <a:spcPct val="100000"/>
              </a:lnSpc>
              <a:spcBef>
                <a:spcPts val="1170"/>
              </a:spcBef>
            </a:pPr>
            <a:r>
              <a:rPr sz="2150" spc="70" dirty="0">
                <a:latin typeface="Segoe UI Semibold"/>
                <a:cs typeface="Segoe UI Semibold"/>
              </a:rPr>
              <a:t>Example:</a:t>
            </a:r>
            <a:r>
              <a:rPr sz="2150" spc="180" dirty="0">
                <a:latin typeface="Segoe UI Semibold"/>
                <a:cs typeface="Segoe UI Semibold"/>
              </a:rPr>
              <a:t> </a:t>
            </a:r>
            <a:r>
              <a:rPr sz="2150" spc="50" dirty="0">
                <a:latin typeface="Segoe UI"/>
                <a:cs typeface="Segoe UI"/>
              </a:rPr>
              <a:t>"Risk</a:t>
            </a:r>
            <a:r>
              <a:rPr sz="2150" spc="165" dirty="0">
                <a:latin typeface="Segoe UI"/>
                <a:cs typeface="Segoe UI"/>
              </a:rPr>
              <a:t> </a:t>
            </a:r>
            <a:r>
              <a:rPr sz="2150" dirty="0">
                <a:latin typeface="Segoe UI"/>
                <a:cs typeface="Segoe UI"/>
              </a:rPr>
              <a:t>of</a:t>
            </a:r>
            <a:r>
              <a:rPr sz="2150" spc="190" dirty="0">
                <a:latin typeface="Segoe UI"/>
                <a:cs typeface="Segoe UI"/>
              </a:rPr>
              <a:t> </a:t>
            </a:r>
            <a:r>
              <a:rPr sz="2150" spc="65" dirty="0">
                <a:latin typeface="Segoe UI"/>
                <a:cs typeface="Segoe UI"/>
              </a:rPr>
              <a:t>delayed</a:t>
            </a:r>
            <a:r>
              <a:rPr sz="2150" spc="195" dirty="0">
                <a:latin typeface="Segoe UI"/>
                <a:cs typeface="Segoe UI"/>
              </a:rPr>
              <a:t> </a:t>
            </a:r>
            <a:r>
              <a:rPr sz="2150" spc="65" dirty="0">
                <a:latin typeface="Segoe UI"/>
                <a:cs typeface="Segoe UI"/>
              </a:rPr>
              <a:t>deliverables</a:t>
            </a:r>
            <a:r>
              <a:rPr sz="2150" spc="170" dirty="0">
                <a:latin typeface="Segoe UI"/>
                <a:cs typeface="Segoe UI"/>
              </a:rPr>
              <a:t> </a:t>
            </a:r>
            <a:r>
              <a:rPr sz="2150" spc="70" dirty="0">
                <a:latin typeface="Segoe UI"/>
                <a:cs typeface="Segoe UI"/>
              </a:rPr>
              <a:t>mitigated</a:t>
            </a:r>
            <a:r>
              <a:rPr sz="2150" spc="190" dirty="0">
                <a:latin typeface="Segoe UI"/>
                <a:cs typeface="Segoe UI"/>
              </a:rPr>
              <a:t> </a:t>
            </a:r>
            <a:r>
              <a:rPr sz="2150" dirty="0">
                <a:latin typeface="Segoe UI"/>
                <a:cs typeface="Segoe UI"/>
              </a:rPr>
              <a:t>by</a:t>
            </a:r>
            <a:r>
              <a:rPr sz="2150" spc="195" dirty="0">
                <a:latin typeface="Segoe UI"/>
                <a:cs typeface="Segoe UI"/>
              </a:rPr>
              <a:t> </a:t>
            </a:r>
            <a:r>
              <a:rPr sz="2150" spc="60" dirty="0">
                <a:latin typeface="Segoe UI"/>
                <a:cs typeface="Segoe UI"/>
              </a:rPr>
              <a:t>adding</a:t>
            </a:r>
            <a:r>
              <a:rPr sz="2150" spc="190" dirty="0">
                <a:latin typeface="Segoe UI"/>
                <a:cs typeface="Segoe UI"/>
              </a:rPr>
              <a:t> </a:t>
            </a:r>
            <a:r>
              <a:rPr sz="2150" spc="55" dirty="0">
                <a:latin typeface="Segoe UI"/>
                <a:cs typeface="Segoe UI"/>
              </a:rPr>
              <a:t>buffer</a:t>
            </a:r>
            <a:r>
              <a:rPr sz="2150" spc="190" dirty="0">
                <a:latin typeface="Segoe UI"/>
                <a:cs typeface="Segoe UI"/>
              </a:rPr>
              <a:t> </a:t>
            </a:r>
            <a:r>
              <a:rPr sz="2150" spc="55" dirty="0">
                <a:latin typeface="Segoe UI"/>
                <a:cs typeface="Segoe UI"/>
              </a:rPr>
              <a:t>time."</a:t>
            </a:r>
            <a:endParaRPr sz="2150">
              <a:latin typeface="Segoe UI"/>
              <a:cs typeface="Segoe UI"/>
            </a:endParaRPr>
          </a:p>
          <a:p>
            <a:pPr marL="325755" indent="-313055">
              <a:lnSpc>
                <a:spcPct val="100000"/>
              </a:lnSpc>
              <a:spcBef>
                <a:spcPts val="1920"/>
              </a:spcBef>
              <a:buFont typeface="Segoe UI"/>
              <a:buAutoNum type="arabicPeriod" startAt="9"/>
              <a:tabLst>
                <a:tab pos="325755" algn="l"/>
              </a:tabLst>
            </a:pPr>
            <a:r>
              <a:rPr sz="2150" spc="50" dirty="0">
                <a:latin typeface="Segoe UI Semibold"/>
                <a:cs typeface="Segoe UI Semibold"/>
              </a:rPr>
              <a:t>Approval</a:t>
            </a:r>
            <a:r>
              <a:rPr sz="2150" spc="225" dirty="0">
                <a:latin typeface="Segoe UI Semibold"/>
                <a:cs typeface="Segoe UI Semibold"/>
              </a:rPr>
              <a:t> </a:t>
            </a:r>
            <a:r>
              <a:rPr sz="2150" spc="55" dirty="0">
                <a:latin typeface="Segoe UI Semibold"/>
                <a:cs typeface="Segoe UI Semibold"/>
              </a:rPr>
              <a:t>Signatures</a:t>
            </a:r>
            <a:endParaRPr sz="2150">
              <a:latin typeface="Segoe UI Semibold"/>
              <a:cs typeface="Segoe UI Semibold"/>
            </a:endParaRPr>
          </a:p>
          <a:p>
            <a:pPr marL="878840">
              <a:lnSpc>
                <a:spcPct val="100000"/>
              </a:lnSpc>
              <a:spcBef>
                <a:spcPts val="1845"/>
              </a:spcBef>
            </a:pPr>
            <a:r>
              <a:rPr sz="2150" spc="60" dirty="0">
                <a:latin typeface="Segoe UI"/>
                <a:cs typeface="Segoe UI"/>
              </a:rPr>
              <a:t>Official</a:t>
            </a:r>
            <a:r>
              <a:rPr sz="2150" spc="190" dirty="0">
                <a:latin typeface="Segoe UI"/>
                <a:cs typeface="Segoe UI"/>
              </a:rPr>
              <a:t> </a:t>
            </a:r>
            <a:r>
              <a:rPr sz="2150" spc="70" dirty="0">
                <a:latin typeface="Segoe UI"/>
                <a:cs typeface="Segoe UI"/>
              </a:rPr>
              <a:t>sign-</a:t>
            </a:r>
            <a:r>
              <a:rPr sz="2150" spc="45" dirty="0">
                <a:latin typeface="Segoe UI"/>
                <a:cs typeface="Segoe UI"/>
              </a:rPr>
              <a:t>off</a:t>
            </a:r>
            <a:r>
              <a:rPr sz="2150" spc="195" dirty="0">
                <a:latin typeface="Segoe UI"/>
                <a:cs typeface="Segoe UI"/>
              </a:rPr>
              <a:t> </a:t>
            </a:r>
            <a:r>
              <a:rPr sz="2150" spc="55" dirty="0">
                <a:latin typeface="Segoe UI"/>
                <a:cs typeface="Segoe UI"/>
              </a:rPr>
              <a:t>from</a:t>
            </a:r>
            <a:r>
              <a:rPr sz="2150" spc="204" dirty="0">
                <a:latin typeface="Segoe UI"/>
                <a:cs typeface="Segoe UI"/>
              </a:rPr>
              <a:t> </a:t>
            </a:r>
            <a:r>
              <a:rPr sz="2150" dirty="0">
                <a:latin typeface="Segoe UI"/>
                <a:cs typeface="Segoe UI"/>
              </a:rPr>
              <a:t>key</a:t>
            </a:r>
            <a:r>
              <a:rPr sz="2150" spc="200" dirty="0">
                <a:latin typeface="Segoe UI"/>
                <a:cs typeface="Segoe UI"/>
              </a:rPr>
              <a:t> </a:t>
            </a:r>
            <a:r>
              <a:rPr sz="2150" spc="50" dirty="0">
                <a:latin typeface="Segoe UI"/>
                <a:cs typeface="Segoe UI"/>
              </a:rPr>
              <a:t>stakeholders.</a:t>
            </a:r>
            <a:endParaRPr sz="2150">
              <a:latin typeface="Segoe UI"/>
              <a:cs typeface="Segoe UI"/>
            </a:endParaRPr>
          </a:p>
          <a:p>
            <a:pPr marL="878840">
              <a:lnSpc>
                <a:spcPct val="100000"/>
              </a:lnSpc>
              <a:spcBef>
                <a:spcPts val="1245"/>
              </a:spcBef>
            </a:pPr>
            <a:r>
              <a:rPr sz="2150" spc="70" dirty="0">
                <a:latin typeface="Segoe UI Semibold"/>
                <a:cs typeface="Segoe UI Semibold"/>
              </a:rPr>
              <a:t>Example:</a:t>
            </a:r>
            <a:r>
              <a:rPr sz="2150" spc="165" dirty="0">
                <a:latin typeface="Segoe UI Semibold"/>
                <a:cs typeface="Segoe UI Semibold"/>
              </a:rPr>
              <a:t> </a:t>
            </a:r>
            <a:r>
              <a:rPr sz="2150" spc="60" dirty="0">
                <a:latin typeface="Segoe UI"/>
                <a:cs typeface="Segoe UI"/>
              </a:rPr>
              <a:t>Signatures</a:t>
            </a:r>
            <a:r>
              <a:rPr sz="2150" spc="150" dirty="0">
                <a:latin typeface="Segoe UI"/>
                <a:cs typeface="Segoe UI"/>
              </a:rPr>
              <a:t> </a:t>
            </a:r>
            <a:r>
              <a:rPr sz="2150" spc="55" dirty="0">
                <a:latin typeface="Segoe UI"/>
                <a:cs typeface="Segoe UI"/>
              </a:rPr>
              <a:t>from</a:t>
            </a:r>
            <a:r>
              <a:rPr sz="2150" spc="175" dirty="0">
                <a:latin typeface="Segoe UI"/>
                <a:cs typeface="Segoe UI"/>
              </a:rPr>
              <a:t> </a:t>
            </a:r>
            <a:r>
              <a:rPr sz="2150" spc="55" dirty="0">
                <a:latin typeface="Segoe UI"/>
                <a:cs typeface="Segoe UI"/>
              </a:rPr>
              <a:t>Project</a:t>
            </a:r>
            <a:r>
              <a:rPr sz="2150" spc="190" dirty="0">
                <a:latin typeface="Segoe UI"/>
                <a:cs typeface="Segoe UI"/>
              </a:rPr>
              <a:t> </a:t>
            </a:r>
            <a:r>
              <a:rPr sz="2150" spc="55" dirty="0">
                <a:latin typeface="Segoe UI"/>
                <a:cs typeface="Segoe UI"/>
              </a:rPr>
              <a:t>Sponsor</a:t>
            </a:r>
            <a:r>
              <a:rPr sz="2150" spc="170" dirty="0">
                <a:latin typeface="Segoe UI"/>
                <a:cs typeface="Segoe UI"/>
              </a:rPr>
              <a:t> </a:t>
            </a:r>
            <a:r>
              <a:rPr sz="2150" spc="50" dirty="0">
                <a:latin typeface="Segoe UI"/>
                <a:cs typeface="Segoe UI"/>
              </a:rPr>
              <a:t>and</a:t>
            </a:r>
            <a:r>
              <a:rPr sz="2150" spc="170" dirty="0">
                <a:latin typeface="Segoe UI"/>
                <a:cs typeface="Segoe UI"/>
              </a:rPr>
              <a:t> </a:t>
            </a:r>
            <a:r>
              <a:rPr sz="2150" spc="65" dirty="0">
                <a:latin typeface="Segoe UI"/>
                <a:cs typeface="Segoe UI"/>
              </a:rPr>
              <a:t>Department</a:t>
            </a:r>
            <a:r>
              <a:rPr sz="2150" spc="190" dirty="0">
                <a:latin typeface="Segoe UI"/>
                <a:cs typeface="Segoe UI"/>
              </a:rPr>
              <a:t> </a:t>
            </a:r>
            <a:r>
              <a:rPr sz="2150" spc="60" dirty="0">
                <a:latin typeface="Segoe UI"/>
                <a:cs typeface="Segoe UI"/>
              </a:rPr>
              <a:t>Heads.</a:t>
            </a:r>
            <a:endParaRPr sz="2150">
              <a:latin typeface="Segoe UI"/>
              <a:cs typeface="Segoe UI"/>
            </a:endParaRPr>
          </a:p>
        </p:txBody>
      </p:sp>
      <p:sp>
        <p:nvSpPr>
          <p:cNvPr id="9" name="object 9"/>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6</a:t>
            </a:fld>
            <a:endParaRPr spc="-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464627"/>
            <a:ext cx="6539230" cy="390525"/>
          </a:xfrm>
          <a:prstGeom prst="rect">
            <a:avLst/>
          </a:prstGeom>
        </p:spPr>
        <p:txBody>
          <a:bodyPr vert="horz" wrap="square" lIns="0" tIns="11430" rIns="0" bIns="0" rtlCol="0">
            <a:spAutoFit/>
          </a:bodyPr>
          <a:lstStyle/>
          <a:p>
            <a:pPr marL="12700">
              <a:lnSpc>
                <a:spcPct val="100000"/>
              </a:lnSpc>
              <a:spcBef>
                <a:spcPts val="90"/>
              </a:spcBef>
            </a:pPr>
            <a:r>
              <a:rPr sz="2400" dirty="0"/>
              <a:t>Best</a:t>
            </a:r>
            <a:r>
              <a:rPr sz="2400" spc="254" dirty="0"/>
              <a:t> </a:t>
            </a:r>
            <a:r>
              <a:rPr sz="2400" spc="60" dirty="0"/>
              <a:t>Practices</a:t>
            </a:r>
            <a:r>
              <a:rPr sz="2400" spc="229" dirty="0"/>
              <a:t> </a:t>
            </a:r>
            <a:r>
              <a:rPr sz="2400" dirty="0"/>
              <a:t>for</a:t>
            </a:r>
            <a:r>
              <a:rPr sz="2400" spc="229" dirty="0"/>
              <a:t> </a:t>
            </a:r>
            <a:r>
              <a:rPr sz="2400" spc="65" dirty="0"/>
              <a:t>Creating</a:t>
            </a:r>
            <a:r>
              <a:rPr sz="2400" spc="195" dirty="0"/>
              <a:t> </a:t>
            </a:r>
            <a:r>
              <a:rPr sz="2400" dirty="0"/>
              <a:t>a</a:t>
            </a:r>
            <a:r>
              <a:rPr sz="2400" spc="245" dirty="0"/>
              <a:t> </a:t>
            </a:r>
            <a:r>
              <a:rPr sz="2400" spc="55" dirty="0"/>
              <a:t>Project</a:t>
            </a:r>
            <a:r>
              <a:rPr sz="2400" spc="254" dirty="0"/>
              <a:t> </a:t>
            </a:r>
            <a:r>
              <a:rPr sz="2400" spc="70" dirty="0"/>
              <a:t>Charter</a:t>
            </a:r>
            <a:endParaRPr sz="2400"/>
          </a:p>
        </p:txBody>
      </p:sp>
      <p:pic>
        <p:nvPicPr>
          <p:cNvPr id="3" name="object 3"/>
          <p:cNvPicPr/>
          <p:nvPr/>
        </p:nvPicPr>
        <p:blipFill>
          <a:blip r:embed="rId3" cstate="print"/>
          <a:stretch>
            <a:fillRect/>
          </a:stretch>
        </p:blipFill>
        <p:spPr>
          <a:xfrm>
            <a:off x="1585912" y="2871787"/>
            <a:ext cx="114299" cy="114299"/>
          </a:xfrm>
          <a:prstGeom prst="rect">
            <a:avLst/>
          </a:prstGeom>
        </p:spPr>
      </p:pic>
      <p:pic>
        <p:nvPicPr>
          <p:cNvPr id="4" name="object 4"/>
          <p:cNvPicPr/>
          <p:nvPr/>
        </p:nvPicPr>
        <p:blipFill>
          <a:blip r:embed="rId4" cstate="print"/>
          <a:stretch>
            <a:fillRect/>
          </a:stretch>
        </p:blipFill>
        <p:spPr>
          <a:xfrm>
            <a:off x="1585912" y="4005262"/>
            <a:ext cx="114299" cy="114299"/>
          </a:xfrm>
          <a:prstGeom prst="rect">
            <a:avLst/>
          </a:prstGeom>
        </p:spPr>
      </p:pic>
      <p:pic>
        <p:nvPicPr>
          <p:cNvPr id="5" name="object 5"/>
          <p:cNvPicPr/>
          <p:nvPr/>
        </p:nvPicPr>
        <p:blipFill>
          <a:blip r:embed="rId5" cstate="print"/>
          <a:stretch>
            <a:fillRect/>
          </a:stretch>
        </p:blipFill>
        <p:spPr>
          <a:xfrm>
            <a:off x="1585912" y="5138737"/>
            <a:ext cx="114299" cy="114299"/>
          </a:xfrm>
          <a:prstGeom prst="rect">
            <a:avLst/>
          </a:prstGeom>
        </p:spPr>
      </p:pic>
      <p:sp>
        <p:nvSpPr>
          <p:cNvPr id="6" name="object 6"/>
          <p:cNvSpPr txBox="1"/>
          <p:nvPr/>
        </p:nvSpPr>
        <p:spPr>
          <a:xfrm>
            <a:off x="973137" y="2168525"/>
            <a:ext cx="9715500" cy="3195320"/>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a:tabLst>
                <a:tab pos="325755" algn="l"/>
              </a:tabLst>
            </a:pPr>
            <a:r>
              <a:rPr sz="2150" spc="60" dirty="0">
                <a:latin typeface="Segoe UI Semibold"/>
                <a:cs typeface="Segoe UI Semibold"/>
              </a:rPr>
              <a:t>Clear</a:t>
            </a:r>
            <a:r>
              <a:rPr sz="2150" spc="185" dirty="0">
                <a:latin typeface="Segoe UI Semibold"/>
                <a:cs typeface="Segoe UI Semibold"/>
              </a:rPr>
              <a:t> </a:t>
            </a:r>
            <a:r>
              <a:rPr sz="2150" spc="50" dirty="0">
                <a:latin typeface="Segoe UI Semibold"/>
                <a:cs typeface="Segoe UI Semibold"/>
              </a:rPr>
              <a:t>and</a:t>
            </a:r>
            <a:r>
              <a:rPr sz="2150" spc="125" dirty="0">
                <a:latin typeface="Segoe UI Semibold"/>
                <a:cs typeface="Segoe UI Semibold"/>
              </a:rPr>
              <a:t> </a:t>
            </a:r>
            <a:r>
              <a:rPr sz="2150" spc="80" dirty="0">
                <a:latin typeface="Segoe UI Semibold"/>
                <a:cs typeface="Segoe UI Semibold"/>
              </a:rPr>
              <a:t>Concise</a:t>
            </a:r>
            <a:r>
              <a:rPr sz="2150" spc="135" dirty="0">
                <a:latin typeface="Segoe UI Semibold"/>
                <a:cs typeface="Segoe UI Semibold"/>
              </a:rPr>
              <a:t> </a:t>
            </a:r>
            <a:r>
              <a:rPr sz="2150" spc="45" dirty="0" smtClean="0">
                <a:latin typeface="Segoe UI Semibold"/>
                <a:cs typeface="Segoe UI Semibold"/>
              </a:rPr>
              <a:t>Language</a:t>
            </a:r>
            <a:endParaRPr sz="2150" dirty="0" smtClean="0">
              <a:latin typeface="Segoe UI Semibold"/>
              <a:cs typeface="Segoe UI Semibold"/>
            </a:endParaRPr>
          </a:p>
          <a:p>
            <a:pPr marL="878840">
              <a:lnSpc>
                <a:spcPct val="100000"/>
              </a:lnSpc>
              <a:spcBef>
                <a:spcPts val="1920"/>
              </a:spcBef>
            </a:pPr>
            <a:r>
              <a:rPr lang="en-US" sz="2150" spc="50" dirty="0">
                <a:latin typeface="Segoe UI"/>
                <a:cs typeface="Segoe UI"/>
              </a:rPr>
              <a:t>E</a:t>
            </a:r>
            <a:r>
              <a:rPr sz="2150" spc="50" dirty="0" smtClean="0">
                <a:latin typeface="Segoe UI"/>
                <a:cs typeface="Segoe UI"/>
              </a:rPr>
              <a:t>nsure</a:t>
            </a:r>
            <a:r>
              <a:rPr sz="2150" spc="160" dirty="0" smtClean="0">
                <a:latin typeface="Segoe UI"/>
                <a:cs typeface="Segoe UI"/>
              </a:rPr>
              <a:t> </a:t>
            </a:r>
            <a:r>
              <a:rPr sz="2150" spc="60" dirty="0" smtClean="0">
                <a:latin typeface="Segoe UI"/>
                <a:cs typeface="Segoe UI"/>
              </a:rPr>
              <a:t>everyone</a:t>
            </a:r>
            <a:r>
              <a:rPr sz="2150" spc="165" dirty="0" smtClean="0">
                <a:latin typeface="Segoe UI"/>
                <a:cs typeface="Segoe UI"/>
              </a:rPr>
              <a:t> </a:t>
            </a:r>
            <a:r>
              <a:rPr sz="2150" spc="60" dirty="0" smtClean="0">
                <a:latin typeface="Segoe UI"/>
                <a:cs typeface="Segoe UI"/>
              </a:rPr>
              <a:t>understands</a:t>
            </a:r>
            <a:r>
              <a:rPr sz="2150" spc="155" dirty="0" smtClean="0">
                <a:latin typeface="Segoe UI"/>
                <a:cs typeface="Segoe UI"/>
              </a:rPr>
              <a:t> </a:t>
            </a:r>
            <a:r>
              <a:rPr sz="2150" spc="50" dirty="0" smtClean="0">
                <a:latin typeface="Segoe UI"/>
                <a:cs typeface="Segoe UI"/>
              </a:rPr>
              <a:t>the</a:t>
            </a:r>
            <a:r>
              <a:rPr sz="2150" spc="165" dirty="0" smtClean="0">
                <a:latin typeface="Segoe UI"/>
                <a:cs typeface="Segoe UI"/>
              </a:rPr>
              <a:t> </a:t>
            </a:r>
            <a:r>
              <a:rPr sz="2150" spc="50" dirty="0" smtClean="0">
                <a:latin typeface="Segoe UI"/>
                <a:cs typeface="Segoe UI"/>
              </a:rPr>
              <a:t>charter.</a:t>
            </a:r>
            <a:endParaRPr sz="2150" dirty="0" smtClean="0">
              <a:latin typeface="Segoe UI"/>
              <a:cs typeface="Segoe UI"/>
            </a:endParaRPr>
          </a:p>
          <a:p>
            <a:pPr marL="325755" indent="-313055">
              <a:lnSpc>
                <a:spcPct val="100000"/>
              </a:lnSpc>
              <a:spcBef>
                <a:spcPts val="1845"/>
              </a:spcBef>
              <a:buFont typeface="Segoe UI"/>
              <a:buAutoNum type="arabicPeriod" startAt="2"/>
              <a:tabLst>
                <a:tab pos="325755" algn="l"/>
              </a:tabLst>
            </a:pPr>
            <a:r>
              <a:rPr sz="2150" spc="75" dirty="0" smtClean="0">
                <a:latin typeface="Segoe UI Semibold"/>
                <a:cs typeface="Segoe UI Semibold"/>
              </a:rPr>
              <a:t>Involvement</a:t>
            </a:r>
            <a:r>
              <a:rPr sz="2150" spc="140" dirty="0" smtClean="0">
                <a:latin typeface="Segoe UI Semibold"/>
                <a:cs typeface="Segoe UI Semibold"/>
              </a:rPr>
              <a:t> </a:t>
            </a:r>
            <a:r>
              <a:rPr sz="2150" dirty="0">
                <a:latin typeface="Segoe UI Semibold"/>
                <a:cs typeface="Segoe UI Semibold"/>
              </a:rPr>
              <a:t>of</a:t>
            </a:r>
            <a:r>
              <a:rPr sz="2150" spc="180" dirty="0">
                <a:latin typeface="Segoe UI Semibold"/>
                <a:cs typeface="Segoe UI Semibold"/>
              </a:rPr>
              <a:t> </a:t>
            </a:r>
            <a:r>
              <a:rPr sz="2150" spc="55" dirty="0">
                <a:latin typeface="Segoe UI Semibold"/>
                <a:cs typeface="Segoe UI Semibold"/>
              </a:rPr>
              <a:t>Key</a:t>
            </a:r>
            <a:r>
              <a:rPr sz="2150" spc="195" dirty="0">
                <a:latin typeface="Segoe UI Semibold"/>
                <a:cs typeface="Segoe UI Semibold"/>
              </a:rPr>
              <a:t> </a:t>
            </a:r>
            <a:r>
              <a:rPr sz="2150" spc="40" dirty="0">
                <a:latin typeface="Segoe UI Semibold"/>
                <a:cs typeface="Segoe UI Semibold"/>
              </a:rPr>
              <a:t>Stakeholders</a:t>
            </a:r>
            <a:endParaRPr sz="2150" dirty="0">
              <a:latin typeface="Segoe UI Semibold"/>
              <a:cs typeface="Segoe UI Semibold"/>
            </a:endParaRPr>
          </a:p>
          <a:p>
            <a:pPr marL="878840">
              <a:lnSpc>
                <a:spcPct val="100000"/>
              </a:lnSpc>
              <a:spcBef>
                <a:spcPts val="1920"/>
              </a:spcBef>
            </a:pPr>
            <a:r>
              <a:rPr sz="2150" spc="65" dirty="0">
                <a:latin typeface="Segoe UI"/>
                <a:cs typeface="Segoe UI"/>
              </a:rPr>
              <a:t>Engage</a:t>
            </a:r>
            <a:r>
              <a:rPr sz="2150" spc="165" dirty="0">
                <a:latin typeface="Segoe UI"/>
                <a:cs typeface="Segoe UI"/>
              </a:rPr>
              <a:t> </a:t>
            </a:r>
            <a:r>
              <a:rPr sz="2150" spc="65" dirty="0">
                <a:latin typeface="Segoe UI"/>
                <a:cs typeface="Segoe UI"/>
              </a:rPr>
              <a:t>stakeholders</a:t>
            </a:r>
            <a:r>
              <a:rPr sz="2150" spc="170" dirty="0">
                <a:latin typeface="Segoe UI"/>
                <a:cs typeface="Segoe UI"/>
              </a:rPr>
              <a:t> </a:t>
            </a:r>
            <a:r>
              <a:rPr sz="2150" spc="50" dirty="0">
                <a:latin typeface="Segoe UI"/>
                <a:cs typeface="Segoe UI"/>
              </a:rPr>
              <a:t>during</a:t>
            </a:r>
            <a:r>
              <a:rPr sz="2150" spc="185" dirty="0">
                <a:latin typeface="Segoe UI"/>
                <a:cs typeface="Segoe UI"/>
              </a:rPr>
              <a:t> </a:t>
            </a:r>
            <a:r>
              <a:rPr sz="2150" spc="65" dirty="0">
                <a:latin typeface="Segoe UI"/>
                <a:cs typeface="Segoe UI"/>
              </a:rPr>
              <a:t>creation</a:t>
            </a:r>
            <a:r>
              <a:rPr sz="2150" spc="165" dirty="0">
                <a:latin typeface="Segoe UI"/>
                <a:cs typeface="Segoe UI"/>
              </a:rPr>
              <a:t> </a:t>
            </a:r>
            <a:r>
              <a:rPr sz="2150" dirty="0">
                <a:latin typeface="Segoe UI"/>
                <a:cs typeface="Segoe UI"/>
              </a:rPr>
              <a:t>to</a:t>
            </a:r>
            <a:r>
              <a:rPr sz="2150" spc="190" dirty="0">
                <a:latin typeface="Segoe UI"/>
                <a:cs typeface="Segoe UI"/>
              </a:rPr>
              <a:t> </a:t>
            </a:r>
            <a:r>
              <a:rPr sz="2150" spc="50" dirty="0">
                <a:latin typeface="Segoe UI"/>
                <a:cs typeface="Segoe UI"/>
              </a:rPr>
              <a:t>ensure</a:t>
            </a:r>
            <a:r>
              <a:rPr sz="2150" spc="180" dirty="0">
                <a:latin typeface="Segoe UI"/>
                <a:cs typeface="Segoe UI"/>
              </a:rPr>
              <a:t> </a:t>
            </a:r>
            <a:r>
              <a:rPr sz="2150" spc="80" dirty="0">
                <a:latin typeface="Segoe UI"/>
                <a:cs typeface="Segoe UI"/>
              </a:rPr>
              <a:t>buy-</a:t>
            </a:r>
            <a:r>
              <a:rPr sz="2150" dirty="0">
                <a:latin typeface="Segoe UI"/>
                <a:cs typeface="Segoe UI"/>
              </a:rPr>
              <a:t>in</a:t>
            </a:r>
            <a:r>
              <a:rPr sz="2150" spc="160" dirty="0">
                <a:latin typeface="Segoe UI"/>
                <a:cs typeface="Segoe UI"/>
              </a:rPr>
              <a:t> </a:t>
            </a:r>
            <a:r>
              <a:rPr sz="2150" spc="50" dirty="0">
                <a:latin typeface="Segoe UI"/>
                <a:cs typeface="Segoe UI"/>
              </a:rPr>
              <a:t>and</a:t>
            </a:r>
            <a:r>
              <a:rPr sz="2150" spc="190" dirty="0">
                <a:latin typeface="Segoe UI"/>
                <a:cs typeface="Segoe UI"/>
              </a:rPr>
              <a:t> </a:t>
            </a:r>
            <a:r>
              <a:rPr sz="2150" spc="50" dirty="0">
                <a:latin typeface="Segoe UI"/>
                <a:cs typeface="Segoe UI"/>
              </a:rPr>
              <a:t>accuracy.</a:t>
            </a:r>
            <a:endParaRPr sz="2150" dirty="0">
              <a:latin typeface="Segoe UI"/>
              <a:cs typeface="Segoe UI"/>
            </a:endParaRPr>
          </a:p>
          <a:p>
            <a:pPr marL="325755" indent="-313055">
              <a:lnSpc>
                <a:spcPct val="100000"/>
              </a:lnSpc>
              <a:spcBef>
                <a:spcPts val="1845"/>
              </a:spcBef>
              <a:buFont typeface="Segoe UI"/>
              <a:buAutoNum type="arabicPeriod" startAt="3"/>
              <a:tabLst>
                <a:tab pos="325755" algn="l"/>
              </a:tabLst>
            </a:pPr>
            <a:r>
              <a:rPr sz="2150" spc="70" dirty="0">
                <a:latin typeface="Segoe UI Semibold"/>
                <a:cs typeface="Segoe UI Semibold"/>
              </a:rPr>
              <a:t>Define</a:t>
            </a:r>
            <a:r>
              <a:rPr sz="2150" spc="140" dirty="0">
                <a:latin typeface="Segoe UI Semibold"/>
                <a:cs typeface="Segoe UI Semibold"/>
              </a:rPr>
              <a:t> </a:t>
            </a:r>
            <a:r>
              <a:rPr sz="2150" spc="70" dirty="0">
                <a:latin typeface="Segoe UI Semibold"/>
                <a:cs typeface="Segoe UI Semibold"/>
              </a:rPr>
              <a:t>Boundaries</a:t>
            </a:r>
            <a:r>
              <a:rPr sz="2150" spc="220" dirty="0">
                <a:latin typeface="Segoe UI Semibold"/>
                <a:cs typeface="Segoe UI Semibold"/>
              </a:rPr>
              <a:t> </a:t>
            </a:r>
            <a:r>
              <a:rPr sz="2150" spc="60" dirty="0">
                <a:latin typeface="Segoe UI Semibold"/>
                <a:cs typeface="Segoe UI Semibold"/>
              </a:rPr>
              <a:t>Clearly</a:t>
            </a:r>
            <a:endParaRPr sz="2150" dirty="0">
              <a:latin typeface="Segoe UI Semibold"/>
              <a:cs typeface="Segoe UI Semibold"/>
            </a:endParaRPr>
          </a:p>
          <a:p>
            <a:pPr marL="878840">
              <a:lnSpc>
                <a:spcPct val="100000"/>
              </a:lnSpc>
              <a:spcBef>
                <a:spcPts val="1920"/>
              </a:spcBef>
            </a:pPr>
            <a:r>
              <a:rPr sz="2150" spc="65" dirty="0">
                <a:latin typeface="Segoe UI"/>
                <a:cs typeface="Segoe UI"/>
              </a:rPr>
              <a:t>Clearly</a:t>
            </a:r>
            <a:r>
              <a:rPr sz="2150" spc="170" dirty="0">
                <a:latin typeface="Segoe UI"/>
                <a:cs typeface="Segoe UI"/>
              </a:rPr>
              <a:t> </a:t>
            </a:r>
            <a:r>
              <a:rPr sz="2150" spc="65" dirty="0">
                <a:latin typeface="Segoe UI"/>
                <a:cs typeface="Segoe UI"/>
              </a:rPr>
              <a:t>state</a:t>
            </a:r>
            <a:r>
              <a:rPr sz="2150" spc="170" dirty="0">
                <a:latin typeface="Segoe UI"/>
                <a:cs typeface="Segoe UI"/>
              </a:rPr>
              <a:t> </a:t>
            </a:r>
            <a:r>
              <a:rPr sz="2150" spc="60" dirty="0">
                <a:latin typeface="Segoe UI"/>
                <a:cs typeface="Segoe UI"/>
              </a:rPr>
              <a:t>what</a:t>
            </a:r>
            <a:r>
              <a:rPr sz="2150" spc="200" dirty="0">
                <a:latin typeface="Segoe UI"/>
                <a:cs typeface="Segoe UI"/>
              </a:rPr>
              <a:t> </a:t>
            </a:r>
            <a:r>
              <a:rPr sz="2150" dirty="0">
                <a:latin typeface="Segoe UI"/>
                <a:cs typeface="Segoe UI"/>
              </a:rPr>
              <a:t>is</a:t>
            </a:r>
            <a:r>
              <a:rPr sz="2150" spc="160" dirty="0">
                <a:latin typeface="Segoe UI"/>
                <a:cs typeface="Segoe UI"/>
              </a:rPr>
              <a:t> </a:t>
            </a:r>
            <a:r>
              <a:rPr sz="2150" spc="50" dirty="0">
                <a:latin typeface="Segoe UI"/>
                <a:cs typeface="Segoe UI"/>
              </a:rPr>
              <a:t>and</a:t>
            </a:r>
            <a:r>
              <a:rPr sz="2150" spc="180" dirty="0">
                <a:latin typeface="Segoe UI"/>
                <a:cs typeface="Segoe UI"/>
              </a:rPr>
              <a:t> </a:t>
            </a:r>
            <a:r>
              <a:rPr sz="2150" spc="55" dirty="0">
                <a:latin typeface="Segoe UI"/>
                <a:cs typeface="Segoe UI"/>
              </a:rPr>
              <a:t>isn't</a:t>
            </a:r>
            <a:r>
              <a:rPr sz="2150" spc="195" dirty="0">
                <a:latin typeface="Segoe UI"/>
                <a:cs typeface="Segoe UI"/>
              </a:rPr>
              <a:t> </a:t>
            </a:r>
            <a:r>
              <a:rPr sz="2150" spc="55" dirty="0">
                <a:latin typeface="Segoe UI"/>
                <a:cs typeface="Segoe UI"/>
              </a:rPr>
              <a:t>included</a:t>
            </a:r>
            <a:r>
              <a:rPr sz="2150" spc="185" dirty="0">
                <a:latin typeface="Segoe UI"/>
                <a:cs typeface="Segoe UI"/>
              </a:rPr>
              <a:t> </a:t>
            </a:r>
            <a:r>
              <a:rPr sz="2150" dirty="0">
                <a:latin typeface="Segoe UI"/>
                <a:cs typeface="Segoe UI"/>
              </a:rPr>
              <a:t>to</a:t>
            </a:r>
            <a:r>
              <a:rPr sz="2150" spc="185" dirty="0">
                <a:latin typeface="Segoe UI"/>
                <a:cs typeface="Segoe UI"/>
              </a:rPr>
              <a:t> </a:t>
            </a:r>
            <a:r>
              <a:rPr sz="2150" spc="60" dirty="0">
                <a:latin typeface="Segoe UI"/>
                <a:cs typeface="Segoe UI"/>
              </a:rPr>
              <a:t>prevent</a:t>
            </a:r>
            <a:r>
              <a:rPr sz="2150" spc="195" dirty="0">
                <a:latin typeface="Segoe UI"/>
                <a:cs typeface="Segoe UI"/>
              </a:rPr>
              <a:t> </a:t>
            </a:r>
            <a:r>
              <a:rPr sz="2150" spc="55" dirty="0">
                <a:latin typeface="Segoe UI"/>
                <a:cs typeface="Segoe UI"/>
              </a:rPr>
              <a:t>scope</a:t>
            </a:r>
            <a:r>
              <a:rPr sz="2150" spc="175" dirty="0">
                <a:latin typeface="Segoe UI"/>
                <a:cs typeface="Segoe UI"/>
              </a:rPr>
              <a:t> </a:t>
            </a:r>
            <a:r>
              <a:rPr sz="2150" spc="45" dirty="0">
                <a:latin typeface="Segoe UI"/>
                <a:cs typeface="Segoe UI"/>
              </a:rPr>
              <a:t>creep.</a:t>
            </a:r>
            <a:endParaRPr sz="2150" dirty="0">
              <a:latin typeface="Segoe UI"/>
              <a:cs typeface="Segoe UI"/>
            </a:endParaRPr>
          </a:p>
        </p:txBody>
      </p:sp>
      <p:sp>
        <p:nvSpPr>
          <p:cNvPr id="7" name="object 7"/>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7</a:t>
            </a:fld>
            <a:endParaRPr spc="-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5912" y="2967037"/>
            <a:ext cx="114299" cy="114299"/>
          </a:xfrm>
          <a:prstGeom prst="rect">
            <a:avLst/>
          </a:prstGeom>
        </p:spPr>
      </p:pic>
      <p:pic>
        <p:nvPicPr>
          <p:cNvPr id="3" name="object 3"/>
          <p:cNvPicPr/>
          <p:nvPr/>
        </p:nvPicPr>
        <p:blipFill>
          <a:blip r:embed="rId3" cstate="print"/>
          <a:stretch>
            <a:fillRect/>
          </a:stretch>
        </p:blipFill>
        <p:spPr>
          <a:xfrm>
            <a:off x="1585912" y="4100512"/>
            <a:ext cx="114299" cy="114299"/>
          </a:xfrm>
          <a:prstGeom prst="rect">
            <a:avLst/>
          </a:prstGeom>
        </p:spPr>
      </p:pic>
      <p:sp>
        <p:nvSpPr>
          <p:cNvPr id="4" name="object 4"/>
          <p:cNvSpPr txBox="1"/>
          <p:nvPr/>
        </p:nvSpPr>
        <p:spPr>
          <a:xfrm>
            <a:off x="973137" y="2263775"/>
            <a:ext cx="10477500" cy="2471420"/>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startAt="4"/>
              <a:tabLst>
                <a:tab pos="325755" algn="l"/>
              </a:tabLst>
            </a:pPr>
            <a:r>
              <a:rPr sz="2150" spc="60" dirty="0">
                <a:latin typeface="Segoe UI Semibold"/>
                <a:cs typeface="Segoe UI Semibold"/>
              </a:rPr>
              <a:t>Align</a:t>
            </a:r>
            <a:r>
              <a:rPr sz="2150" spc="185" dirty="0">
                <a:latin typeface="Segoe UI Semibold"/>
                <a:cs typeface="Segoe UI Semibold"/>
              </a:rPr>
              <a:t> </a:t>
            </a:r>
            <a:r>
              <a:rPr sz="2150" spc="60" dirty="0">
                <a:latin typeface="Segoe UI Semibold"/>
                <a:cs typeface="Segoe UI Semibold"/>
              </a:rPr>
              <a:t>with</a:t>
            </a:r>
            <a:r>
              <a:rPr sz="2150" spc="190" dirty="0">
                <a:latin typeface="Segoe UI Semibold"/>
                <a:cs typeface="Segoe UI Semibold"/>
              </a:rPr>
              <a:t> </a:t>
            </a:r>
            <a:r>
              <a:rPr sz="2150" spc="65" dirty="0">
                <a:latin typeface="Segoe UI Semibold"/>
                <a:cs typeface="Segoe UI Semibold"/>
              </a:rPr>
              <a:t>Organizational</a:t>
            </a:r>
            <a:r>
              <a:rPr sz="2150" spc="215" dirty="0">
                <a:latin typeface="Segoe UI Semibold"/>
                <a:cs typeface="Segoe UI Semibold"/>
              </a:rPr>
              <a:t> </a:t>
            </a:r>
            <a:r>
              <a:rPr sz="2150" spc="50" dirty="0">
                <a:latin typeface="Segoe UI Semibold"/>
                <a:cs typeface="Segoe UI Semibold"/>
              </a:rPr>
              <a:t>Goals</a:t>
            </a:r>
            <a:endParaRPr sz="2150">
              <a:latin typeface="Segoe UI Semibold"/>
              <a:cs typeface="Segoe UI Semibold"/>
            </a:endParaRPr>
          </a:p>
          <a:p>
            <a:pPr marL="878840">
              <a:lnSpc>
                <a:spcPct val="100000"/>
              </a:lnSpc>
              <a:spcBef>
                <a:spcPts val="1920"/>
              </a:spcBef>
            </a:pPr>
            <a:r>
              <a:rPr sz="2150" spc="55" dirty="0">
                <a:latin typeface="Segoe UI"/>
                <a:cs typeface="Segoe UI"/>
              </a:rPr>
              <a:t>Ensure</a:t>
            </a:r>
            <a:r>
              <a:rPr sz="2150" spc="160" dirty="0">
                <a:latin typeface="Segoe UI"/>
                <a:cs typeface="Segoe UI"/>
              </a:rPr>
              <a:t> </a:t>
            </a:r>
            <a:r>
              <a:rPr sz="2150" spc="50" dirty="0">
                <a:latin typeface="Segoe UI"/>
                <a:cs typeface="Segoe UI"/>
              </a:rPr>
              <a:t>the</a:t>
            </a:r>
            <a:r>
              <a:rPr sz="2150" spc="160" dirty="0">
                <a:latin typeface="Segoe UI"/>
                <a:cs typeface="Segoe UI"/>
              </a:rPr>
              <a:t> </a:t>
            </a:r>
            <a:r>
              <a:rPr sz="2150" spc="60" dirty="0">
                <a:latin typeface="Segoe UI"/>
                <a:cs typeface="Segoe UI"/>
              </a:rPr>
              <a:t>project</a:t>
            </a:r>
            <a:r>
              <a:rPr sz="2150" spc="185" dirty="0">
                <a:latin typeface="Segoe UI"/>
                <a:cs typeface="Segoe UI"/>
              </a:rPr>
              <a:t> </a:t>
            </a:r>
            <a:r>
              <a:rPr sz="2150" spc="60" dirty="0">
                <a:latin typeface="Segoe UI"/>
                <a:cs typeface="Segoe UI"/>
              </a:rPr>
              <a:t>supports</a:t>
            </a:r>
            <a:r>
              <a:rPr sz="2150" spc="150" dirty="0">
                <a:latin typeface="Segoe UI"/>
                <a:cs typeface="Segoe UI"/>
              </a:rPr>
              <a:t> </a:t>
            </a:r>
            <a:r>
              <a:rPr sz="2150" spc="65" dirty="0">
                <a:latin typeface="Segoe UI"/>
                <a:cs typeface="Segoe UI"/>
              </a:rPr>
              <a:t>broader</a:t>
            </a:r>
            <a:r>
              <a:rPr sz="2150" spc="165" dirty="0">
                <a:latin typeface="Segoe UI"/>
                <a:cs typeface="Segoe UI"/>
              </a:rPr>
              <a:t> </a:t>
            </a:r>
            <a:r>
              <a:rPr sz="2150" spc="55" dirty="0">
                <a:latin typeface="Segoe UI"/>
                <a:cs typeface="Segoe UI"/>
              </a:rPr>
              <a:t>business</a:t>
            </a:r>
            <a:r>
              <a:rPr sz="2150" spc="145" dirty="0">
                <a:latin typeface="Segoe UI"/>
                <a:cs typeface="Segoe UI"/>
              </a:rPr>
              <a:t> </a:t>
            </a:r>
            <a:r>
              <a:rPr sz="2150" spc="55" dirty="0">
                <a:latin typeface="Segoe UI"/>
                <a:cs typeface="Segoe UI"/>
              </a:rPr>
              <a:t>objectives.</a:t>
            </a:r>
            <a:endParaRPr sz="2150">
              <a:latin typeface="Segoe UI"/>
              <a:cs typeface="Segoe UI"/>
            </a:endParaRPr>
          </a:p>
          <a:p>
            <a:pPr marL="325755" indent="-313055">
              <a:lnSpc>
                <a:spcPct val="100000"/>
              </a:lnSpc>
              <a:spcBef>
                <a:spcPts val="1845"/>
              </a:spcBef>
              <a:buFont typeface="Segoe UI"/>
              <a:buAutoNum type="arabicPeriod" startAt="5"/>
              <a:tabLst>
                <a:tab pos="325755" algn="l"/>
              </a:tabLst>
            </a:pPr>
            <a:r>
              <a:rPr sz="2150" spc="50" dirty="0">
                <a:latin typeface="Segoe UI Semibold"/>
                <a:cs typeface="Segoe UI Semibold"/>
              </a:rPr>
              <a:t>Regular</a:t>
            </a:r>
            <a:r>
              <a:rPr sz="2150" spc="175" dirty="0">
                <a:latin typeface="Segoe UI Semibold"/>
                <a:cs typeface="Segoe UI Semibold"/>
              </a:rPr>
              <a:t> </a:t>
            </a:r>
            <a:r>
              <a:rPr sz="2150" spc="-10" dirty="0">
                <a:latin typeface="Segoe UI Semibold"/>
                <a:cs typeface="Segoe UI Semibold"/>
              </a:rPr>
              <a:t>Updates</a:t>
            </a:r>
            <a:endParaRPr sz="2150">
              <a:latin typeface="Segoe UI Semibold"/>
              <a:cs typeface="Segoe UI Semibold"/>
            </a:endParaRPr>
          </a:p>
          <a:p>
            <a:pPr marL="878840" marR="5080">
              <a:lnSpc>
                <a:spcPct val="125000"/>
              </a:lnSpc>
              <a:spcBef>
                <a:spcPts val="1275"/>
              </a:spcBef>
            </a:pPr>
            <a:r>
              <a:rPr sz="2150" spc="50" dirty="0">
                <a:latin typeface="Segoe UI"/>
                <a:cs typeface="Segoe UI"/>
              </a:rPr>
              <a:t>While</a:t>
            </a:r>
            <a:r>
              <a:rPr sz="2150" spc="195" dirty="0">
                <a:latin typeface="Segoe UI"/>
                <a:cs typeface="Segoe UI"/>
              </a:rPr>
              <a:t> </a:t>
            </a:r>
            <a:r>
              <a:rPr sz="2150" spc="50" dirty="0">
                <a:latin typeface="Segoe UI"/>
                <a:cs typeface="Segoe UI"/>
              </a:rPr>
              <a:t>the</a:t>
            </a:r>
            <a:r>
              <a:rPr sz="2150" spc="200" dirty="0">
                <a:latin typeface="Segoe UI"/>
                <a:cs typeface="Segoe UI"/>
              </a:rPr>
              <a:t> </a:t>
            </a:r>
            <a:r>
              <a:rPr sz="2150" spc="60" dirty="0">
                <a:latin typeface="Segoe UI"/>
                <a:cs typeface="Segoe UI"/>
              </a:rPr>
              <a:t>charter</a:t>
            </a:r>
            <a:r>
              <a:rPr sz="2150" spc="210" dirty="0">
                <a:latin typeface="Segoe UI"/>
                <a:cs typeface="Segoe UI"/>
              </a:rPr>
              <a:t> </a:t>
            </a:r>
            <a:r>
              <a:rPr sz="2150" dirty="0">
                <a:latin typeface="Segoe UI"/>
                <a:cs typeface="Segoe UI"/>
              </a:rPr>
              <a:t>is</a:t>
            </a:r>
            <a:r>
              <a:rPr sz="2150" spc="195" dirty="0">
                <a:latin typeface="Segoe UI"/>
                <a:cs typeface="Segoe UI"/>
              </a:rPr>
              <a:t> </a:t>
            </a:r>
            <a:r>
              <a:rPr sz="2150" dirty="0">
                <a:latin typeface="Segoe UI"/>
                <a:cs typeface="Segoe UI"/>
              </a:rPr>
              <a:t>a</a:t>
            </a:r>
            <a:r>
              <a:rPr sz="2150" spc="235" dirty="0">
                <a:latin typeface="Segoe UI"/>
                <a:cs typeface="Segoe UI"/>
              </a:rPr>
              <a:t> </a:t>
            </a:r>
            <a:r>
              <a:rPr sz="2150" spc="70" dirty="0">
                <a:latin typeface="Segoe UI"/>
                <a:cs typeface="Segoe UI"/>
              </a:rPr>
              <a:t>high-</a:t>
            </a:r>
            <a:r>
              <a:rPr sz="2150" spc="60" dirty="0">
                <a:latin typeface="Segoe UI"/>
                <a:cs typeface="Segoe UI"/>
              </a:rPr>
              <a:t>level</a:t>
            </a:r>
            <a:r>
              <a:rPr sz="2150" spc="215" dirty="0">
                <a:latin typeface="Segoe UI"/>
                <a:cs typeface="Segoe UI"/>
              </a:rPr>
              <a:t> </a:t>
            </a:r>
            <a:r>
              <a:rPr sz="2150" spc="60" dirty="0">
                <a:latin typeface="Segoe UI"/>
                <a:cs typeface="Segoe UI"/>
              </a:rPr>
              <a:t>document,</a:t>
            </a:r>
            <a:r>
              <a:rPr sz="2150" spc="190" dirty="0">
                <a:latin typeface="Segoe UI"/>
                <a:cs typeface="Segoe UI"/>
              </a:rPr>
              <a:t> </a:t>
            </a:r>
            <a:r>
              <a:rPr sz="2150" spc="60" dirty="0">
                <a:latin typeface="Segoe UI"/>
                <a:cs typeface="Segoe UI"/>
              </a:rPr>
              <a:t>revisit</a:t>
            </a:r>
            <a:r>
              <a:rPr sz="2150" spc="229" dirty="0">
                <a:latin typeface="Segoe UI"/>
                <a:cs typeface="Segoe UI"/>
              </a:rPr>
              <a:t> </a:t>
            </a:r>
            <a:r>
              <a:rPr sz="2150" dirty="0">
                <a:latin typeface="Segoe UI"/>
                <a:cs typeface="Segoe UI"/>
              </a:rPr>
              <a:t>it</a:t>
            </a:r>
            <a:r>
              <a:rPr sz="2150" spc="229" dirty="0">
                <a:latin typeface="Segoe UI"/>
                <a:cs typeface="Segoe UI"/>
              </a:rPr>
              <a:t> </a:t>
            </a:r>
            <a:r>
              <a:rPr sz="2150" dirty="0">
                <a:latin typeface="Segoe UI"/>
                <a:cs typeface="Segoe UI"/>
              </a:rPr>
              <a:t>if</a:t>
            </a:r>
            <a:r>
              <a:rPr sz="2150" spc="210" dirty="0">
                <a:latin typeface="Segoe UI"/>
                <a:cs typeface="Segoe UI"/>
              </a:rPr>
              <a:t> </a:t>
            </a:r>
            <a:r>
              <a:rPr sz="2150" spc="60" dirty="0">
                <a:latin typeface="Segoe UI"/>
                <a:cs typeface="Segoe UI"/>
              </a:rPr>
              <a:t>significant</a:t>
            </a:r>
            <a:r>
              <a:rPr sz="2150" spc="229" dirty="0">
                <a:latin typeface="Segoe UI"/>
                <a:cs typeface="Segoe UI"/>
              </a:rPr>
              <a:t> </a:t>
            </a:r>
            <a:r>
              <a:rPr sz="2150" spc="45" dirty="0">
                <a:latin typeface="Segoe UI"/>
                <a:cs typeface="Segoe UI"/>
              </a:rPr>
              <a:t>changes </a:t>
            </a:r>
            <a:r>
              <a:rPr sz="2150" spc="40" dirty="0">
                <a:latin typeface="Segoe UI"/>
                <a:cs typeface="Segoe UI"/>
              </a:rPr>
              <a:t>occur.</a:t>
            </a:r>
            <a:endParaRPr sz="2150">
              <a:latin typeface="Segoe UI"/>
              <a:cs typeface="Segoe UI"/>
            </a:endParaRPr>
          </a:p>
        </p:txBody>
      </p:sp>
      <p:sp>
        <p:nvSpPr>
          <p:cNvPr id="5" name="object 5"/>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8</a:t>
            </a:fld>
            <a:endParaRPr spc="-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46050">
              <a:lnSpc>
                <a:spcPct val="100000"/>
              </a:lnSpc>
              <a:spcBef>
                <a:spcPts val="240"/>
              </a:spcBef>
            </a:pPr>
            <a:fld id="{81D60167-4931-47E6-BA6A-407CBD079E47}" type="slidenum">
              <a:rPr spc="-50" dirty="0"/>
              <a:t>9</a:t>
            </a:fld>
            <a:endParaRPr spc="-50" dirty="0"/>
          </a:p>
        </p:txBody>
      </p:sp>
      <p:sp>
        <p:nvSpPr>
          <p:cNvPr id="2" name="object 2"/>
          <p:cNvSpPr txBox="1">
            <a:spLocks noGrp="1"/>
          </p:cNvSpPr>
          <p:nvPr>
            <p:ph type="title"/>
          </p:nvPr>
        </p:nvSpPr>
        <p:spPr>
          <a:xfrm>
            <a:off x="735012" y="3088639"/>
            <a:ext cx="5037455" cy="556260"/>
          </a:xfrm>
          <a:prstGeom prst="rect">
            <a:avLst/>
          </a:prstGeom>
        </p:spPr>
        <p:txBody>
          <a:bodyPr vert="horz" wrap="square" lIns="0" tIns="16510" rIns="0" bIns="0" rtlCol="0">
            <a:spAutoFit/>
          </a:bodyPr>
          <a:lstStyle/>
          <a:p>
            <a:pPr marL="12700">
              <a:lnSpc>
                <a:spcPct val="100000"/>
              </a:lnSpc>
              <a:spcBef>
                <a:spcPts val="130"/>
              </a:spcBef>
            </a:pPr>
            <a:r>
              <a:rPr sz="3450" spc="65" dirty="0"/>
              <a:t>Example</a:t>
            </a:r>
            <a:r>
              <a:rPr sz="3450" spc="125" dirty="0"/>
              <a:t> </a:t>
            </a:r>
            <a:r>
              <a:rPr sz="3450" spc="50" dirty="0"/>
              <a:t>Project</a:t>
            </a:r>
            <a:r>
              <a:rPr sz="3450" spc="200" dirty="0"/>
              <a:t> </a:t>
            </a:r>
            <a:r>
              <a:rPr sz="3450" spc="60" dirty="0"/>
              <a:t>Charter</a:t>
            </a:r>
            <a:endParaRPr sz="345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1626849" y="6322391"/>
            <a:ext cx="282575" cy="329565"/>
          </a:xfrm>
          <a:prstGeom prst="rect">
            <a:avLst/>
          </a:prstGeom>
        </p:spPr>
        <p:txBody>
          <a:bodyPr vert="horz" wrap="square" lIns="0" tIns="30480" rIns="0" bIns="0" rtlCol="0">
            <a:spAutoFit/>
          </a:bodyPr>
          <a:lstStyle/>
          <a:p>
            <a:pPr marL="12700">
              <a:lnSpc>
                <a:spcPct val="100000"/>
              </a:lnSpc>
              <a:spcBef>
                <a:spcPts val="240"/>
              </a:spcBef>
            </a:pPr>
            <a:r>
              <a:rPr sz="1800" spc="-25" dirty="0">
                <a:solidFill>
                  <a:srgbClr val="777777"/>
                </a:solidFill>
                <a:latin typeface="Segoe UI"/>
                <a:cs typeface="Segoe UI"/>
              </a:rPr>
              <a:t>10</a:t>
            </a:r>
            <a:endParaRPr sz="1800">
              <a:latin typeface="Segoe UI"/>
              <a:cs typeface="Segoe UI"/>
            </a:endParaRPr>
          </a:p>
        </p:txBody>
      </p:sp>
      <p:sp>
        <p:nvSpPr>
          <p:cNvPr id="2" name="object 2"/>
          <p:cNvSpPr txBox="1">
            <a:spLocks noGrp="1"/>
          </p:cNvSpPr>
          <p:nvPr>
            <p:ph type="title"/>
          </p:nvPr>
        </p:nvSpPr>
        <p:spPr>
          <a:xfrm>
            <a:off x="735012" y="1464627"/>
            <a:ext cx="1797050" cy="390525"/>
          </a:xfrm>
          <a:prstGeom prst="rect">
            <a:avLst/>
          </a:prstGeom>
        </p:spPr>
        <p:txBody>
          <a:bodyPr vert="horz" wrap="square" lIns="0" tIns="11430" rIns="0" bIns="0" rtlCol="0">
            <a:spAutoFit/>
          </a:bodyPr>
          <a:lstStyle/>
          <a:p>
            <a:pPr marL="12700">
              <a:lnSpc>
                <a:spcPct val="100000"/>
              </a:lnSpc>
              <a:spcBef>
                <a:spcPts val="90"/>
              </a:spcBef>
            </a:pPr>
            <a:r>
              <a:rPr sz="2400" spc="55" dirty="0"/>
              <a:t>Project</a:t>
            </a:r>
            <a:r>
              <a:rPr sz="2400" spc="200" dirty="0"/>
              <a:t> </a:t>
            </a:r>
            <a:r>
              <a:rPr sz="2400" spc="40" dirty="0"/>
              <a:t>Title</a:t>
            </a:r>
            <a:endParaRPr sz="2400"/>
          </a:p>
        </p:txBody>
      </p:sp>
      <p:sp>
        <p:nvSpPr>
          <p:cNvPr id="3" name="object 3"/>
          <p:cNvSpPr txBox="1">
            <a:spLocks noGrp="1"/>
          </p:cNvSpPr>
          <p:nvPr>
            <p:ph type="body" idx="1"/>
          </p:nvPr>
        </p:nvSpPr>
        <p:spPr>
          <a:prstGeom prst="rect">
            <a:avLst/>
          </a:prstGeom>
        </p:spPr>
        <p:txBody>
          <a:bodyPr vert="horz" wrap="square" lIns="0" tIns="176847" rIns="0" bIns="0" rtlCol="0">
            <a:spAutoFit/>
          </a:bodyPr>
          <a:lstStyle/>
          <a:p>
            <a:pPr marL="12700">
              <a:lnSpc>
                <a:spcPct val="100000"/>
              </a:lnSpc>
              <a:spcBef>
                <a:spcPts val="125"/>
              </a:spcBef>
            </a:pPr>
            <a:r>
              <a:rPr spc="85" dirty="0">
                <a:latin typeface="Segoe UI Semibold"/>
                <a:cs typeface="Segoe UI Semibold"/>
              </a:rPr>
              <a:t>Online</a:t>
            </a:r>
            <a:r>
              <a:rPr spc="125" dirty="0">
                <a:latin typeface="Segoe UI Semibold"/>
                <a:cs typeface="Segoe UI Semibold"/>
              </a:rPr>
              <a:t> </a:t>
            </a:r>
            <a:r>
              <a:rPr spc="70" dirty="0">
                <a:latin typeface="Segoe UI Semibold"/>
                <a:cs typeface="Segoe UI Semibold"/>
              </a:rPr>
              <a:t>Learning</a:t>
            </a:r>
            <a:r>
              <a:rPr spc="135" dirty="0">
                <a:latin typeface="Segoe UI Semibold"/>
                <a:cs typeface="Segoe UI Semibold"/>
              </a:rPr>
              <a:t> </a:t>
            </a:r>
            <a:r>
              <a:rPr spc="65" dirty="0">
                <a:latin typeface="Segoe UI Semibold"/>
                <a:cs typeface="Segoe UI Semibold"/>
              </a:rPr>
              <a:t>Management</a:t>
            </a:r>
            <a:r>
              <a:rPr spc="130" dirty="0">
                <a:latin typeface="Segoe UI Semibold"/>
                <a:cs typeface="Segoe UI Semibold"/>
              </a:rPr>
              <a:t> </a:t>
            </a:r>
            <a:r>
              <a:rPr spc="55" dirty="0">
                <a:latin typeface="Segoe UI Semibold"/>
                <a:cs typeface="Segoe UI Semibold"/>
              </a:rPr>
              <a:t>System</a:t>
            </a:r>
            <a:r>
              <a:rPr spc="190" dirty="0">
                <a:latin typeface="Segoe UI Semibold"/>
                <a:cs typeface="Segoe UI Semibold"/>
              </a:rPr>
              <a:t> </a:t>
            </a:r>
            <a:r>
              <a:rPr spc="75" dirty="0">
                <a:latin typeface="Segoe UI Semibold"/>
                <a:cs typeface="Segoe UI Semibold"/>
              </a:rPr>
              <a:t>(LMS)</a:t>
            </a:r>
            <a:r>
              <a:rPr spc="200" dirty="0">
                <a:latin typeface="Segoe UI Semibold"/>
                <a:cs typeface="Segoe UI Semibold"/>
              </a:rPr>
              <a:t> </a:t>
            </a:r>
            <a:r>
              <a:rPr spc="60" dirty="0">
                <a:latin typeface="Segoe UI Semibold"/>
                <a:cs typeface="Segoe UI Semibold"/>
              </a:rPr>
              <a:t>Development</a:t>
            </a:r>
          </a:p>
          <a:p>
            <a:pPr>
              <a:lnSpc>
                <a:spcPct val="100000"/>
              </a:lnSpc>
              <a:spcBef>
                <a:spcPts val="535"/>
              </a:spcBef>
            </a:pPr>
            <a:endParaRPr spc="60" dirty="0">
              <a:latin typeface="Segoe UI Semibold"/>
              <a:cs typeface="Segoe UI Semibold"/>
            </a:endParaRPr>
          </a:p>
          <a:p>
            <a:pPr marL="12700">
              <a:lnSpc>
                <a:spcPct val="100000"/>
              </a:lnSpc>
            </a:pPr>
            <a:r>
              <a:rPr sz="2400" spc="55" dirty="0">
                <a:solidFill>
                  <a:srgbClr val="4487CC"/>
                </a:solidFill>
                <a:latin typeface="Segoe UI Semibold"/>
                <a:cs typeface="Segoe UI Semibold"/>
              </a:rPr>
              <a:t>Project</a:t>
            </a:r>
            <a:r>
              <a:rPr sz="2400" spc="200" dirty="0">
                <a:solidFill>
                  <a:srgbClr val="4487CC"/>
                </a:solidFill>
                <a:latin typeface="Segoe UI Semibold"/>
                <a:cs typeface="Segoe UI Semibold"/>
              </a:rPr>
              <a:t> </a:t>
            </a:r>
            <a:r>
              <a:rPr sz="2400" spc="45" dirty="0">
                <a:solidFill>
                  <a:srgbClr val="4487CC"/>
                </a:solidFill>
                <a:latin typeface="Segoe UI Semibold"/>
                <a:cs typeface="Segoe UI Semibold"/>
              </a:rPr>
              <a:t>Description</a:t>
            </a:r>
            <a:endParaRPr sz="2400">
              <a:latin typeface="Segoe UI Semibold"/>
              <a:cs typeface="Segoe UI Semibold"/>
            </a:endParaRPr>
          </a:p>
          <a:p>
            <a:pPr marL="12700" marR="5080" algn="just">
              <a:lnSpc>
                <a:spcPct val="126499"/>
              </a:lnSpc>
              <a:spcBef>
                <a:spcPts val="885"/>
              </a:spcBef>
            </a:pPr>
            <a:r>
              <a:rPr dirty="0"/>
              <a:t>The</a:t>
            </a:r>
            <a:r>
              <a:rPr spc="65" dirty="0"/>
              <a:t>  </a:t>
            </a:r>
            <a:r>
              <a:rPr spc="55" dirty="0"/>
              <a:t>Online</a:t>
            </a:r>
            <a:r>
              <a:rPr spc="65" dirty="0"/>
              <a:t>  Learning</a:t>
            </a:r>
            <a:r>
              <a:rPr spc="70" dirty="0"/>
              <a:t>  </a:t>
            </a:r>
            <a:r>
              <a:rPr spc="65" dirty="0"/>
              <a:t>Management</a:t>
            </a:r>
            <a:r>
              <a:rPr spc="80" dirty="0"/>
              <a:t>  </a:t>
            </a:r>
            <a:r>
              <a:rPr dirty="0"/>
              <a:t>System</a:t>
            </a:r>
            <a:r>
              <a:rPr spc="70" dirty="0"/>
              <a:t>  </a:t>
            </a:r>
            <a:r>
              <a:rPr spc="65" dirty="0"/>
              <a:t>(LMS)</a:t>
            </a:r>
            <a:r>
              <a:rPr spc="85" dirty="0"/>
              <a:t>  </a:t>
            </a:r>
            <a:r>
              <a:rPr spc="65" dirty="0"/>
              <a:t>Development</a:t>
            </a:r>
            <a:r>
              <a:rPr spc="75" dirty="0"/>
              <a:t>  </a:t>
            </a:r>
            <a:r>
              <a:rPr spc="60" dirty="0"/>
              <a:t>project</a:t>
            </a:r>
            <a:r>
              <a:rPr spc="80" dirty="0"/>
              <a:t>  </a:t>
            </a:r>
            <a:r>
              <a:rPr spc="65" dirty="0"/>
              <a:t>aims</a:t>
            </a:r>
            <a:r>
              <a:rPr spc="60" dirty="0"/>
              <a:t>  </a:t>
            </a:r>
            <a:r>
              <a:rPr spc="-25" dirty="0"/>
              <a:t>to </a:t>
            </a:r>
            <a:r>
              <a:rPr spc="60" dirty="0"/>
              <a:t>create</a:t>
            </a:r>
            <a:r>
              <a:rPr spc="125" dirty="0"/>
              <a:t>  </a:t>
            </a:r>
            <a:r>
              <a:rPr dirty="0"/>
              <a:t>a</a:t>
            </a:r>
            <a:r>
              <a:rPr spc="140" dirty="0"/>
              <a:t>  </a:t>
            </a:r>
            <a:r>
              <a:rPr spc="65" dirty="0"/>
              <a:t>comprehensive,</a:t>
            </a:r>
            <a:r>
              <a:rPr spc="125" dirty="0"/>
              <a:t>  </a:t>
            </a:r>
            <a:r>
              <a:rPr spc="70" dirty="0"/>
              <a:t>user-</a:t>
            </a:r>
            <a:r>
              <a:rPr spc="60" dirty="0"/>
              <a:t>friendly</a:t>
            </a:r>
            <a:r>
              <a:rPr spc="130" dirty="0"/>
              <a:t>  </a:t>
            </a:r>
            <a:r>
              <a:rPr spc="65" dirty="0"/>
              <a:t>platform</a:t>
            </a:r>
            <a:r>
              <a:rPr spc="130" dirty="0"/>
              <a:t>  </a:t>
            </a:r>
            <a:r>
              <a:rPr spc="45" dirty="0"/>
              <a:t>for</a:t>
            </a:r>
            <a:r>
              <a:rPr spc="130" dirty="0"/>
              <a:t>  </a:t>
            </a:r>
            <a:r>
              <a:rPr spc="65" dirty="0"/>
              <a:t>delivering,</a:t>
            </a:r>
            <a:r>
              <a:rPr spc="125" dirty="0"/>
              <a:t>  </a:t>
            </a:r>
            <a:r>
              <a:rPr spc="65" dirty="0"/>
              <a:t>managing,</a:t>
            </a:r>
            <a:r>
              <a:rPr spc="120" dirty="0"/>
              <a:t>  </a:t>
            </a:r>
            <a:r>
              <a:rPr spc="25" dirty="0"/>
              <a:t>and </a:t>
            </a:r>
            <a:r>
              <a:rPr spc="60" dirty="0"/>
              <a:t>tracking</a:t>
            </a:r>
            <a:r>
              <a:rPr spc="320" dirty="0"/>
              <a:t>  </a:t>
            </a:r>
            <a:r>
              <a:rPr spc="55" dirty="0"/>
              <a:t>online</a:t>
            </a:r>
            <a:r>
              <a:rPr spc="330" dirty="0"/>
              <a:t>  </a:t>
            </a:r>
            <a:r>
              <a:rPr spc="55" dirty="0"/>
              <a:t>courses.</a:t>
            </a:r>
            <a:r>
              <a:rPr spc="325" dirty="0"/>
              <a:t>  </a:t>
            </a:r>
            <a:r>
              <a:rPr spc="50" dirty="0"/>
              <a:t>This</a:t>
            </a:r>
            <a:r>
              <a:rPr spc="320" dirty="0"/>
              <a:t>  </a:t>
            </a:r>
            <a:r>
              <a:rPr spc="60" dirty="0"/>
              <a:t>system</a:t>
            </a:r>
            <a:r>
              <a:rPr spc="335" dirty="0"/>
              <a:t>  </a:t>
            </a:r>
            <a:r>
              <a:rPr spc="55" dirty="0"/>
              <a:t>will</a:t>
            </a:r>
            <a:r>
              <a:rPr spc="335" dirty="0"/>
              <a:t>  </a:t>
            </a:r>
            <a:r>
              <a:rPr spc="60" dirty="0"/>
              <a:t>cater</a:t>
            </a:r>
            <a:r>
              <a:rPr spc="330" dirty="0"/>
              <a:t>  </a:t>
            </a:r>
            <a:r>
              <a:rPr dirty="0"/>
              <a:t>to</a:t>
            </a:r>
            <a:r>
              <a:rPr spc="335" dirty="0"/>
              <a:t>  </a:t>
            </a:r>
            <a:r>
              <a:rPr spc="65" dirty="0"/>
              <a:t>educational</a:t>
            </a:r>
            <a:r>
              <a:rPr spc="335" dirty="0"/>
              <a:t>  </a:t>
            </a:r>
            <a:r>
              <a:rPr spc="50" dirty="0"/>
              <a:t>institutions, </a:t>
            </a:r>
            <a:r>
              <a:rPr spc="65" dirty="0"/>
              <a:t>corporate</a:t>
            </a:r>
            <a:r>
              <a:rPr spc="480" dirty="0"/>
              <a:t> </a:t>
            </a:r>
            <a:r>
              <a:rPr spc="60" dirty="0"/>
              <a:t>training</a:t>
            </a:r>
            <a:r>
              <a:rPr spc="490" dirty="0"/>
              <a:t> </a:t>
            </a:r>
            <a:r>
              <a:rPr spc="65" dirty="0"/>
              <a:t>programs,</a:t>
            </a:r>
            <a:r>
              <a:rPr spc="470" dirty="0"/>
              <a:t> </a:t>
            </a:r>
            <a:r>
              <a:rPr spc="50" dirty="0"/>
              <a:t>and</a:t>
            </a:r>
            <a:r>
              <a:rPr spc="490" dirty="0"/>
              <a:t> </a:t>
            </a:r>
            <a:r>
              <a:rPr spc="65" dirty="0"/>
              <a:t>individual</a:t>
            </a:r>
            <a:r>
              <a:rPr spc="495" dirty="0"/>
              <a:t> </a:t>
            </a:r>
            <a:r>
              <a:rPr spc="60" dirty="0"/>
              <a:t>learners,</a:t>
            </a:r>
            <a:r>
              <a:rPr spc="475" dirty="0"/>
              <a:t> </a:t>
            </a:r>
            <a:r>
              <a:rPr spc="65" dirty="0"/>
              <a:t>providing</a:t>
            </a:r>
            <a:r>
              <a:rPr spc="490" dirty="0"/>
              <a:t> </a:t>
            </a:r>
            <a:r>
              <a:rPr spc="60" dirty="0"/>
              <a:t>tools</a:t>
            </a:r>
            <a:r>
              <a:rPr spc="470" dirty="0"/>
              <a:t> </a:t>
            </a:r>
            <a:r>
              <a:rPr spc="45" dirty="0"/>
              <a:t>for</a:t>
            </a:r>
            <a:r>
              <a:rPr spc="484" dirty="0"/>
              <a:t> </a:t>
            </a:r>
            <a:r>
              <a:rPr spc="40" dirty="0"/>
              <a:t>course </a:t>
            </a:r>
            <a:r>
              <a:rPr spc="60" dirty="0"/>
              <a:t>creation,</a:t>
            </a:r>
            <a:r>
              <a:rPr spc="155" dirty="0"/>
              <a:t> </a:t>
            </a:r>
            <a:r>
              <a:rPr spc="65" dirty="0"/>
              <a:t>enrollment,</a:t>
            </a:r>
            <a:r>
              <a:rPr spc="150" dirty="0"/>
              <a:t> </a:t>
            </a:r>
            <a:r>
              <a:rPr spc="60" dirty="0"/>
              <a:t>progress</a:t>
            </a:r>
            <a:r>
              <a:rPr spc="155" dirty="0"/>
              <a:t> </a:t>
            </a:r>
            <a:r>
              <a:rPr spc="60" dirty="0"/>
              <a:t>tracking,</a:t>
            </a:r>
            <a:r>
              <a:rPr spc="155" dirty="0"/>
              <a:t> </a:t>
            </a:r>
            <a:r>
              <a:rPr spc="50" dirty="0"/>
              <a:t>and</a:t>
            </a:r>
            <a:r>
              <a:rPr spc="175" dirty="0"/>
              <a:t> </a:t>
            </a:r>
            <a:r>
              <a:rPr spc="65" dirty="0"/>
              <a:t>interactive</a:t>
            </a:r>
            <a:r>
              <a:rPr spc="160" dirty="0"/>
              <a:t> </a:t>
            </a:r>
            <a:r>
              <a:rPr spc="60" dirty="0"/>
              <a:t>learning</a:t>
            </a:r>
            <a:r>
              <a:rPr spc="175" dirty="0"/>
              <a:t> </a:t>
            </a:r>
            <a:r>
              <a:rPr spc="50" dirty="0"/>
              <a:t>experiences.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6675" rIns="0" bIns="0" rtlCol="0">
            <a:spAutoFit/>
          </a:bodyPr>
          <a:lstStyle/>
          <a:p>
            <a:pPr marL="12700">
              <a:lnSpc>
                <a:spcPct val="100000"/>
              </a:lnSpc>
              <a:spcBef>
                <a:spcPts val="90"/>
              </a:spcBef>
            </a:pPr>
            <a:r>
              <a:rPr sz="2400" spc="55" dirty="0"/>
              <a:t>Project</a:t>
            </a:r>
            <a:r>
              <a:rPr sz="2400" spc="200" dirty="0"/>
              <a:t> </a:t>
            </a:r>
            <a:r>
              <a:rPr sz="2400" spc="40" dirty="0"/>
              <a:t>Objectives</a:t>
            </a:r>
            <a:endParaRPr sz="2400"/>
          </a:p>
        </p:txBody>
      </p:sp>
      <p:pic>
        <p:nvPicPr>
          <p:cNvPr id="3" name="object 3"/>
          <p:cNvPicPr/>
          <p:nvPr/>
        </p:nvPicPr>
        <p:blipFill>
          <a:blip r:embed="rId3" cstate="print"/>
          <a:stretch>
            <a:fillRect/>
          </a:stretch>
        </p:blipFill>
        <p:spPr>
          <a:xfrm>
            <a:off x="1038225" y="1685924"/>
            <a:ext cx="104774" cy="104774"/>
          </a:xfrm>
          <a:prstGeom prst="rect">
            <a:avLst/>
          </a:prstGeom>
        </p:spPr>
      </p:pic>
      <p:sp>
        <p:nvSpPr>
          <p:cNvPr id="4" name="object 4"/>
          <p:cNvSpPr txBox="1"/>
          <p:nvPr/>
        </p:nvSpPr>
        <p:spPr>
          <a:xfrm>
            <a:off x="1287462" y="1471294"/>
            <a:ext cx="10163175" cy="3981859"/>
          </a:xfrm>
          <a:prstGeom prst="rect">
            <a:avLst/>
          </a:prstGeom>
        </p:spPr>
        <p:txBody>
          <a:bodyPr vert="horz" wrap="square" lIns="0" tIns="12065" rIns="0" bIns="0" rtlCol="0">
            <a:spAutoFit/>
          </a:bodyPr>
          <a:lstStyle/>
          <a:p>
            <a:pPr marL="12700" marR="11430" algn="just">
              <a:lnSpc>
                <a:spcPct val="125000"/>
              </a:lnSpc>
              <a:spcBef>
                <a:spcPts val="95"/>
              </a:spcBef>
            </a:pPr>
            <a:r>
              <a:rPr sz="2150" spc="70" dirty="0">
                <a:latin typeface="Segoe UI Semibold"/>
                <a:cs typeface="Segoe UI Semibold"/>
              </a:rPr>
              <a:t>Increase</a:t>
            </a:r>
            <a:r>
              <a:rPr sz="2150" spc="229" dirty="0">
                <a:latin typeface="Segoe UI Semibold"/>
                <a:cs typeface="Segoe UI Semibold"/>
              </a:rPr>
              <a:t> </a:t>
            </a:r>
            <a:r>
              <a:rPr sz="2150" spc="85" dirty="0">
                <a:latin typeface="Segoe UI Semibold"/>
                <a:cs typeface="Segoe UI Semibold"/>
              </a:rPr>
              <a:t>Accessibility:</a:t>
            </a:r>
            <a:r>
              <a:rPr sz="2150" spc="260" dirty="0">
                <a:latin typeface="Segoe UI Semibold"/>
                <a:cs typeface="Segoe UI Semibold"/>
              </a:rPr>
              <a:t> </a:t>
            </a:r>
            <a:r>
              <a:rPr sz="2150" spc="65" dirty="0">
                <a:latin typeface="Segoe UI"/>
                <a:cs typeface="Segoe UI"/>
              </a:rPr>
              <a:t>Provide</a:t>
            </a:r>
            <a:r>
              <a:rPr sz="2150" spc="250" dirty="0">
                <a:latin typeface="Segoe UI"/>
                <a:cs typeface="Segoe UI"/>
              </a:rPr>
              <a:t> </a:t>
            </a:r>
            <a:r>
              <a:rPr sz="2150" dirty="0">
                <a:latin typeface="Segoe UI"/>
                <a:cs typeface="Segoe UI"/>
              </a:rPr>
              <a:t>a</a:t>
            </a:r>
            <a:r>
              <a:rPr sz="2150" spc="280" dirty="0">
                <a:latin typeface="Segoe UI"/>
                <a:cs typeface="Segoe UI"/>
              </a:rPr>
              <a:t> </a:t>
            </a:r>
            <a:r>
              <a:rPr sz="2150" spc="65" dirty="0">
                <a:latin typeface="Segoe UI"/>
                <a:cs typeface="Segoe UI"/>
              </a:rPr>
              <a:t>scalable</a:t>
            </a:r>
            <a:r>
              <a:rPr sz="2150" spc="250" dirty="0">
                <a:latin typeface="Segoe UI"/>
                <a:cs typeface="Segoe UI"/>
              </a:rPr>
              <a:t> </a:t>
            </a:r>
            <a:r>
              <a:rPr sz="2150" spc="65" dirty="0">
                <a:latin typeface="Segoe UI"/>
                <a:cs typeface="Segoe UI"/>
              </a:rPr>
              <a:t>platform</a:t>
            </a:r>
            <a:r>
              <a:rPr sz="2150" spc="265" dirty="0">
                <a:latin typeface="Segoe UI"/>
                <a:cs typeface="Segoe UI"/>
              </a:rPr>
              <a:t> </a:t>
            </a:r>
            <a:r>
              <a:rPr sz="2150" spc="60" dirty="0">
                <a:latin typeface="Segoe UI"/>
                <a:cs typeface="Segoe UI"/>
              </a:rPr>
              <a:t>accessible</a:t>
            </a:r>
            <a:r>
              <a:rPr sz="2150" spc="245" dirty="0">
                <a:latin typeface="Segoe UI"/>
                <a:cs typeface="Segoe UI"/>
              </a:rPr>
              <a:t> </a:t>
            </a:r>
            <a:r>
              <a:rPr sz="2150" dirty="0">
                <a:latin typeface="Segoe UI"/>
                <a:cs typeface="Segoe UI"/>
              </a:rPr>
              <a:t>to</a:t>
            </a:r>
            <a:r>
              <a:rPr sz="2150" spc="260" dirty="0">
                <a:latin typeface="Segoe UI"/>
                <a:cs typeface="Segoe UI"/>
              </a:rPr>
              <a:t> </a:t>
            </a:r>
            <a:r>
              <a:rPr sz="2150" dirty="0">
                <a:latin typeface="Segoe UI"/>
                <a:cs typeface="Segoe UI"/>
              </a:rPr>
              <a:t>up</a:t>
            </a:r>
            <a:r>
              <a:rPr sz="2150" spc="254" dirty="0">
                <a:latin typeface="Segoe UI"/>
                <a:cs typeface="Segoe UI"/>
              </a:rPr>
              <a:t> </a:t>
            </a:r>
            <a:r>
              <a:rPr sz="2150" dirty="0">
                <a:latin typeface="Segoe UI"/>
                <a:cs typeface="Segoe UI"/>
              </a:rPr>
              <a:t>to</a:t>
            </a:r>
            <a:r>
              <a:rPr sz="2150" spc="260" dirty="0">
                <a:latin typeface="Segoe UI"/>
                <a:cs typeface="Segoe UI"/>
              </a:rPr>
              <a:t> </a:t>
            </a:r>
            <a:r>
              <a:rPr sz="2150" spc="65" dirty="0">
                <a:latin typeface="Segoe UI"/>
                <a:cs typeface="Segoe UI"/>
              </a:rPr>
              <a:t>10,000 </a:t>
            </a:r>
            <a:r>
              <a:rPr sz="2150" spc="55" dirty="0">
                <a:latin typeface="Segoe UI"/>
                <a:cs typeface="Segoe UI"/>
              </a:rPr>
              <a:t>concurrent</a:t>
            </a:r>
            <a:r>
              <a:rPr sz="2150" spc="204" dirty="0">
                <a:latin typeface="Segoe UI"/>
                <a:cs typeface="Segoe UI"/>
              </a:rPr>
              <a:t> </a:t>
            </a:r>
            <a:r>
              <a:rPr sz="2150" spc="50" dirty="0">
                <a:latin typeface="Segoe UI"/>
                <a:cs typeface="Segoe UI"/>
              </a:rPr>
              <a:t>users</a:t>
            </a:r>
            <a:r>
              <a:rPr sz="2150" spc="180" dirty="0">
                <a:latin typeface="Segoe UI"/>
                <a:cs typeface="Segoe UI"/>
              </a:rPr>
              <a:t> </a:t>
            </a:r>
            <a:r>
              <a:rPr sz="2150" dirty="0">
                <a:latin typeface="Segoe UI"/>
                <a:cs typeface="Segoe UI"/>
              </a:rPr>
              <a:t>by</a:t>
            </a:r>
            <a:r>
              <a:rPr sz="2150" spc="200" dirty="0">
                <a:latin typeface="Segoe UI"/>
                <a:cs typeface="Segoe UI"/>
              </a:rPr>
              <a:t> </a:t>
            </a:r>
            <a:r>
              <a:rPr sz="2150" dirty="0">
                <a:latin typeface="Segoe UI"/>
                <a:cs typeface="Segoe UI"/>
              </a:rPr>
              <a:t>Q4</a:t>
            </a:r>
            <a:r>
              <a:rPr sz="2150" spc="235" dirty="0">
                <a:latin typeface="Segoe UI"/>
                <a:cs typeface="Segoe UI"/>
              </a:rPr>
              <a:t> </a:t>
            </a:r>
            <a:r>
              <a:rPr sz="2150" spc="70" dirty="0">
                <a:latin typeface="Segoe UI"/>
                <a:cs typeface="Segoe UI"/>
              </a:rPr>
              <a:t>2024.</a:t>
            </a:r>
            <a:endParaRPr sz="2150" dirty="0">
              <a:latin typeface="Segoe UI"/>
              <a:cs typeface="Segoe UI"/>
            </a:endParaRPr>
          </a:p>
          <a:p>
            <a:pPr marL="12700" marR="5080" algn="just">
              <a:lnSpc>
                <a:spcPct val="126499"/>
              </a:lnSpc>
              <a:spcBef>
                <a:spcPts val="560"/>
              </a:spcBef>
            </a:pPr>
            <a:r>
              <a:rPr sz="2150" spc="75" dirty="0">
                <a:latin typeface="Segoe UI Semibold"/>
                <a:cs typeface="Segoe UI Semibold"/>
              </a:rPr>
              <a:t>Enhance</a:t>
            </a:r>
            <a:r>
              <a:rPr sz="2150" spc="370" dirty="0">
                <a:latin typeface="Segoe UI Semibold"/>
                <a:cs typeface="Segoe UI Semibold"/>
              </a:rPr>
              <a:t> </a:t>
            </a:r>
            <a:r>
              <a:rPr sz="2150" spc="55" dirty="0">
                <a:latin typeface="Segoe UI Semibold"/>
                <a:cs typeface="Segoe UI Semibold"/>
              </a:rPr>
              <a:t>User</a:t>
            </a:r>
            <a:r>
              <a:rPr sz="2150" spc="430" dirty="0">
                <a:latin typeface="Segoe UI Semibold"/>
                <a:cs typeface="Segoe UI Semibold"/>
              </a:rPr>
              <a:t> </a:t>
            </a:r>
            <a:r>
              <a:rPr sz="2150" spc="60" dirty="0">
                <a:latin typeface="Segoe UI Semibold"/>
                <a:cs typeface="Segoe UI Semibold"/>
              </a:rPr>
              <a:t>Engagement:</a:t>
            </a:r>
            <a:r>
              <a:rPr sz="2150" spc="409" dirty="0">
                <a:latin typeface="Segoe UI Semibold"/>
                <a:cs typeface="Segoe UI Semibold"/>
              </a:rPr>
              <a:t> </a:t>
            </a:r>
            <a:r>
              <a:rPr sz="2150" spc="65" dirty="0">
                <a:latin typeface="Segoe UI"/>
                <a:cs typeface="Segoe UI"/>
              </a:rPr>
              <a:t>Incorporate</a:t>
            </a:r>
            <a:r>
              <a:rPr sz="2150" spc="405" dirty="0">
                <a:latin typeface="Segoe UI"/>
                <a:cs typeface="Segoe UI"/>
              </a:rPr>
              <a:t> </a:t>
            </a:r>
            <a:r>
              <a:rPr sz="2150" spc="65" dirty="0">
                <a:latin typeface="Segoe UI"/>
                <a:cs typeface="Segoe UI"/>
              </a:rPr>
              <a:t>interactive</a:t>
            </a:r>
            <a:r>
              <a:rPr sz="2150" spc="400" dirty="0">
                <a:latin typeface="Segoe UI"/>
                <a:cs typeface="Segoe UI"/>
              </a:rPr>
              <a:t> </a:t>
            </a:r>
            <a:r>
              <a:rPr sz="2150" spc="60" dirty="0">
                <a:latin typeface="Segoe UI"/>
                <a:cs typeface="Segoe UI"/>
              </a:rPr>
              <a:t>features</a:t>
            </a:r>
            <a:r>
              <a:rPr sz="2150" spc="395" dirty="0">
                <a:latin typeface="Segoe UI"/>
                <a:cs typeface="Segoe UI"/>
              </a:rPr>
              <a:t> </a:t>
            </a:r>
            <a:r>
              <a:rPr sz="2150" dirty="0">
                <a:latin typeface="Segoe UI"/>
                <a:cs typeface="Segoe UI"/>
              </a:rPr>
              <a:t>such</a:t>
            </a:r>
            <a:r>
              <a:rPr sz="2150" spc="385" dirty="0">
                <a:latin typeface="Segoe UI"/>
                <a:cs typeface="Segoe UI"/>
              </a:rPr>
              <a:t> </a:t>
            </a:r>
            <a:r>
              <a:rPr sz="2150" dirty="0">
                <a:latin typeface="Segoe UI"/>
                <a:cs typeface="Segoe UI"/>
              </a:rPr>
              <a:t>as</a:t>
            </a:r>
            <a:r>
              <a:rPr sz="2150" spc="395" dirty="0">
                <a:latin typeface="Segoe UI"/>
                <a:cs typeface="Segoe UI"/>
              </a:rPr>
              <a:t> </a:t>
            </a:r>
            <a:r>
              <a:rPr sz="2150" spc="45" dirty="0">
                <a:latin typeface="Segoe UI"/>
                <a:cs typeface="Segoe UI"/>
              </a:rPr>
              <a:t>quizzes, </a:t>
            </a:r>
            <a:r>
              <a:rPr sz="2150" spc="55" dirty="0">
                <a:latin typeface="Segoe UI"/>
                <a:cs typeface="Segoe UI"/>
              </a:rPr>
              <a:t>discussion</a:t>
            </a:r>
            <a:r>
              <a:rPr sz="2150" spc="60" dirty="0">
                <a:latin typeface="Segoe UI"/>
                <a:cs typeface="Segoe UI"/>
              </a:rPr>
              <a:t>  </a:t>
            </a:r>
            <a:r>
              <a:rPr sz="2150" spc="55" dirty="0">
                <a:latin typeface="Segoe UI"/>
                <a:cs typeface="Segoe UI"/>
              </a:rPr>
              <a:t>forums,</a:t>
            </a:r>
            <a:r>
              <a:rPr sz="2150" spc="70" dirty="0">
                <a:latin typeface="Segoe UI"/>
                <a:cs typeface="Segoe UI"/>
              </a:rPr>
              <a:t>  </a:t>
            </a:r>
            <a:r>
              <a:rPr sz="2150" spc="50" dirty="0">
                <a:latin typeface="Segoe UI"/>
                <a:cs typeface="Segoe UI"/>
              </a:rPr>
              <a:t>and</a:t>
            </a:r>
            <a:r>
              <a:rPr sz="2150" spc="80" dirty="0">
                <a:latin typeface="Segoe UI"/>
                <a:cs typeface="Segoe UI"/>
              </a:rPr>
              <a:t>  </a:t>
            </a:r>
            <a:r>
              <a:rPr sz="2150" spc="65" dirty="0">
                <a:latin typeface="Segoe UI"/>
                <a:cs typeface="Segoe UI"/>
              </a:rPr>
              <a:t>multimedia</a:t>
            </a:r>
            <a:r>
              <a:rPr sz="2150" spc="95" dirty="0">
                <a:latin typeface="Segoe UI"/>
                <a:cs typeface="Segoe UI"/>
              </a:rPr>
              <a:t>  </a:t>
            </a:r>
            <a:r>
              <a:rPr sz="2150" spc="55" dirty="0">
                <a:latin typeface="Segoe UI"/>
                <a:cs typeface="Segoe UI"/>
              </a:rPr>
              <a:t>content</a:t>
            </a:r>
            <a:r>
              <a:rPr sz="2150" spc="90" dirty="0">
                <a:latin typeface="Segoe UI"/>
                <a:cs typeface="Segoe UI"/>
              </a:rPr>
              <a:t>  </a:t>
            </a:r>
            <a:r>
              <a:rPr sz="2150" dirty="0">
                <a:latin typeface="Segoe UI"/>
                <a:cs typeface="Segoe UI"/>
              </a:rPr>
              <a:t>to</a:t>
            </a:r>
            <a:r>
              <a:rPr sz="2150" spc="85" dirty="0">
                <a:latin typeface="Segoe UI"/>
                <a:cs typeface="Segoe UI"/>
              </a:rPr>
              <a:t>  </a:t>
            </a:r>
            <a:r>
              <a:rPr sz="2150" spc="55" dirty="0">
                <a:latin typeface="Segoe UI"/>
                <a:cs typeface="Segoe UI"/>
              </a:rPr>
              <a:t>boost</a:t>
            </a:r>
            <a:r>
              <a:rPr sz="2150" spc="90" dirty="0">
                <a:latin typeface="Segoe UI"/>
                <a:cs typeface="Segoe UI"/>
              </a:rPr>
              <a:t>  </a:t>
            </a:r>
            <a:r>
              <a:rPr sz="2150" dirty="0">
                <a:latin typeface="Segoe UI"/>
                <a:cs typeface="Segoe UI"/>
              </a:rPr>
              <a:t>user</a:t>
            </a:r>
            <a:r>
              <a:rPr sz="2150" spc="85" dirty="0">
                <a:latin typeface="Segoe UI"/>
                <a:cs typeface="Segoe UI"/>
              </a:rPr>
              <a:t>  </a:t>
            </a:r>
            <a:r>
              <a:rPr sz="2150" spc="65" dirty="0">
                <a:latin typeface="Segoe UI"/>
                <a:cs typeface="Segoe UI"/>
              </a:rPr>
              <a:t>engagement</a:t>
            </a:r>
            <a:r>
              <a:rPr sz="2150" spc="90" dirty="0">
                <a:latin typeface="Segoe UI"/>
                <a:cs typeface="Segoe UI"/>
              </a:rPr>
              <a:t>  </a:t>
            </a:r>
            <a:r>
              <a:rPr sz="2150" spc="-25" dirty="0">
                <a:latin typeface="Segoe UI"/>
                <a:cs typeface="Segoe UI"/>
              </a:rPr>
              <a:t>by </a:t>
            </a:r>
            <a:r>
              <a:rPr sz="2150" spc="65" dirty="0">
                <a:latin typeface="Segoe UI"/>
                <a:cs typeface="Segoe UI"/>
              </a:rPr>
              <a:t>30%</a:t>
            </a:r>
            <a:r>
              <a:rPr sz="2150" spc="220" dirty="0">
                <a:latin typeface="Segoe UI"/>
                <a:cs typeface="Segoe UI"/>
              </a:rPr>
              <a:t> </a:t>
            </a:r>
            <a:r>
              <a:rPr sz="2150" spc="60" dirty="0">
                <a:latin typeface="Segoe UI"/>
                <a:cs typeface="Segoe UI"/>
              </a:rPr>
              <a:t>within</a:t>
            </a:r>
            <a:r>
              <a:rPr sz="2150" spc="180" dirty="0">
                <a:latin typeface="Segoe UI"/>
                <a:cs typeface="Segoe UI"/>
              </a:rPr>
              <a:t> </a:t>
            </a:r>
            <a:r>
              <a:rPr sz="2150" dirty="0">
                <a:latin typeface="Segoe UI"/>
                <a:cs typeface="Segoe UI"/>
              </a:rPr>
              <a:t>six</a:t>
            </a:r>
            <a:r>
              <a:rPr sz="2150" spc="185" dirty="0">
                <a:latin typeface="Segoe UI"/>
                <a:cs typeface="Segoe UI"/>
              </a:rPr>
              <a:t> </a:t>
            </a:r>
            <a:r>
              <a:rPr sz="2150" spc="60" dirty="0">
                <a:latin typeface="Segoe UI"/>
                <a:cs typeface="Segoe UI"/>
              </a:rPr>
              <a:t>months</a:t>
            </a:r>
            <a:r>
              <a:rPr sz="2150" spc="185" dirty="0">
                <a:latin typeface="Segoe UI"/>
                <a:cs typeface="Segoe UI"/>
              </a:rPr>
              <a:t> </a:t>
            </a:r>
            <a:r>
              <a:rPr sz="2150" spc="80" dirty="0">
                <a:latin typeface="Segoe UI"/>
                <a:cs typeface="Segoe UI"/>
              </a:rPr>
              <a:t>post-</a:t>
            </a:r>
            <a:r>
              <a:rPr sz="2150" spc="40" dirty="0">
                <a:latin typeface="Segoe UI"/>
                <a:cs typeface="Segoe UI"/>
              </a:rPr>
              <a:t>launch.</a:t>
            </a:r>
            <a:endParaRPr sz="2150" dirty="0">
              <a:latin typeface="Segoe UI"/>
              <a:cs typeface="Segoe UI"/>
            </a:endParaRPr>
          </a:p>
          <a:p>
            <a:pPr marL="12700" marR="5080" algn="just">
              <a:lnSpc>
                <a:spcPct val="125000"/>
              </a:lnSpc>
              <a:spcBef>
                <a:spcPts val="600"/>
              </a:spcBef>
            </a:pPr>
            <a:r>
              <a:rPr sz="2150" spc="65" dirty="0">
                <a:latin typeface="Segoe UI Semibold"/>
                <a:cs typeface="Segoe UI Semibold"/>
              </a:rPr>
              <a:t>Improve</a:t>
            </a:r>
            <a:r>
              <a:rPr sz="2150" spc="165" dirty="0">
                <a:latin typeface="Segoe UI Semibold"/>
                <a:cs typeface="Segoe UI Semibold"/>
              </a:rPr>
              <a:t> </a:t>
            </a:r>
            <a:r>
              <a:rPr sz="2150" spc="75" dirty="0">
                <a:latin typeface="Segoe UI Semibold"/>
                <a:cs typeface="Segoe UI Semibold"/>
              </a:rPr>
              <a:t>Administrative</a:t>
            </a:r>
            <a:r>
              <a:rPr sz="2150" spc="170" dirty="0">
                <a:latin typeface="Segoe UI Semibold"/>
                <a:cs typeface="Segoe UI Semibold"/>
              </a:rPr>
              <a:t> </a:t>
            </a:r>
            <a:r>
              <a:rPr sz="2150" spc="85" dirty="0">
                <a:latin typeface="Segoe UI Semibold"/>
                <a:cs typeface="Segoe UI Semibold"/>
              </a:rPr>
              <a:t>Efficiency:</a:t>
            </a:r>
            <a:r>
              <a:rPr sz="2150" spc="200" dirty="0">
                <a:latin typeface="Segoe UI Semibold"/>
                <a:cs typeface="Segoe UI Semibold"/>
              </a:rPr>
              <a:t> </a:t>
            </a:r>
            <a:r>
              <a:rPr sz="2150" spc="55" dirty="0">
                <a:latin typeface="Segoe UI"/>
                <a:cs typeface="Segoe UI"/>
              </a:rPr>
              <a:t>Streamline</a:t>
            </a:r>
            <a:r>
              <a:rPr sz="2150" spc="185" dirty="0">
                <a:latin typeface="Segoe UI"/>
                <a:cs typeface="Segoe UI"/>
              </a:rPr>
              <a:t> </a:t>
            </a:r>
            <a:r>
              <a:rPr sz="2150" spc="50" dirty="0">
                <a:latin typeface="Segoe UI"/>
                <a:cs typeface="Segoe UI"/>
              </a:rPr>
              <a:t>course</a:t>
            </a:r>
            <a:r>
              <a:rPr sz="2150" spc="190" dirty="0">
                <a:latin typeface="Segoe UI"/>
                <a:cs typeface="Segoe UI"/>
              </a:rPr>
              <a:t> </a:t>
            </a:r>
            <a:r>
              <a:rPr sz="2150" spc="65" dirty="0">
                <a:latin typeface="Segoe UI"/>
                <a:cs typeface="Segoe UI"/>
              </a:rPr>
              <a:t>management</a:t>
            </a:r>
            <a:r>
              <a:rPr sz="2150" spc="210" dirty="0">
                <a:latin typeface="Segoe UI"/>
                <a:cs typeface="Segoe UI"/>
              </a:rPr>
              <a:t> </a:t>
            </a:r>
            <a:r>
              <a:rPr sz="2150" spc="50" dirty="0">
                <a:latin typeface="Segoe UI"/>
                <a:cs typeface="Segoe UI"/>
              </a:rPr>
              <a:t>processes </a:t>
            </a:r>
            <a:r>
              <a:rPr sz="2150" dirty="0">
                <a:latin typeface="Segoe UI"/>
                <a:cs typeface="Segoe UI"/>
              </a:rPr>
              <a:t>to</a:t>
            </a:r>
            <a:r>
              <a:rPr sz="2150" spc="195" dirty="0">
                <a:latin typeface="Segoe UI"/>
                <a:cs typeface="Segoe UI"/>
              </a:rPr>
              <a:t> </a:t>
            </a:r>
            <a:r>
              <a:rPr sz="2150" spc="55" dirty="0">
                <a:latin typeface="Segoe UI"/>
                <a:cs typeface="Segoe UI"/>
              </a:rPr>
              <a:t>reduce</a:t>
            </a:r>
            <a:r>
              <a:rPr sz="2150" spc="175" dirty="0">
                <a:latin typeface="Segoe UI"/>
                <a:cs typeface="Segoe UI"/>
              </a:rPr>
              <a:t> </a:t>
            </a:r>
            <a:r>
              <a:rPr sz="2150" spc="70" dirty="0">
                <a:latin typeface="Segoe UI"/>
                <a:cs typeface="Segoe UI"/>
              </a:rPr>
              <a:t>administrative</a:t>
            </a:r>
            <a:r>
              <a:rPr sz="2150" spc="175" dirty="0">
                <a:latin typeface="Segoe UI"/>
                <a:cs typeface="Segoe UI"/>
              </a:rPr>
              <a:t> </a:t>
            </a:r>
            <a:r>
              <a:rPr sz="2150" spc="65" dirty="0">
                <a:latin typeface="Segoe UI"/>
                <a:cs typeface="Segoe UI"/>
              </a:rPr>
              <a:t>overhead</a:t>
            </a:r>
            <a:r>
              <a:rPr sz="2150" spc="190" dirty="0">
                <a:latin typeface="Segoe UI"/>
                <a:cs typeface="Segoe UI"/>
              </a:rPr>
              <a:t> </a:t>
            </a:r>
            <a:r>
              <a:rPr sz="2150" dirty="0">
                <a:latin typeface="Segoe UI"/>
                <a:cs typeface="Segoe UI"/>
              </a:rPr>
              <a:t>by</a:t>
            </a:r>
            <a:r>
              <a:rPr sz="2150" spc="185" dirty="0">
                <a:latin typeface="Segoe UI"/>
                <a:cs typeface="Segoe UI"/>
              </a:rPr>
              <a:t> </a:t>
            </a:r>
            <a:r>
              <a:rPr sz="2150" spc="65" dirty="0">
                <a:latin typeface="Segoe UI"/>
                <a:cs typeface="Segoe UI"/>
              </a:rPr>
              <a:t>25%</a:t>
            </a:r>
            <a:r>
              <a:rPr sz="2150" spc="215" dirty="0">
                <a:latin typeface="Segoe UI"/>
                <a:cs typeface="Segoe UI"/>
              </a:rPr>
              <a:t> </a:t>
            </a:r>
            <a:r>
              <a:rPr sz="2150" spc="60" dirty="0">
                <a:latin typeface="Segoe UI"/>
                <a:cs typeface="Segoe UI"/>
              </a:rPr>
              <a:t>within</a:t>
            </a:r>
            <a:r>
              <a:rPr sz="2150" spc="160" dirty="0">
                <a:latin typeface="Segoe UI"/>
                <a:cs typeface="Segoe UI"/>
              </a:rPr>
              <a:t> </a:t>
            </a:r>
            <a:r>
              <a:rPr sz="2150" spc="50" dirty="0">
                <a:latin typeface="Segoe UI"/>
                <a:cs typeface="Segoe UI"/>
              </a:rPr>
              <a:t>the</a:t>
            </a:r>
            <a:r>
              <a:rPr sz="2150" spc="180" dirty="0">
                <a:latin typeface="Segoe UI"/>
                <a:cs typeface="Segoe UI"/>
              </a:rPr>
              <a:t> </a:t>
            </a:r>
            <a:r>
              <a:rPr sz="2150" spc="50" dirty="0">
                <a:latin typeface="Segoe UI"/>
                <a:cs typeface="Segoe UI"/>
              </a:rPr>
              <a:t>first</a:t>
            </a:r>
            <a:r>
              <a:rPr sz="2150" spc="200" dirty="0">
                <a:latin typeface="Segoe UI"/>
                <a:cs typeface="Segoe UI"/>
              </a:rPr>
              <a:t> </a:t>
            </a:r>
            <a:r>
              <a:rPr sz="2150" spc="50" dirty="0">
                <a:latin typeface="Segoe UI"/>
                <a:cs typeface="Segoe UI"/>
              </a:rPr>
              <a:t>year.</a:t>
            </a:r>
            <a:endParaRPr sz="2150" dirty="0">
              <a:latin typeface="Segoe UI"/>
              <a:cs typeface="Segoe UI"/>
            </a:endParaRPr>
          </a:p>
          <a:p>
            <a:pPr marL="12700" marR="6350" algn="just">
              <a:lnSpc>
                <a:spcPct val="126499"/>
              </a:lnSpc>
              <a:spcBef>
                <a:spcPts val="560"/>
              </a:spcBef>
            </a:pPr>
            <a:r>
              <a:rPr sz="2150" spc="80" dirty="0">
                <a:latin typeface="Segoe UI Semibold"/>
                <a:cs typeface="Segoe UI Semibold"/>
              </a:rPr>
              <a:t>Ensure</a:t>
            </a:r>
            <a:r>
              <a:rPr sz="2150" spc="-15" dirty="0">
                <a:latin typeface="Segoe UI Semibold"/>
                <a:cs typeface="Segoe UI Semibold"/>
              </a:rPr>
              <a:t>  </a:t>
            </a:r>
            <a:r>
              <a:rPr sz="2150" spc="50" dirty="0">
                <a:latin typeface="Segoe UI Semibold"/>
                <a:cs typeface="Segoe UI Semibold"/>
              </a:rPr>
              <a:t>Data</a:t>
            </a:r>
            <a:r>
              <a:rPr sz="2150" spc="-5" dirty="0">
                <a:latin typeface="Segoe UI Semibold"/>
                <a:cs typeface="Segoe UI Semibold"/>
              </a:rPr>
              <a:t>  </a:t>
            </a:r>
            <a:r>
              <a:rPr sz="2150" spc="75" dirty="0">
                <a:latin typeface="Segoe UI Semibold"/>
                <a:cs typeface="Segoe UI Semibold"/>
              </a:rPr>
              <a:t>Security:</a:t>
            </a:r>
            <a:r>
              <a:rPr sz="2150" spc="5" dirty="0">
                <a:latin typeface="Segoe UI Semibold"/>
                <a:cs typeface="Segoe UI Semibold"/>
              </a:rPr>
              <a:t>  </a:t>
            </a:r>
            <a:r>
              <a:rPr sz="2150" spc="70" dirty="0">
                <a:latin typeface="Segoe UI"/>
                <a:cs typeface="Segoe UI"/>
              </a:rPr>
              <a:t>Implement</a:t>
            </a:r>
            <a:r>
              <a:rPr sz="2150" spc="15" dirty="0">
                <a:latin typeface="Segoe UI"/>
                <a:cs typeface="Segoe UI"/>
              </a:rPr>
              <a:t>  </a:t>
            </a:r>
            <a:r>
              <a:rPr sz="2150" spc="55" dirty="0">
                <a:latin typeface="Segoe UI"/>
                <a:cs typeface="Segoe UI"/>
              </a:rPr>
              <a:t>robust</a:t>
            </a:r>
            <a:r>
              <a:rPr sz="2150" spc="15" dirty="0">
                <a:latin typeface="Segoe UI"/>
                <a:cs typeface="Segoe UI"/>
              </a:rPr>
              <a:t>  </a:t>
            </a:r>
            <a:r>
              <a:rPr sz="2150" spc="55" dirty="0">
                <a:latin typeface="Segoe UI"/>
                <a:cs typeface="Segoe UI"/>
              </a:rPr>
              <a:t>security</a:t>
            </a:r>
            <a:r>
              <a:rPr sz="2150" spc="5" dirty="0">
                <a:latin typeface="Segoe UI"/>
                <a:cs typeface="Segoe UI"/>
              </a:rPr>
              <a:t>  </a:t>
            </a:r>
            <a:r>
              <a:rPr sz="2150" spc="60" dirty="0">
                <a:latin typeface="Segoe UI"/>
                <a:cs typeface="Segoe UI"/>
              </a:rPr>
              <a:t>measures</a:t>
            </a:r>
            <a:r>
              <a:rPr sz="2150" spc="-5" dirty="0">
                <a:latin typeface="Segoe UI"/>
                <a:cs typeface="Segoe UI"/>
              </a:rPr>
              <a:t>  </a:t>
            </a:r>
            <a:r>
              <a:rPr sz="2150" dirty="0">
                <a:latin typeface="Segoe UI"/>
                <a:cs typeface="Segoe UI"/>
              </a:rPr>
              <a:t>to</a:t>
            </a:r>
            <a:r>
              <a:rPr sz="2150" spc="5" dirty="0">
                <a:latin typeface="Segoe UI"/>
                <a:cs typeface="Segoe UI"/>
              </a:rPr>
              <a:t>  </a:t>
            </a:r>
            <a:r>
              <a:rPr sz="2150" spc="60" dirty="0">
                <a:latin typeface="Segoe UI"/>
                <a:cs typeface="Segoe UI"/>
              </a:rPr>
              <a:t>protect</a:t>
            </a:r>
            <a:r>
              <a:rPr sz="2150" spc="15" dirty="0">
                <a:latin typeface="Segoe UI"/>
                <a:cs typeface="Segoe UI"/>
              </a:rPr>
              <a:t>  </a:t>
            </a:r>
            <a:r>
              <a:rPr sz="2150" spc="-20" dirty="0">
                <a:latin typeface="Segoe UI"/>
                <a:cs typeface="Segoe UI"/>
              </a:rPr>
              <a:t>user </a:t>
            </a:r>
            <a:r>
              <a:rPr sz="2150" spc="70" dirty="0" smtClean="0">
                <a:latin typeface="Segoe UI"/>
                <a:cs typeface="Segoe UI"/>
              </a:rPr>
              <a:t>data</a:t>
            </a:r>
            <a:r>
              <a:rPr lang="en-US" sz="2150" spc="70" dirty="0">
                <a:latin typeface="Segoe UI"/>
                <a:cs typeface="Segoe UI"/>
              </a:rPr>
              <a:t>.</a:t>
            </a:r>
            <a:endParaRPr sz="2150" dirty="0">
              <a:latin typeface="Segoe UI"/>
              <a:cs typeface="Segoe UI"/>
            </a:endParaRPr>
          </a:p>
        </p:txBody>
      </p:sp>
      <p:pic>
        <p:nvPicPr>
          <p:cNvPr id="5" name="object 5"/>
          <p:cNvPicPr/>
          <p:nvPr/>
        </p:nvPicPr>
        <p:blipFill>
          <a:blip r:embed="rId3" cstate="print"/>
          <a:stretch>
            <a:fillRect/>
          </a:stretch>
        </p:blipFill>
        <p:spPr>
          <a:xfrm>
            <a:off x="1038225" y="2581274"/>
            <a:ext cx="104774" cy="104774"/>
          </a:xfrm>
          <a:prstGeom prst="rect">
            <a:avLst/>
          </a:prstGeom>
        </p:spPr>
      </p:pic>
      <p:pic>
        <p:nvPicPr>
          <p:cNvPr id="6" name="object 6"/>
          <p:cNvPicPr/>
          <p:nvPr/>
        </p:nvPicPr>
        <p:blipFill>
          <a:blip r:embed="rId4" cstate="print"/>
          <a:stretch>
            <a:fillRect/>
          </a:stretch>
        </p:blipFill>
        <p:spPr>
          <a:xfrm>
            <a:off x="1038225" y="3895725"/>
            <a:ext cx="104774" cy="104774"/>
          </a:xfrm>
          <a:prstGeom prst="rect">
            <a:avLst/>
          </a:prstGeom>
        </p:spPr>
      </p:pic>
      <p:pic>
        <p:nvPicPr>
          <p:cNvPr id="7" name="object 7"/>
          <p:cNvPicPr/>
          <p:nvPr/>
        </p:nvPicPr>
        <p:blipFill>
          <a:blip r:embed="rId4" cstate="print"/>
          <a:stretch>
            <a:fillRect/>
          </a:stretch>
        </p:blipFill>
        <p:spPr>
          <a:xfrm>
            <a:off x="1038225" y="4791074"/>
            <a:ext cx="104774" cy="104774"/>
          </a:xfrm>
          <a:prstGeom prst="rect">
            <a:avLst/>
          </a:prstGeom>
        </p:spPr>
      </p:pic>
      <p:sp>
        <p:nvSpPr>
          <p:cNvPr id="8" name="object 8"/>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11</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12700">
              <a:lnSpc>
                <a:spcPct val="100000"/>
              </a:lnSpc>
              <a:spcBef>
                <a:spcPts val="125"/>
              </a:spcBef>
            </a:pPr>
            <a:r>
              <a:rPr sz="2800" spc="80" dirty="0"/>
              <a:t>Scope</a:t>
            </a:r>
            <a:r>
              <a:rPr sz="2800" spc="145" dirty="0"/>
              <a:t> </a:t>
            </a:r>
            <a:r>
              <a:rPr sz="2800" spc="65" dirty="0"/>
              <a:t>Statement</a:t>
            </a:r>
            <a:endParaRPr sz="2800"/>
          </a:p>
        </p:txBody>
      </p:sp>
      <p:pic>
        <p:nvPicPr>
          <p:cNvPr id="3" name="object 3"/>
          <p:cNvPicPr/>
          <p:nvPr/>
        </p:nvPicPr>
        <p:blipFill>
          <a:blip r:embed="rId2" cstate="print"/>
          <a:stretch>
            <a:fillRect/>
          </a:stretch>
        </p:blipFill>
        <p:spPr>
          <a:xfrm>
            <a:off x="1038225" y="2562224"/>
            <a:ext cx="104774" cy="104774"/>
          </a:xfrm>
          <a:prstGeom prst="rect">
            <a:avLst/>
          </a:prstGeom>
        </p:spPr>
      </p:pic>
      <p:pic>
        <p:nvPicPr>
          <p:cNvPr id="4" name="object 4"/>
          <p:cNvPicPr/>
          <p:nvPr/>
        </p:nvPicPr>
        <p:blipFill>
          <a:blip r:embed="rId2" cstate="print"/>
          <a:stretch>
            <a:fillRect/>
          </a:stretch>
        </p:blipFill>
        <p:spPr>
          <a:xfrm>
            <a:off x="1038225" y="3467099"/>
            <a:ext cx="104774" cy="104774"/>
          </a:xfrm>
          <a:prstGeom prst="rect">
            <a:avLst/>
          </a:prstGeom>
        </p:spPr>
      </p:pic>
      <p:pic>
        <p:nvPicPr>
          <p:cNvPr id="5" name="object 5"/>
          <p:cNvPicPr/>
          <p:nvPr/>
        </p:nvPicPr>
        <p:blipFill>
          <a:blip r:embed="rId2" cstate="print"/>
          <a:stretch>
            <a:fillRect/>
          </a:stretch>
        </p:blipFill>
        <p:spPr>
          <a:xfrm>
            <a:off x="1038225" y="4772024"/>
            <a:ext cx="104774" cy="104774"/>
          </a:xfrm>
          <a:prstGeom prst="rect">
            <a:avLst/>
          </a:prstGeom>
        </p:spPr>
      </p:pic>
      <p:pic>
        <p:nvPicPr>
          <p:cNvPr id="6" name="object 6"/>
          <p:cNvPicPr/>
          <p:nvPr/>
        </p:nvPicPr>
        <p:blipFill>
          <a:blip r:embed="rId3" cstate="print"/>
          <a:stretch>
            <a:fillRect/>
          </a:stretch>
        </p:blipFill>
        <p:spPr>
          <a:xfrm>
            <a:off x="1038225" y="5676899"/>
            <a:ext cx="104774" cy="104774"/>
          </a:xfrm>
          <a:prstGeom prst="rect">
            <a:avLst/>
          </a:prstGeom>
        </p:spPr>
      </p:pic>
      <p:sp>
        <p:nvSpPr>
          <p:cNvPr id="7" name="object 7"/>
          <p:cNvSpPr txBox="1">
            <a:spLocks noGrp="1"/>
          </p:cNvSpPr>
          <p:nvPr>
            <p:ph type="body" idx="1"/>
          </p:nvPr>
        </p:nvSpPr>
        <p:spPr>
          <a:prstGeom prst="rect">
            <a:avLst/>
          </a:prstGeom>
        </p:spPr>
        <p:txBody>
          <a:bodyPr vert="horz" wrap="square" lIns="0" tIns="11430" rIns="0" bIns="0" rtlCol="0">
            <a:spAutoFit/>
          </a:bodyPr>
          <a:lstStyle/>
          <a:p>
            <a:pPr marL="12700">
              <a:lnSpc>
                <a:spcPct val="100000"/>
              </a:lnSpc>
              <a:spcBef>
                <a:spcPts val="90"/>
              </a:spcBef>
            </a:pPr>
            <a:r>
              <a:rPr sz="2400" dirty="0">
                <a:solidFill>
                  <a:srgbClr val="4487CC"/>
                </a:solidFill>
                <a:latin typeface="Segoe UI Semibold"/>
                <a:cs typeface="Segoe UI Semibold"/>
              </a:rPr>
              <a:t>In</a:t>
            </a:r>
            <a:r>
              <a:rPr sz="2400" spc="215" dirty="0">
                <a:solidFill>
                  <a:srgbClr val="4487CC"/>
                </a:solidFill>
                <a:latin typeface="Segoe UI Semibold"/>
                <a:cs typeface="Segoe UI Semibold"/>
              </a:rPr>
              <a:t> </a:t>
            </a:r>
            <a:r>
              <a:rPr sz="2400" spc="-20" dirty="0">
                <a:solidFill>
                  <a:srgbClr val="4487CC"/>
                </a:solidFill>
                <a:latin typeface="Segoe UI Semibold"/>
                <a:cs typeface="Segoe UI Semibold"/>
              </a:rPr>
              <a:t>Scope</a:t>
            </a:r>
            <a:endParaRPr sz="2400">
              <a:latin typeface="Segoe UI Semibold"/>
              <a:cs typeface="Segoe UI Semibold"/>
            </a:endParaRPr>
          </a:p>
          <a:p>
            <a:pPr marL="564515" marR="5080" algn="just">
              <a:lnSpc>
                <a:spcPct val="127899"/>
              </a:lnSpc>
              <a:spcBef>
                <a:spcPts val="850"/>
              </a:spcBef>
            </a:pPr>
            <a:r>
              <a:rPr spc="65" dirty="0"/>
              <a:t>Development</a:t>
            </a:r>
            <a:r>
              <a:rPr spc="425" dirty="0"/>
              <a:t> </a:t>
            </a:r>
            <a:r>
              <a:rPr dirty="0"/>
              <a:t>of</a:t>
            </a:r>
            <a:r>
              <a:rPr spc="415" dirty="0"/>
              <a:t> </a:t>
            </a:r>
            <a:r>
              <a:rPr spc="50" dirty="0"/>
              <a:t>the</a:t>
            </a:r>
            <a:r>
              <a:rPr spc="409" dirty="0"/>
              <a:t> </a:t>
            </a:r>
            <a:r>
              <a:rPr spc="70" dirty="0"/>
              <a:t>LMS</a:t>
            </a:r>
            <a:r>
              <a:rPr spc="385" dirty="0"/>
              <a:t> </a:t>
            </a:r>
            <a:r>
              <a:rPr spc="65" dirty="0"/>
              <a:t>platform</a:t>
            </a:r>
            <a:r>
              <a:rPr spc="425" dirty="0"/>
              <a:t> </a:t>
            </a:r>
            <a:r>
              <a:rPr spc="70" dirty="0"/>
              <a:t>compatible</a:t>
            </a:r>
            <a:r>
              <a:rPr spc="409" dirty="0"/>
              <a:t> </a:t>
            </a:r>
            <a:r>
              <a:rPr spc="65" dirty="0"/>
              <a:t>with</a:t>
            </a:r>
            <a:r>
              <a:rPr spc="390" dirty="0"/>
              <a:t> </a:t>
            </a:r>
            <a:r>
              <a:rPr spc="55" dirty="0"/>
              <a:t>web</a:t>
            </a:r>
            <a:r>
              <a:rPr spc="420" dirty="0"/>
              <a:t> </a:t>
            </a:r>
            <a:r>
              <a:rPr spc="50" dirty="0"/>
              <a:t>and</a:t>
            </a:r>
            <a:r>
              <a:rPr spc="415" dirty="0"/>
              <a:t> </a:t>
            </a:r>
            <a:r>
              <a:rPr spc="65" dirty="0"/>
              <a:t>mobile</a:t>
            </a:r>
            <a:r>
              <a:rPr spc="409" dirty="0"/>
              <a:t> </a:t>
            </a:r>
            <a:r>
              <a:rPr spc="50" dirty="0"/>
              <a:t>devices </a:t>
            </a:r>
            <a:r>
              <a:rPr spc="60" dirty="0"/>
              <a:t>(iOS</a:t>
            </a:r>
            <a:r>
              <a:rPr spc="140" dirty="0"/>
              <a:t> </a:t>
            </a:r>
            <a:r>
              <a:rPr spc="50" dirty="0"/>
              <a:t>and</a:t>
            </a:r>
            <a:r>
              <a:rPr spc="165" dirty="0"/>
              <a:t> </a:t>
            </a:r>
            <a:r>
              <a:rPr spc="55" dirty="0"/>
              <a:t>Android).</a:t>
            </a:r>
          </a:p>
          <a:p>
            <a:pPr marL="564515" marR="5080" algn="just">
              <a:lnSpc>
                <a:spcPct val="126499"/>
              </a:lnSpc>
              <a:spcBef>
                <a:spcPts val="560"/>
              </a:spcBef>
            </a:pPr>
            <a:r>
              <a:rPr spc="65" dirty="0"/>
              <a:t>Features</a:t>
            </a:r>
            <a:r>
              <a:rPr spc="455" dirty="0"/>
              <a:t> </a:t>
            </a:r>
            <a:r>
              <a:rPr spc="55" dirty="0"/>
              <a:t>include</a:t>
            </a:r>
            <a:r>
              <a:rPr spc="459" dirty="0"/>
              <a:t> </a:t>
            </a:r>
            <a:r>
              <a:rPr dirty="0"/>
              <a:t>user</a:t>
            </a:r>
            <a:r>
              <a:rPr spc="470" dirty="0"/>
              <a:t> </a:t>
            </a:r>
            <a:r>
              <a:rPr spc="65" dirty="0"/>
              <a:t>registration,</a:t>
            </a:r>
            <a:r>
              <a:rPr spc="455" dirty="0"/>
              <a:t> </a:t>
            </a:r>
            <a:r>
              <a:rPr spc="50" dirty="0"/>
              <a:t>course</a:t>
            </a:r>
            <a:r>
              <a:rPr spc="465" dirty="0"/>
              <a:t> </a:t>
            </a:r>
            <a:r>
              <a:rPr spc="60" dirty="0"/>
              <a:t>creation,</a:t>
            </a:r>
            <a:r>
              <a:rPr spc="450" dirty="0"/>
              <a:t> </a:t>
            </a:r>
            <a:r>
              <a:rPr spc="60" dirty="0"/>
              <a:t>enrollment</a:t>
            </a:r>
            <a:r>
              <a:rPr spc="490" dirty="0"/>
              <a:t> </a:t>
            </a:r>
            <a:r>
              <a:rPr spc="60" dirty="0"/>
              <a:t>management, progress</a:t>
            </a:r>
            <a:r>
              <a:rPr spc="175" dirty="0"/>
              <a:t>   </a:t>
            </a:r>
            <a:r>
              <a:rPr spc="60" dirty="0"/>
              <a:t>tracking,</a:t>
            </a:r>
            <a:r>
              <a:rPr spc="190" dirty="0"/>
              <a:t>   </a:t>
            </a:r>
            <a:r>
              <a:rPr spc="65" dirty="0"/>
              <a:t>interactive</a:t>
            </a:r>
            <a:r>
              <a:rPr spc="190" dirty="0"/>
              <a:t>   </a:t>
            </a:r>
            <a:r>
              <a:rPr spc="60" dirty="0"/>
              <a:t>tools</a:t>
            </a:r>
            <a:r>
              <a:rPr spc="185" dirty="0"/>
              <a:t>   </a:t>
            </a:r>
            <a:r>
              <a:rPr spc="60" dirty="0"/>
              <a:t>(quizzes,</a:t>
            </a:r>
            <a:r>
              <a:rPr spc="190" dirty="0"/>
              <a:t>   </a:t>
            </a:r>
            <a:r>
              <a:rPr spc="60" dirty="0"/>
              <a:t>forums),</a:t>
            </a:r>
            <a:r>
              <a:rPr spc="185" dirty="0"/>
              <a:t>   </a:t>
            </a:r>
            <a:r>
              <a:rPr spc="50" dirty="0"/>
              <a:t>and</a:t>
            </a:r>
            <a:r>
              <a:rPr spc="195" dirty="0"/>
              <a:t>   </a:t>
            </a:r>
            <a:r>
              <a:rPr spc="55" dirty="0"/>
              <a:t>reporting dashboards.</a:t>
            </a:r>
          </a:p>
          <a:p>
            <a:pPr marL="564515" marR="7620" algn="just">
              <a:lnSpc>
                <a:spcPct val="127899"/>
              </a:lnSpc>
              <a:spcBef>
                <a:spcPts val="455"/>
              </a:spcBef>
            </a:pPr>
            <a:r>
              <a:rPr spc="70" dirty="0"/>
              <a:t>Integration</a:t>
            </a:r>
            <a:r>
              <a:rPr spc="175" dirty="0"/>
              <a:t>  </a:t>
            </a:r>
            <a:r>
              <a:rPr spc="65" dirty="0"/>
              <a:t>with</a:t>
            </a:r>
            <a:r>
              <a:rPr spc="185" dirty="0"/>
              <a:t>  </a:t>
            </a:r>
            <a:r>
              <a:rPr spc="75" dirty="0"/>
              <a:t>third-</a:t>
            </a:r>
            <a:r>
              <a:rPr spc="65" dirty="0"/>
              <a:t>party</a:t>
            </a:r>
            <a:r>
              <a:rPr spc="200" dirty="0"/>
              <a:t>  </a:t>
            </a:r>
            <a:r>
              <a:rPr spc="60" dirty="0"/>
              <a:t>tools</a:t>
            </a:r>
            <a:r>
              <a:rPr spc="190" dirty="0"/>
              <a:t>  </a:t>
            </a:r>
            <a:r>
              <a:rPr dirty="0"/>
              <a:t>such</a:t>
            </a:r>
            <a:r>
              <a:rPr spc="185" dirty="0"/>
              <a:t>  </a:t>
            </a:r>
            <a:r>
              <a:rPr dirty="0"/>
              <a:t>as</a:t>
            </a:r>
            <a:r>
              <a:rPr spc="190" dirty="0"/>
              <a:t>  </a:t>
            </a:r>
            <a:r>
              <a:rPr spc="65" dirty="0"/>
              <a:t>payment</a:t>
            </a:r>
            <a:r>
              <a:rPr spc="204" dirty="0"/>
              <a:t>  </a:t>
            </a:r>
            <a:r>
              <a:rPr spc="75" dirty="0"/>
              <a:t>gateways</a:t>
            </a:r>
            <a:r>
              <a:rPr spc="190" dirty="0"/>
              <a:t>  </a:t>
            </a:r>
            <a:r>
              <a:rPr spc="50" dirty="0"/>
              <a:t>and</a:t>
            </a:r>
            <a:r>
              <a:rPr spc="200" dirty="0"/>
              <a:t>  </a:t>
            </a:r>
            <a:r>
              <a:rPr spc="50" dirty="0"/>
              <a:t>video </a:t>
            </a:r>
            <a:r>
              <a:rPr spc="55" dirty="0"/>
              <a:t>conferencing</a:t>
            </a:r>
            <a:r>
              <a:rPr spc="190" dirty="0"/>
              <a:t> </a:t>
            </a:r>
            <a:r>
              <a:rPr spc="50" dirty="0"/>
              <a:t>services.</a:t>
            </a:r>
          </a:p>
          <a:p>
            <a:pPr marL="564515" algn="just">
              <a:lnSpc>
                <a:spcPct val="100000"/>
              </a:lnSpc>
              <a:spcBef>
                <a:spcPts val="1245"/>
              </a:spcBef>
            </a:pPr>
            <a:r>
              <a:rPr spc="55" dirty="0"/>
              <a:t>User</a:t>
            </a:r>
            <a:r>
              <a:rPr spc="165" dirty="0"/>
              <a:t> </a:t>
            </a:r>
            <a:r>
              <a:rPr spc="65" dirty="0"/>
              <a:t>authentication</a:t>
            </a:r>
            <a:r>
              <a:rPr spc="150" dirty="0"/>
              <a:t> </a:t>
            </a:r>
            <a:r>
              <a:rPr spc="50" dirty="0"/>
              <a:t>and</a:t>
            </a:r>
            <a:r>
              <a:rPr spc="180" dirty="0"/>
              <a:t> </a:t>
            </a:r>
            <a:r>
              <a:rPr spc="65" dirty="0"/>
              <a:t>data</a:t>
            </a:r>
            <a:r>
              <a:rPr spc="200" dirty="0"/>
              <a:t> </a:t>
            </a:r>
            <a:r>
              <a:rPr spc="65" dirty="0"/>
              <a:t>encryption</a:t>
            </a:r>
            <a:r>
              <a:rPr spc="155" dirty="0"/>
              <a:t> </a:t>
            </a:r>
            <a:r>
              <a:rPr dirty="0"/>
              <a:t>to</a:t>
            </a:r>
            <a:r>
              <a:rPr spc="185" dirty="0"/>
              <a:t> </a:t>
            </a:r>
            <a:r>
              <a:rPr spc="50" dirty="0"/>
              <a:t>ensure</a:t>
            </a:r>
            <a:r>
              <a:rPr spc="165" dirty="0"/>
              <a:t> </a:t>
            </a:r>
            <a:r>
              <a:rPr spc="55" dirty="0"/>
              <a:t>security</a:t>
            </a:r>
            <a:r>
              <a:rPr spc="180" dirty="0"/>
              <a:t> </a:t>
            </a:r>
            <a:r>
              <a:rPr spc="50" dirty="0"/>
              <a:t>and</a:t>
            </a:r>
            <a:r>
              <a:rPr spc="180" dirty="0"/>
              <a:t> </a:t>
            </a:r>
            <a:r>
              <a:rPr spc="55" dirty="0"/>
              <a:t>privacy.</a:t>
            </a:r>
          </a:p>
        </p:txBody>
      </p:sp>
      <p:sp>
        <p:nvSpPr>
          <p:cNvPr id="8" name="object 8"/>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12</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2055177"/>
            <a:ext cx="1930400" cy="390525"/>
          </a:xfrm>
          <a:prstGeom prst="rect">
            <a:avLst/>
          </a:prstGeom>
        </p:spPr>
        <p:txBody>
          <a:bodyPr vert="horz" wrap="square" lIns="0" tIns="11430" rIns="0" bIns="0" rtlCol="0">
            <a:spAutoFit/>
          </a:bodyPr>
          <a:lstStyle/>
          <a:p>
            <a:pPr marL="12700">
              <a:lnSpc>
                <a:spcPct val="100000"/>
              </a:lnSpc>
              <a:spcBef>
                <a:spcPts val="90"/>
              </a:spcBef>
            </a:pPr>
            <a:r>
              <a:rPr sz="2400" dirty="0"/>
              <a:t>Out</a:t>
            </a:r>
            <a:r>
              <a:rPr sz="2400" spc="250" dirty="0"/>
              <a:t> </a:t>
            </a:r>
            <a:r>
              <a:rPr sz="2400" dirty="0"/>
              <a:t>of</a:t>
            </a:r>
            <a:r>
              <a:rPr sz="2400" spc="220" dirty="0"/>
              <a:t> </a:t>
            </a:r>
            <a:r>
              <a:rPr sz="2400" spc="-20" dirty="0"/>
              <a:t>Scope</a:t>
            </a:r>
            <a:endParaRPr sz="2400"/>
          </a:p>
        </p:txBody>
      </p:sp>
      <p:pic>
        <p:nvPicPr>
          <p:cNvPr id="3" name="object 3"/>
          <p:cNvPicPr/>
          <p:nvPr/>
        </p:nvPicPr>
        <p:blipFill>
          <a:blip r:embed="rId2" cstate="print"/>
          <a:stretch>
            <a:fillRect/>
          </a:stretch>
        </p:blipFill>
        <p:spPr>
          <a:xfrm>
            <a:off x="1038225" y="2752724"/>
            <a:ext cx="104774" cy="104774"/>
          </a:xfrm>
          <a:prstGeom prst="rect">
            <a:avLst/>
          </a:prstGeom>
        </p:spPr>
      </p:pic>
      <p:sp>
        <p:nvSpPr>
          <p:cNvPr id="4" name="object 4"/>
          <p:cNvSpPr txBox="1"/>
          <p:nvPr/>
        </p:nvSpPr>
        <p:spPr>
          <a:xfrm>
            <a:off x="1287462" y="2538095"/>
            <a:ext cx="10161270" cy="2225675"/>
          </a:xfrm>
          <a:prstGeom prst="rect">
            <a:avLst/>
          </a:prstGeom>
        </p:spPr>
        <p:txBody>
          <a:bodyPr vert="horz" wrap="square" lIns="0" tIns="12065" rIns="0" bIns="0" rtlCol="0">
            <a:spAutoFit/>
          </a:bodyPr>
          <a:lstStyle/>
          <a:p>
            <a:pPr marL="12700" marR="5080">
              <a:lnSpc>
                <a:spcPct val="125000"/>
              </a:lnSpc>
              <a:spcBef>
                <a:spcPts val="95"/>
              </a:spcBef>
            </a:pPr>
            <a:r>
              <a:rPr sz="2150" spc="65" dirty="0">
                <a:latin typeface="Segoe UI"/>
                <a:cs typeface="Segoe UI"/>
              </a:rPr>
              <a:t>Development</a:t>
            </a:r>
            <a:r>
              <a:rPr sz="2150" spc="370" dirty="0">
                <a:latin typeface="Segoe UI"/>
                <a:cs typeface="Segoe UI"/>
              </a:rPr>
              <a:t> </a:t>
            </a:r>
            <a:r>
              <a:rPr sz="2150" dirty="0">
                <a:latin typeface="Segoe UI"/>
                <a:cs typeface="Segoe UI"/>
              </a:rPr>
              <a:t>of</a:t>
            </a:r>
            <a:r>
              <a:rPr sz="2150" spc="355" dirty="0">
                <a:latin typeface="Segoe UI"/>
                <a:cs typeface="Segoe UI"/>
              </a:rPr>
              <a:t> </a:t>
            </a:r>
            <a:r>
              <a:rPr sz="2150" spc="55" dirty="0">
                <a:latin typeface="Segoe UI"/>
                <a:cs typeface="Segoe UI"/>
              </a:rPr>
              <a:t>backend</a:t>
            </a:r>
            <a:r>
              <a:rPr sz="2150" spc="355" dirty="0">
                <a:latin typeface="Segoe UI"/>
                <a:cs typeface="Segoe UI"/>
              </a:rPr>
              <a:t> </a:t>
            </a:r>
            <a:r>
              <a:rPr sz="2150" spc="55" dirty="0">
                <a:latin typeface="Segoe UI"/>
                <a:cs typeface="Segoe UI"/>
              </a:rPr>
              <a:t>server</a:t>
            </a:r>
            <a:r>
              <a:rPr sz="2150" spc="350" dirty="0">
                <a:latin typeface="Segoe UI"/>
                <a:cs typeface="Segoe UI"/>
              </a:rPr>
              <a:t> </a:t>
            </a:r>
            <a:r>
              <a:rPr sz="2150" spc="60" dirty="0">
                <a:latin typeface="Segoe UI"/>
                <a:cs typeface="Segoe UI"/>
              </a:rPr>
              <a:t>infrastructure</a:t>
            </a:r>
            <a:r>
              <a:rPr sz="2150" spc="345" dirty="0">
                <a:latin typeface="Segoe UI"/>
                <a:cs typeface="Segoe UI"/>
              </a:rPr>
              <a:t> </a:t>
            </a:r>
            <a:r>
              <a:rPr sz="2150" spc="60" dirty="0">
                <a:latin typeface="Segoe UI"/>
                <a:cs typeface="Segoe UI"/>
              </a:rPr>
              <a:t>beyond</a:t>
            </a:r>
            <a:r>
              <a:rPr sz="2150" spc="355" dirty="0">
                <a:latin typeface="Segoe UI"/>
                <a:cs typeface="Segoe UI"/>
              </a:rPr>
              <a:t> </a:t>
            </a:r>
            <a:r>
              <a:rPr sz="2150" spc="55" dirty="0">
                <a:latin typeface="Segoe UI"/>
                <a:cs typeface="Segoe UI"/>
              </a:rPr>
              <a:t>necessary</a:t>
            </a:r>
            <a:r>
              <a:rPr sz="2150" spc="350" dirty="0">
                <a:latin typeface="Segoe UI"/>
                <a:cs typeface="Segoe UI"/>
              </a:rPr>
              <a:t> </a:t>
            </a:r>
            <a:r>
              <a:rPr sz="2150" spc="55" dirty="0">
                <a:latin typeface="Segoe UI"/>
                <a:cs typeface="Segoe UI"/>
              </a:rPr>
              <a:t>hosting</a:t>
            </a:r>
            <a:r>
              <a:rPr sz="2150" spc="355" dirty="0">
                <a:latin typeface="Segoe UI"/>
                <a:cs typeface="Segoe UI"/>
              </a:rPr>
              <a:t> </a:t>
            </a:r>
            <a:r>
              <a:rPr sz="2150" spc="25" dirty="0">
                <a:latin typeface="Segoe UI"/>
                <a:cs typeface="Segoe UI"/>
              </a:rPr>
              <a:t>and </a:t>
            </a:r>
            <a:r>
              <a:rPr sz="2150" spc="70" dirty="0">
                <a:latin typeface="Segoe UI"/>
                <a:cs typeface="Segoe UI"/>
              </a:rPr>
              <a:t>database</a:t>
            </a:r>
            <a:r>
              <a:rPr sz="2150" spc="170" dirty="0">
                <a:latin typeface="Segoe UI"/>
                <a:cs typeface="Segoe UI"/>
              </a:rPr>
              <a:t> </a:t>
            </a:r>
            <a:r>
              <a:rPr sz="2150" spc="60" dirty="0">
                <a:latin typeface="Segoe UI"/>
                <a:cs typeface="Segoe UI"/>
              </a:rPr>
              <a:t>management.</a:t>
            </a:r>
            <a:endParaRPr sz="2150">
              <a:latin typeface="Segoe UI"/>
              <a:cs typeface="Segoe UI"/>
            </a:endParaRPr>
          </a:p>
          <a:p>
            <a:pPr marL="12700" marR="6985">
              <a:lnSpc>
                <a:spcPct val="127899"/>
              </a:lnSpc>
              <a:spcBef>
                <a:spcPts val="525"/>
              </a:spcBef>
            </a:pPr>
            <a:r>
              <a:rPr sz="2150" spc="70" dirty="0">
                <a:latin typeface="Segoe UI"/>
                <a:cs typeface="Segoe UI"/>
              </a:rPr>
              <a:t>Creation</a:t>
            </a:r>
            <a:r>
              <a:rPr sz="2150" spc="245" dirty="0">
                <a:latin typeface="Segoe UI"/>
                <a:cs typeface="Segoe UI"/>
              </a:rPr>
              <a:t> </a:t>
            </a:r>
            <a:r>
              <a:rPr sz="2150" dirty="0">
                <a:latin typeface="Segoe UI"/>
                <a:cs typeface="Segoe UI"/>
              </a:rPr>
              <a:t>of</a:t>
            </a:r>
            <a:r>
              <a:rPr sz="2150" spc="280" dirty="0">
                <a:latin typeface="Segoe UI"/>
                <a:cs typeface="Segoe UI"/>
              </a:rPr>
              <a:t> </a:t>
            </a:r>
            <a:r>
              <a:rPr sz="2150" spc="50" dirty="0">
                <a:latin typeface="Segoe UI"/>
                <a:cs typeface="Segoe UI"/>
              </a:rPr>
              <a:t>course</a:t>
            </a:r>
            <a:r>
              <a:rPr sz="2150" spc="280" dirty="0">
                <a:latin typeface="Segoe UI"/>
                <a:cs typeface="Segoe UI"/>
              </a:rPr>
              <a:t> </a:t>
            </a:r>
            <a:r>
              <a:rPr sz="2150" spc="60" dirty="0">
                <a:latin typeface="Segoe UI"/>
                <a:cs typeface="Segoe UI"/>
              </a:rPr>
              <a:t>content;</a:t>
            </a:r>
            <a:r>
              <a:rPr sz="2150" spc="265" dirty="0">
                <a:latin typeface="Segoe UI"/>
                <a:cs typeface="Segoe UI"/>
              </a:rPr>
              <a:t> </a:t>
            </a:r>
            <a:r>
              <a:rPr sz="2150" spc="50" dirty="0">
                <a:latin typeface="Segoe UI"/>
                <a:cs typeface="Segoe UI"/>
              </a:rPr>
              <a:t>the</a:t>
            </a:r>
            <a:r>
              <a:rPr sz="2150" spc="275" dirty="0">
                <a:latin typeface="Segoe UI"/>
                <a:cs typeface="Segoe UI"/>
              </a:rPr>
              <a:t> </a:t>
            </a:r>
            <a:r>
              <a:rPr sz="2150" spc="65" dirty="0">
                <a:latin typeface="Segoe UI"/>
                <a:cs typeface="Segoe UI"/>
              </a:rPr>
              <a:t>platform</a:t>
            </a:r>
            <a:r>
              <a:rPr sz="2150" spc="290" dirty="0">
                <a:latin typeface="Segoe UI"/>
                <a:cs typeface="Segoe UI"/>
              </a:rPr>
              <a:t> </a:t>
            </a:r>
            <a:r>
              <a:rPr sz="2150" spc="55" dirty="0">
                <a:latin typeface="Segoe UI"/>
                <a:cs typeface="Segoe UI"/>
              </a:rPr>
              <a:t>will</a:t>
            </a:r>
            <a:r>
              <a:rPr sz="2150" spc="285" dirty="0">
                <a:latin typeface="Segoe UI"/>
                <a:cs typeface="Segoe UI"/>
              </a:rPr>
              <a:t> </a:t>
            </a:r>
            <a:r>
              <a:rPr sz="2150" spc="60" dirty="0">
                <a:latin typeface="Segoe UI"/>
                <a:cs typeface="Segoe UI"/>
              </a:rPr>
              <a:t>support</a:t>
            </a:r>
            <a:r>
              <a:rPr sz="2150" spc="305" dirty="0">
                <a:latin typeface="Segoe UI"/>
                <a:cs typeface="Segoe UI"/>
              </a:rPr>
              <a:t> </a:t>
            </a:r>
            <a:r>
              <a:rPr sz="2150" spc="70" dirty="0">
                <a:latin typeface="Segoe UI"/>
                <a:cs typeface="Segoe UI"/>
              </a:rPr>
              <a:t>user-</a:t>
            </a:r>
            <a:r>
              <a:rPr sz="2150" spc="65" dirty="0">
                <a:latin typeface="Segoe UI"/>
                <a:cs typeface="Segoe UI"/>
              </a:rPr>
              <a:t>generated</a:t>
            </a:r>
            <a:r>
              <a:rPr sz="2150" spc="280" dirty="0">
                <a:latin typeface="Segoe UI"/>
                <a:cs typeface="Segoe UI"/>
              </a:rPr>
              <a:t> </a:t>
            </a:r>
            <a:r>
              <a:rPr sz="2150" spc="45" dirty="0">
                <a:latin typeface="Segoe UI"/>
                <a:cs typeface="Segoe UI"/>
              </a:rPr>
              <a:t>content only.</a:t>
            </a:r>
            <a:endParaRPr sz="2150">
              <a:latin typeface="Segoe UI"/>
              <a:cs typeface="Segoe UI"/>
            </a:endParaRPr>
          </a:p>
          <a:p>
            <a:pPr marL="12700">
              <a:lnSpc>
                <a:spcPct val="100000"/>
              </a:lnSpc>
              <a:spcBef>
                <a:spcPts val="1170"/>
              </a:spcBef>
            </a:pPr>
            <a:r>
              <a:rPr sz="2150" spc="65" dirty="0">
                <a:latin typeface="Segoe UI"/>
                <a:cs typeface="Segoe UI"/>
              </a:rPr>
              <a:t>Advanced</a:t>
            </a:r>
            <a:r>
              <a:rPr sz="2150" spc="165" dirty="0">
                <a:latin typeface="Segoe UI"/>
                <a:cs typeface="Segoe UI"/>
              </a:rPr>
              <a:t> </a:t>
            </a:r>
            <a:r>
              <a:rPr sz="2150" spc="65" dirty="0">
                <a:latin typeface="Segoe UI"/>
                <a:cs typeface="Segoe UI"/>
              </a:rPr>
              <a:t>analytics</a:t>
            </a:r>
            <a:r>
              <a:rPr sz="2150" spc="150" dirty="0">
                <a:latin typeface="Segoe UI"/>
                <a:cs typeface="Segoe UI"/>
              </a:rPr>
              <a:t> </a:t>
            </a:r>
            <a:r>
              <a:rPr sz="2150" spc="60" dirty="0">
                <a:latin typeface="Segoe UI"/>
                <a:cs typeface="Segoe UI"/>
              </a:rPr>
              <a:t>beyond</a:t>
            </a:r>
            <a:r>
              <a:rPr sz="2150" spc="175" dirty="0">
                <a:latin typeface="Segoe UI"/>
                <a:cs typeface="Segoe UI"/>
              </a:rPr>
              <a:t> </a:t>
            </a:r>
            <a:r>
              <a:rPr sz="2150" spc="60" dirty="0">
                <a:latin typeface="Segoe UI"/>
                <a:cs typeface="Segoe UI"/>
              </a:rPr>
              <a:t>basic</a:t>
            </a:r>
            <a:r>
              <a:rPr sz="2150" spc="145" dirty="0">
                <a:latin typeface="Segoe UI"/>
                <a:cs typeface="Segoe UI"/>
              </a:rPr>
              <a:t> </a:t>
            </a:r>
            <a:r>
              <a:rPr sz="2150" spc="65" dirty="0">
                <a:latin typeface="Segoe UI"/>
                <a:cs typeface="Segoe UI"/>
              </a:rPr>
              <a:t>reporting</a:t>
            </a:r>
            <a:r>
              <a:rPr sz="2150" spc="175" dirty="0">
                <a:latin typeface="Segoe UI"/>
                <a:cs typeface="Segoe UI"/>
              </a:rPr>
              <a:t> </a:t>
            </a:r>
            <a:r>
              <a:rPr sz="2150" spc="50" dirty="0">
                <a:latin typeface="Segoe UI"/>
                <a:cs typeface="Segoe UI"/>
              </a:rPr>
              <a:t>features.</a:t>
            </a:r>
            <a:endParaRPr sz="2150">
              <a:latin typeface="Segoe UI"/>
              <a:cs typeface="Segoe UI"/>
            </a:endParaRPr>
          </a:p>
        </p:txBody>
      </p:sp>
      <p:pic>
        <p:nvPicPr>
          <p:cNvPr id="5" name="object 5"/>
          <p:cNvPicPr/>
          <p:nvPr/>
        </p:nvPicPr>
        <p:blipFill>
          <a:blip r:embed="rId2" cstate="print"/>
          <a:stretch>
            <a:fillRect/>
          </a:stretch>
        </p:blipFill>
        <p:spPr>
          <a:xfrm>
            <a:off x="1038225" y="3648074"/>
            <a:ext cx="104774" cy="104774"/>
          </a:xfrm>
          <a:prstGeom prst="rect">
            <a:avLst/>
          </a:prstGeom>
        </p:spPr>
      </p:pic>
      <p:pic>
        <p:nvPicPr>
          <p:cNvPr id="6" name="object 6"/>
          <p:cNvPicPr/>
          <p:nvPr/>
        </p:nvPicPr>
        <p:blipFill>
          <a:blip r:embed="rId2" cstate="print"/>
          <a:stretch>
            <a:fillRect/>
          </a:stretch>
        </p:blipFill>
        <p:spPr>
          <a:xfrm>
            <a:off x="1038225" y="4543424"/>
            <a:ext cx="104774" cy="104774"/>
          </a:xfrm>
          <a:prstGeom prst="rect">
            <a:avLst/>
          </a:prstGeom>
        </p:spPr>
      </p:pic>
      <p:sp>
        <p:nvSpPr>
          <p:cNvPr id="7" name="object 7"/>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13</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502727"/>
            <a:ext cx="3965575" cy="390525"/>
          </a:xfrm>
          <a:prstGeom prst="rect">
            <a:avLst/>
          </a:prstGeom>
        </p:spPr>
        <p:txBody>
          <a:bodyPr vert="horz" wrap="square" lIns="0" tIns="11430" rIns="0" bIns="0" rtlCol="0">
            <a:spAutoFit/>
          </a:bodyPr>
          <a:lstStyle/>
          <a:p>
            <a:pPr marL="12700">
              <a:lnSpc>
                <a:spcPct val="100000"/>
              </a:lnSpc>
              <a:spcBef>
                <a:spcPts val="90"/>
              </a:spcBef>
            </a:pPr>
            <a:r>
              <a:rPr sz="2400" spc="45" dirty="0"/>
              <a:t>Stakeholders</a:t>
            </a:r>
            <a:r>
              <a:rPr sz="2400" spc="215" dirty="0"/>
              <a:t> </a:t>
            </a:r>
            <a:r>
              <a:rPr sz="2400" spc="50" dirty="0"/>
              <a:t>Identification</a:t>
            </a:r>
            <a:endParaRPr sz="2400"/>
          </a:p>
        </p:txBody>
      </p:sp>
      <p:pic>
        <p:nvPicPr>
          <p:cNvPr id="3" name="object 3"/>
          <p:cNvPicPr/>
          <p:nvPr/>
        </p:nvPicPr>
        <p:blipFill>
          <a:blip r:embed="rId3" cstate="print"/>
          <a:stretch>
            <a:fillRect/>
          </a:stretch>
        </p:blipFill>
        <p:spPr>
          <a:xfrm>
            <a:off x="1038225" y="2200274"/>
            <a:ext cx="104774" cy="104774"/>
          </a:xfrm>
          <a:prstGeom prst="rect">
            <a:avLst/>
          </a:prstGeom>
        </p:spPr>
      </p:pic>
      <p:sp>
        <p:nvSpPr>
          <p:cNvPr id="4" name="object 4"/>
          <p:cNvSpPr txBox="1"/>
          <p:nvPr/>
        </p:nvSpPr>
        <p:spPr>
          <a:xfrm>
            <a:off x="1287462" y="1909445"/>
            <a:ext cx="9220200" cy="3406775"/>
          </a:xfrm>
          <a:prstGeom prst="rect">
            <a:avLst/>
          </a:prstGeom>
        </p:spPr>
        <p:txBody>
          <a:bodyPr vert="horz" wrap="square" lIns="0" tIns="170180" rIns="0" bIns="0" rtlCol="0">
            <a:spAutoFit/>
          </a:bodyPr>
          <a:lstStyle/>
          <a:p>
            <a:pPr marL="12700">
              <a:lnSpc>
                <a:spcPct val="100000"/>
              </a:lnSpc>
              <a:spcBef>
                <a:spcPts val="1340"/>
              </a:spcBef>
            </a:pPr>
            <a:r>
              <a:rPr sz="2150" spc="70" dirty="0">
                <a:latin typeface="Segoe UI Semibold"/>
                <a:cs typeface="Segoe UI Semibold"/>
              </a:rPr>
              <a:t>Project</a:t>
            </a:r>
            <a:r>
              <a:rPr sz="2150" spc="145" dirty="0">
                <a:latin typeface="Segoe UI Semibold"/>
                <a:cs typeface="Segoe UI Semibold"/>
              </a:rPr>
              <a:t> </a:t>
            </a:r>
            <a:r>
              <a:rPr sz="2150" spc="75" dirty="0">
                <a:latin typeface="Segoe UI Semibold"/>
                <a:cs typeface="Segoe UI Semibold"/>
              </a:rPr>
              <a:t>Sponsor:</a:t>
            </a:r>
            <a:r>
              <a:rPr sz="2150" spc="185" dirty="0">
                <a:latin typeface="Segoe UI Semibold"/>
                <a:cs typeface="Segoe UI Semibold"/>
              </a:rPr>
              <a:t> </a:t>
            </a:r>
            <a:r>
              <a:rPr sz="2150" spc="50" dirty="0">
                <a:latin typeface="Segoe UI"/>
                <a:cs typeface="Segoe UI"/>
              </a:rPr>
              <a:t>Jane</a:t>
            </a:r>
            <a:r>
              <a:rPr sz="2150" spc="170" dirty="0">
                <a:latin typeface="Segoe UI"/>
                <a:cs typeface="Segoe UI"/>
              </a:rPr>
              <a:t> </a:t>
            </a:r>
            <a:r>
              <a:rPr sz="2150" spc="50" dirty="0">
                <a:latin typeface="Segoe UI"/>
                <a:cs typeface="Segoe UI"/>
              </a:rPr>
              <a:t>Doe,</a:t>
            </a:r>
            <a:r>
              <a:rPr sz="2150" spc="165" dirty="0">
                <a:latin typeface="Segoe UI"/>
                <a:cs typeface="Segoe UI"/>
              </a:rPr>
              <a:t> </a:t>
            </a:r>
            <a:r>
              <a:rPr sz="2150" spc="55" dirty="0">
                <a:latin typeface="Segoe UI"/>
                <a:cs typeface="Segoe UI"/>
              </a:rPr>
              <a:t>Director</a:t>
            </a:r>
            <a:r>
              <a:rPr sz="2150" spc="175" dirty="0">
                <a:latin typeface="Segoe UI"/>
                <a:cs typeface="Segoe UI"/>
              </a:rPr>
              <a:t> </a:t>
            </a:r>
            <a:r>
              <a:rPr sz="2150" dirty="0">
                <a:latin typeface="Segoe UI"/>
                <a:cs typeface="Segoe UI"/>
              </a:rPr>
              <a:t>of</a:t>
            </a:r>
            <a:r>
              <a:rPr sz="2150" spc="185" dirty="0">
                <a:latin typeface="Segoe UI"/>
                <a:cs typeface="Segoe UI"/>
              </a:rPr>
              <a:t> </a:t>
            </a:r>
            <a:r>
              <a:rPr sz="2150" spc="65" dirty="0">
                <a:latin typeface="Segoe UI"/>
                <a:cs typeface="Segoe UI"/>
              </a:rPr>
              <a:t>Educational</a:t>
            </a:r>
            <a:r>
              <a:rPr sz="2150" spc="180" dirty="0">
                <a:latin typeface="Segoe UI"/>
                <a:cs typeface="Segoe UI"/>
              </a:rPr>
              <a:t> </a:t>
            </a:r>
            <a:r>
              <a:rPr sz="2150" spc="-10" dirty="0">
                <a:latin typeface="Segoe UI"/>
                <a:cs typeface="Segoe UI"/>
              </a:rPr>
              <a:t>Technology</a:t>
            </a:r>
            <a:endParaRPr sz="2150" dirty="0">
              <a:latin typeface="Segoe UI"/>
              <a:cs typeface="Segoe UI"/>
            </a:endParaRPr>
          </a:p>
          <a:p>
            <a:pPr marL="12700">
              <a:lnSpc>
                <a:spcPct val="100000"/>
              </a:lnSpc>
              <a:spcBef>
                <a:spcPts val="1245"/>
              </a:spcBef>
            </a:pPr>
            <a:r>
              <a:rPr sz="2150" spc="70" dirty="0">
                <a:latin typeface="Segoe UI Semibold"/>
                <a:cs typeface="Segoe UI Semibold"/>
              </a:rPr>
              <a:t>Project</a:t>
            </a:r>
            <a:r>
              <a:rPr sz="2150" spc="195" dirty="0">
                <a:latin typeface="Segoe UI Semibold"/>
                <a:cs typeface="Segoe UI Semibold"/>
              </a:rPr>
              <a:t> </a:t>
            </a:r>
            <a:r>
              <a:rPr sz="2150" spc="70" dirty="0">
                <a:latin typeface="Segoe UI Semibold"/>
                <a:cs typeface="Segoe UI Semibold"/>
              </a:rPr>
              <a:t>Manager:</a:t>
            </a:r>
            <a:r>
              <a:rPr sz="2150" spc="229" dirty="0">
                <a:latin typeface="Segoe UI Semibold"/>
                <a:cs typeface="Segoe UI Semibold"/>
              </a:rPr>
              <a:t> </a:t>
            </a:r>
            <a:r>
              <a:rPr sz="2150" dirty="0">
                <a:latin typeface="Segoe UI"/>
                <a:cs typeface="Segoe UI"/>
              </a:rPr>
              <a:t>John</a:t>
            </a:r>
            <a:r>
              <a:rPr sz="2150" spc="204" dirty="0">
                <a:latin typeface="Segoe UI"/>
                <a:cs typeface="Segoe UI"/>
              </a:rPr>
              <a:t> </a:t>
            </a:r>
            <a:r>
              <a:rPr sz="2150" spc="50" dirty="0">
                <a:latin typeface="Segoe UI"/>
                <a:cs typeface="Segoe UI"/>
              </a:rPr>
              <a:t>Smith</a:t>
            </a:r>
            <a:endParaRPr sz="2150" dirty="0">
              <a:latin typeface="Segoe UI"/>
              <a:cs typeface="Segoe UI"/>
            </a:endParaRPr>
          </a:p>
          <a:p>
            <a:pPr marL="12700">
              <a:lnSpc>
                <a:spcPct val="100000"/>
              </a:lnSpc>
              <a:spcBef>
                <a:spcPts val="1170"/>
              </a:spcBef>
            </a:pPr>
            <a:r>
              <a:rPr sz="2150" spc="70" dirty="0">
                <a:latin typeface="Segoe UI Semibold"/>
                <a:cs typeface="Segoe UI Semibold"/>
              </a:rPr>
              <a:t>Development</a:t>
            </a:r>
            <a:r>
              <a:rPr sz="2150" spc="140" dirty="0">
                <a:latin typeface="Segoe UI Semibold"/>
                <a:cs typeface="Segoe UI Semibold"/>
              </a:rPr>
              <a:t> </a:t>
            </a:r>
            <a:r>
              <a:rPr sz="2150" dirty="0">
                <a:latin typeface="Segoe UI Semibold"/>
                <a:cs typeface="Segoe UI Semibold"/>
              </a:rPr>
              <a:t>Team:</a:t>
            </a:r>
            <a:r>
              <a:rPr sz="2150" spc="190" dirty="0">
                <a:latin typeface="Segoe UI Semibold"/>
                <a:cs typeface="Segoe UI Semibold"/>
              </a:rPr>
              <a:t> </a:t>
            </a:r>
            <a:r>
              <a:rPr sz="2150" spc="65" dirty="0">
                <a:latin typeface="Segoe UI"/>
                <a:cs typeface="Segoe UI"/>
              </a:rPr>
              <a:t>Software</a:t>
            </a:r>
            <a:r>
              <a:rPr sz="2150" spc="175" dirty="0">
                <a:latin typeface="Segoe UI"/>
                <a:cs typeface="Segoe UI"/>
              </a:rPr>
              <a:t> </a:t>
            </a:r>
            <a:r>
              <a:rPr sz="2150" spc="60" dirty="0">
                <a:latin typeface="Segoe UI"/>
                <a:cs typeface="Segoe UI"/>
              </a:rPr>
              <a:t>Developers,</a:t>
            </a:r>
            <a:r>
              <a:rPr sz="2150" spc="165" dirty="0">
                <a:latin typeface="Segoe UI"/>
                <a:cs typeface="Segoe UI"/>
              </a:rPr>
              <a:t> </a:t>
            </a:r>
            <a:r>
              <a:rPr sz="2150" spc="70" dirty="0">
                <a:latin typeface="Segoe UI"/>
                <a:cs typeface="Segoe UI"/>
              </a:rPr>
              <a:t>UI/UX</a:t>
            </a:r>
            <a:r>
              <a:rPr sz="2150" spc="185" dirty="0">
                <a:latin typeface="Segoe UI"/>
                <a:cs typeface="Segoe UI"/>
              </a:rPr>
              <a:t> </a:t>
            </a:r>
            <a:r>
              <a:rPr sz="2150" spc="55" dirty="0">
                <a:latin typeface="Segoe UI"/>
                <a:cs typeface="Segoe UI"/>
              </a:rPr>
              <a:t>Designers,</a:t>
            </a:r>
            <a:r>
              <a:rPr sz="2150" spc="165" dirty="0">
                <a:latin typeface="Segoe UI"/>
                <a:cs typeface="Segoe UI"/>
              </a:rPr>
              <a:t> </a:t>
            </a:r>
            <a:r>
              <a:rPr sz="2150" dirty="0">
                <a:latin typeface="Segoe UI"/>
                <a:cs typeface="Segoe UI"/>
              </a:rPr>
              <a:t>QA</a:t>
            </a:r>
            <a:r>
              <a:rPr sz="2150" spc="215" dirty="0">
                <a:latin typeface="Segoe UI"/>
                <a:cs typeface="Segoe UI"/>
              </a:rPr>
              <a:t> </a:t>
            </a:r>
            <a:r>
              <a:rPr sz="2150" spc="-10" dirty="0">
                <a:latin typeface="Segoe UI"/>
                <a:cs typeface="Segoe UI"/>
              </a:rPr>
              <a:t>Testers</a:t>
            </a:r>
            <a:endParaRPr sz="2150" dirty="0">
              <a:latin typeface="Segoe UI"/>
              <a:cs typeface="Segoe UI"/>
            </a:endParaRPr>
          </a:p>
          <a:p>
            <a:pPr marL="12700">
              <a:lnSpc>
                <a:spcPct val="100000"/>
              </a:lnSpc>
              <a:spcBef>
                <a:spcPts val="1245"/>
              </a:spcBef>
            </a:pPr>
            <a:r>
              <a:rPr sz="2150" spc="55" dirty="0">
                <a:latin typeface="Segoe UI Semibold"/>
                <a:cs typeface="Segoe UI Semibold"/>
              </a:rPr>
              <a:t>End</a:t>
            </a:r>
            <a:r>
              <a:rPr sz="2150" spc="125" dirty="0">
                <a:latin typeface="Segoe UI Semibold"/>
                <a:cs typeface="Segoe UI Semibold"/>
              </a:rPr>
              <a:t> </a:t>
            </a:r>
            <a:r>
              <a:rPr sz="2150" spc="75" dirty="0">
                <a:latin typeface="Segoe UI Semibold"/>
                <a:cs typeface="Segoe UI Semibold"/>
              </a:rPr>
              <a:t>Users:</a:t>
            </a:r>
            <a:r>
              <a:rPr sz="2150" spc="175" dirty="0">
                <a:latin typeface="Segoe UI Semibold"/>
                <a:cs typeface="Segoe UI Semibold"/>
              </a:rPr>
              <a:t> </a:t>
            </a:r>
            <a:r>
              <a:rPr sz="2150" spc="65" dirty="0">
                <a:latin typeface="Segoe UI"/>
                <a:cs typeface="Segoe UI"/>
              </a:rPr>
              <a:t>Educators,</a:t>
            </a:r>
            <a:r>
              <a:rPr sz="2150" spc="150" dirty="0">
                <a:latin typeface="Segoe UI"/>
                <a:cs typeface="Segoe UI"/>
              </a:rPr>
              <a:t> </a:t>
            </a:r>
            <a:r>
              <a:rPr sz="2150" spc="50" dirty="0">
                <a:latin typeface="Segoe UI"/>
                <a:cs typeface="Segoe UI"/>
              </a:rPr>
              <a:t>Students,</a:t>
            </a:r>
            <a:r>
              <a:rPr sz="2150" spc="150" dirty="0">
                <a:latin typeface="Segoe UI"/>
                <a:cs typeface="Segoe UI"/>
              </a:rPr>
              <a:t> </a:t>
            </a:r>
            <a:r>
              <a:rPr sz="2150" spc="70" dirty="0">
                <a:latin typeface="Segoe UI"/>
                <a:cs typeface="Segoe UI"/>
              </a:rPr>
              <a:t>Corporate</a:t>
            </a:r>
            <a:r>
              <a:rPr sz="2150" spc="165" dirty="0">
                <a:latin typeface="Segoe UI"/>
                <a:cs typeface="Segoe UI"/>
              </a:rPr>
              <a:t> </a:t>
            </a:r>
            <a:r>
              <a:rPr sz="2150" spc="-10" dirty="0">
                <a:latin typeface="Segoe UI"/>
                <a:cs typeface="Segoe UI"/>
              </a:rPr>
              <a:t>Trainers</a:t>
            </a:r>
            <a:endParaRPr sz="2150" dirty="0">
              <a:latin typeface="Segoe UI"/>
              <a:cs typeface="Segoe UI"/>
            </a:endParaRPr>
          </a:p>
          <a:p>
            <a:pPr marL="12700">
              <a:lnSpc>
                <a:spcPct val="100000"/>
              </a:lnSpc>
              <a:spcBef>
                <a:spcPts val="1245"/>
              </a:spcBef>
            </a:pPr>
            <a:r>
              <a:rPr sz="2150" dirty="0">
                <a:latin typeface="Segoe UI Semibold"/>
                <a:cs typeface="Segoe UI Semibold"/>
              </a:rPr>
              <a:t>IT</a:t>
            </a:r>
            <a:r>
              <a:rPr sz="2150" spc="180" dirty="0">
                <a:latin typeface="Segoe UI Semibold"/>
                <a:cs typeface="Segoe UI Semibold"/>
              </a:rPr>
              <a:t> </a:t>
            </a:r>
            <a:r>
              <a:rPr sz="2150" spc="70" dirty="0">
                <a:latin typeface="Segoe UI Semibold"/>
                <a:cs typeface="Segoe UI Semibold"/>
              </a:rPr>
              <a:t>Department:</a:t>
            </a:r>
            <a:r>
              <a:rPr sz="2150" spc="180" dirty="0">
                <a:latin typeface="Segoe UI Semibold"/>
                <a:cs typeface="Segoe UI Semibold"/>
              </a:rPr>
              <a:t> </a:t>
            </a:r>
            <a:r>
              <a:rPr sz="2150" spc="55" dirty="0">
                <a:latin typeface="Segoe UI"/>
                <a:cs typeface="Segoe UI"/>
              </a:rPr>
              <a:t>Responsible</a:t>
            </a:r>
            <a:r>
              <a:rPr sz="2150" spc="170" dirty="0">
                <a:latin typeface="Segoe UI"/>
                <a:cs typeface="Segoe UI"/>
              </a:rPr>
              <a:t> </a:t>
            </a:r>
            <a:r>
              <a:rPr sz="2150" spc="45" dirty="0">
                <a:latin typeface="Segoe UI"/>
                <a:cs typeface="Segoe UI"/>
              </a:rPr>
              <a:t>for</a:t>
            </a:r>
            <a:r>
              <a:rPr sz="2150" spc="170" dirty="0">
                <a:latin typeface="Segoe UI"/>
                <a:cs typeface="Segoe UI"/>
              </a:rPr>
              <a:t> </a:t>
            </a:r>
            <a:r>
              <a:rPr sz="2150" spc="60" dirty="0">
                <a:latin typeface="Segoe UI"/>
                <a:cs typeface="Segoe UI"/>
              </a:rPr>
              <a:t>infrastructure</a:t>
            </a:r>
            <a:r>
              <a:rPr sz="2150" spc="170" dirty="0">
                <a:latin typeface="Segoe UI"/>
                <a:cs typeface="Segoe UI"/>
              </a:rPr>
              <a:t> </a:t>
            </a:r>
            <a:r>
              <a:rPr sz="2150" spc="50" dirty="0">
                <a:latin typeface="Segoe UI"/>
                <a:cs typeface="Segoe UI"/>
              </a:rPr>
              <a:t>support</a:t>
            </a:r>
            <a:endParaRPr sz="2150" dirty="0">
              <a:latin typeface="Segoe UI"/>
              <a:cs typeface="Segoe UI"/>
            </a:endParaRPr>
          </a:p>
          <a:p>
            <a:pPr marL="12700">
              <a:lnSpc>
                <a:spcPct val="100000"/>
              </a:lnSpc>
              <a:spcBef>
                <a:spcPts val="1245"/>
              </a:spcBef>
            </a:pPr>
            <a:r>
              <a:rPr sz="2150" spc="60" dirty="0">
                <a:latin typeface="Segoe UI Semibold"/>
                <a:cs typeface="Segoe UI Semibold"/>
              </a:rPr>
              <a:t>Marketing</a:t>
            </a:r>
            <a:r>
              <a:rPr sz="2150" spc="165" dirty="0">
                <a:latin typeface="Segoe UI Semibold"/>
                <a:cs typeface="Segoe UI Semibold"/>
              </a:rPr>
              <a:t> </a:t>
            </a:r>
            <a:r>
              <a:rPr sz="2150" dirty="0">
                <a:latin typeface="Segoe UI Semibold"/>
                <a:cs typeface="Segoe UI Semibold"/>
              </a:rPr>
              <a:t>Team:</a:t>
            </a:r>
            <a:r>
              <a:rPr sz="2150" spc="204" dirty="0">
                <a:latin typeface="Segoe UI Semibold"/>
                <a:cs typeface="Segoe UI Semibold"/>
              </a:rPr>
              <a:t> </a:t>
            </a:r>
            <a:r>
              <a:rPr sz="2150" spc="70" dirty="0">
                <a:latin typeface="Segoe UI"/>
                <a:cs typeface="Segoe UI"/>
              </a:rPr>
              <a:t>Handles</a:t>
            </a:r>
            <a:r>
              <a:rPr sz="2150" spc="185" dirty="0">
                <a:latin typeface="Segoe UI"/>
                <a:cs typeface="Segoe UI"/>
              </a:rPr>
              <a:t> </a:t>
            </a:r>
            <a:r>
              <a:rPr sz="2150" spc="65" dirty="0">
                <a:latin typeface="Segoe UI"/>
                <a:cs typeface="Segoe UI"/>
              </a:rPr>
              <a:t>platform</a:t>
            </a:r>
            <a:r>
              <a:rPr sz="2150" spc="210" dirty="0">
                <a:latin typeface="Segoe UI"/>
                <a:cs typeface="Segoe UI"/>
              </a:rPr>
              <a:t> </a:t>
            </a:r>
            <a:r>
              <a:rPr sz="2150" spc="70" dirty="0">
                <a:latin typeface="Segoe UI"/>
                <a:cs typeface="Segoe UI"/>
              </a:rPr>
              <a:t>promotion</a:t>
            </a:r>
            <a:r>
              <a:rPr sz="2150" spc="175" dirty="0">
                <a:latin typeface="Segoe UI"/>
                <a:cs typeface="Segoe UI"/>
              </a:rPr>
              <a:t> </a:t>
            </a:r>
            <a:r>
              <a:rPr sz="2150" spc="50" dirty="0">
                <a:latin typeface="Segoe UI"/>
                <a:cs typeface="Segoe UI"/>
              </a:rPr>
              <a:t>and</a:t>
            </a:r>
            <a:r>
              <a:rPr sz="2150" spc="204" dirty="0">
                <a:latin typeface="Segoe UI"/>
                <a:cs typeface="Segoe UI"/>
              </a:rPr>
              <a:t> </a:t>
            </a:r>
            <a:r>
              <a:rPr sz="2150" dirty="0">
                <a:latin typeface="Segoe UI"/>
                <a:cs typeface="Segoe UI"/>
              </a:rPr>
              <a:t>user</a:t>
            </a:r>
            <a:r>
              <a:rPr sz="2150" spc="195" dirty="0">
                <a:latin typeface="Segoe UI"/>
                <a:cs typeface="Segoe UI"/>
              </a:rPr>
              <a:t> </a:t>
            </a:r>
            <a:r>
              <a:rPr sz="2150" spc="55" dirty="0">
                <a:latin typeface="Segoe UI"/>
                <a:cs typeface="Segoe UI"/>
              </a:rPr>
              <a:t>acquisition</a:t>
            </a:r>
            <a:endParaRPr sz="2150" dirty="0">
              <a:latin typeface="Segoe UI"/>
              <a:cs typeface="Segoe UI"/>
            </a:endParaRPr>
          </a:p>
          <a:p>
            <a:pPr marL="12700">
              <a:lnSpc>
                <a:spcPct val="100000"/>
              </a:lnSpc>
              <a:spcBef>
                <a:spcPts val="1170"/>
              </a:spcBef>
            </a:pPr>
            <a:r>
              <a:rPr sz="2150" dirty="0">
                <a:latin typeface="Segoe UI Semibold"/>
                <a:cs typeface="Segoe UI Semibold"/>
              </a:rPr>
              <a:t>Legal</a:t>
            </a:r>
            <a:r>
              <a:rPr sz="2150" spc="240" dirty="0">
                <a:latin typeface="Segoe UI Semibold"/>
                <a:cs typeface="Segoe UI Semibold"/>
              </a:rPr>
              <a:t> </a:t>
            </a:r>
            <a:r>
              <a:rPr sz="2150" dirty="0">
                <a:latin typeface="Segoe UI Semibold"/>
                <a:cs typeface="Segoe UI Semibold"/>
              </a:rPr>
              <a:t>Team:</a:t>
            </a:r>
            <a:r>
              <a:rPr sz="2150" spc="210" dirty="0">
                <a:latin typeface="Segoe UI Semibold"/>
                <a:cs typeface="Segoe UI Semibold"/>
              </a:rPr>
              <a:t> </a:t>
            </a:r>
            <a:r>
              <a:rPr sz="2150" spc="55" dirty="0">
                <a:latin typeface="Segoe UI"/>
                <a:cs typeface="Segoe UI"/>
              </a:rPr>
              <a:t>Ensures</a:t>
            </a:r>
            <a:r>
              <a:rPr sz="2150" spc="190" dirty="0">
                <a:latin typeface="Segoe UI"/>
                <a:cs typeface="Segoe UI"/>
              </a:rPr>
              <a:t> </a:t>
            </a:r>
            <a:r>
              <a:rPr sz="2150" spc="65" dirty="0">
                <a:latin typeface="Segoe UI"/>
                <a:cs typeface="Segoe UI"/>
              </a:rPr>
              <a:t>compliance</a:t>
            </a:r>
            <a:r>
              <a:rPr sz="2150" spc="200" dirty="0">
                <a:latin typeface="Segoe UI"/>
                <a:cs typeface="Segoe UI"/>
              </a:rPr>
              <a:t> </a:t>
            </a:r>
            <a:r>
              <a:rPr sz="2150" spc="65" dirty="0">
                <a:latin typeface="Segoe UI"/>
                <a:cs typeface="Segoe UI"/>
              </a:rPr>
              <a:t>with</a:t>
            </a:r>
            <a:r>
              <a:rPr sz="2150" spc="185" dirty="0">
                <a:latin typeface="Segoe UI"/>
                <a:cs typeface="Segoe UI"/>
              </a:rPr>
              <a:t> </a:t>
            </a:r>
            <a:r>
              <a:rPr sz="2150" spc="65" dirty="0">
                <a:latin typeface="Segoe UI"/>
                <a:cs typeface="Segoe UI"/>
              </a:rPr>
              <a:t>data</a:t>
            </a:r>
            <a:r>
              <a:rPr sz="2150" spc="235" dirty="0">
                <a:latin typeface="Segoe UI"/>
                <a:cs typeface="Segoe UI"/>
              </a:rPr>
              <a:t> </a:t>
            </a:r>
            <a:r>
              <a:rPr sz="2150" spc="65" dirty="0">
                <a:latin typeface="Segoe UI"/>
                <a:cs typeface="Segoe UI"/>
              </a:rPr>
              <a:t>protection</a:t>
            </a:r>
            <a:r>
              <a:rPr sz="2150" spc="185" dirty="0">
                <a:latin typeface="Segoe UI"/>
                <a:cs typeface="Segoe UI"/>
              </a:rPr>
              <a:t> </a:t>
            </a:r>
            <a:r>
              <a:rPr sz="2150" spc="55" dirty="0">
                <a:latin typeface="Segoe UI"/>
                <a:cs typeface="Segoe UI"/>
              </a:rPr>
              <a:t>regulations</a:t>
            </a:r>
            <a:endParaRPr sz="2150" dirty="0">
              <a:latin typeface="Segoe UI"/>
              <a:cs typeface="Segoe UI"/>
            </a:endParaRPr>
          </a:p>
        </p:txBody>
      </p:sp>
      <p:pic>
        <p:nvPicPr>
          <p:cNvPr id="5" name="object 5"/>
          <p:cNvPicPr/>
          <p:nvPr/>
        </p:nvPicPr>
        <p:blipFill>
          <a:blip r:embed="rId3" cstate="print"/>
          <a:stretch>
            <a:fillRect/>
          </a:stretch>
        </p:blipFill>
        <p:spPr>
          <a:xfrm>
            <a:off x="1038225" y="2686049"/>
            <a:ext cx="104774" cy="104774"/>
          </a:xfrm>
          <a:prstGeom prst="rect">
            <a:avLst/>
          </a:prstGeom>
        </p:spPr>
      </p:pic>
      <p:pic>
        <p:nvPicPr>
          <p:cNvPr id="6" name="object 6"/>
          <p:cNvPicPr/>
          <p:nvPr/>
        </p:nvPicPr>
        <p:blipFill>
          <a:blip r:embed="rId3" cstate="print"/>
          <a:stretch>
            <a:fillRect/>
          </a:stretch>
        </p:blipFill>
        <p:spPr>
          <a:xfrm>
            <a:off x="1038225" y="3162299"/>
            <a:ext cx="104774" cy="104774"/>
          </a:xfrm>
          <a:prstGeom prst="rect">
            <a:avLst/>
          </a:prstGeom>
        </p:spPr>
      </p:pic>
      <p:pic>
        <p:nvPicPr>
          <p:cNvPr id="7" name="object 7"/>
          <p:cNvPicPr/>
          <p:nvPr/>
        </p:nvPicPr>
        <p:blipFill>
          <a:blip r:embed="rId3" cstate="print"/>
          <a:stretch>
            <a:fillRect/>
          </a:stretch>
        </p:blipFill>
        <p:spPr>
          <a:xfrm>
            <a:off x="1038225" y="3648074"/>
            <a:ext cx="104774" cy="104774"/>
          </a:xfrm>
          <a:prstGeom prst="rect">
            <a:avLst/>
          </a:prstGeom>
        </p:spPr>
      </p:pic>
      <p:pic>
        <p:nvPicPr>
          <p:cNvPr id="8" name="object 8"/>
          <p:cNvPicPr/>
          <p:nvPr/>
        </p:nvPicPr>
        <p:blipFill>
          <a:blip r:embed="rId3" cstate="print"/>
          <a:stretch>
            <a:fillRect/>
          </a:stretch>
        </p:blipFill>
        <p:spPr>
          <a:xfrm>
            <a:off x="1038225" y="4133849"/>
            <a:ext cx="104774" cy="104774"/>
          </a:xfrm>
          <a:prstGeom prst="rect">
            <a:avLst/>
          </a:prstGeom>
        </p:spPr>
      </p:pic>
      <p:pic>
        <p:nvPicPr>
          <p:cNvPr id="9" name="object 9"/>
          <p:cNvPicPr/>
          <p:nvPr/>
        </p:nvPicPr>
        <p:blipFill>
          <a:blip r:embed="rId3" cstate="print"/>
          <a:stretch>
            <a:fillRect/>
          </a:stretch>
        </p:blipFill>
        <p:spPr>
          <a:xfrm>
            <a:off x="1038225" y="4619624"/>
            <a:ext cx="104774" cy="104774"/>
          </a:xfrm>
          <a:prstGeom prst="rect">
            <a:avLst/>
          </a:prstGeom>
        </p:spPr>
      </p:pic>
      <p:pic>
        <p:nvPicPr>
          <p:cNvPr id="10" name="object 10"/>
          <p:cNvPicPr/>
          <p:nvPr/>
        </p:nvPicPr>
        <p:blipFill>
          <a:blip r:embed="rId4" cstate="print"/>
          <a:stretch>
            <a:fillRect/>
          </a:stretch>
        </p:blipFill>
        <p:spPr>
          <a:xfrm>
            <a:off x="1038225" y="5095875"/>
            <a:ext cx="104774" cy="104774"/>
          </a:xfrm>
          <a:prstGeom prst="rect">
            <a:avLst/>
          </a:prstGeom>
        </p:spPr>
      </p:pic>
      <p:sp>
        <p:nvSpPr>
          <p:cNvPr id="11" name="object 11"/>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14</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104582"/>
            <a:ext cx="4485640" cy="456565"/>
          </a:xfrm>
          <a:prstGeom prst="rect">
            <a:avLst/>
          </a:prstGeom>
        </p:spPr>
        <p:txBody>
          <a:bodyPr vert="horz" wrap="square" lIns="0" tIns="15875" rIns="0" bIns="0" rtlCol="0">
            <a:spAutoFit/>
          </a:bodyPr>
          <a:lstStyle/>
          <a:p>
            <a:pPr marL="12700">
              <a:lnSpc>
                <a:spcPct val="100000"/>
              </a:lnSpc>
              <a:spcBef>
                <a:spcPts val="125"/>
              </a:spcBef>
            </a:pPr>
            <a:r>
              <a:rPr sz="2800" spc="60" dirty="0"/>
              <a:t>Roles</a:t>
            </a:r>
            <a:r>
              <a:rPr sz="2800" spc="120" dirty="0"/>
              <a:t> </a:t>
            </a:r>
            <a:r>
              <a:rPr sz="2800" spc="55" dirty="0"/>
              <a:t>and</a:t>
            </a:r>
            <a:r>
              <a:rPr sz="2800" spc="160" dirty="0"/>
              <a:t> </a:t>
            </a:r>
            <a:r>
              <a:rPr sz="2800" spc="65" dirty="0"/>
              <a:t>Responsibilities</a:t>
            </a:r>
            <a:endParaRPr sz="2800"/>
          </a:p>
        </p:txBody>
      </p:sp>
      <p:pic>
        <p:nvPicPr>
          <p:cNvPr id="3" name="object 3"/>
          <p:cNvPicPr/>
          <p:nvPr/>
        </p:nvPicPr>
        <p:blipFill>
          <a:blip r:embed="rId2" cstate="print"/>
          <a:stretch>
            <a:fillRect/>
          </a:stretch>
        </p:blipFill>
        <p:spPr>
          <a:xfrm>
            <a:off x="1038225" y="1981199"/>
            <a:ext cx="104774" cy="104774"/>
          </a:xfrm>
          <a:prstGeom prst="rect">
            <a:avLst/>
          </a:prstGeom>
        </p:spPr>
      </p:pic>
      <p:sp>
        <p:nvSpPr>
          <p:cNvPr id="4" name="object 4"/>
          <p:cNvSpPr txBox="1"/>
          <p:nvPr/>
        </p:nvSpPr>
        <p:spPr>
          <a:xfrm>
            <a:off x="1287462" y="1766570"/>
            <a:ext cx="10163175" cy="3949700"/>
          </a:xfrm>
          <a:prstGeom prst="rect">
            <a:avLst/>
          </a:prstGeom>
        </p:spPr>
        <p:txBody>
          <a:bodyPr vert="horz" wrap="square" lIns="0" tIns="6985" rIns="0" bIns="0" rtlCol="0">
            <a:spAutoFit/>
          </a:bodyPr>
          <a:lstStyle/>
          <a:p>
            <a:pPr marL="12700" marR="5080" algn="just">
              <a:lnSpc>
                <a:spcPct val="126499"/>
              </a:lnSpc>
              <a:spcBef>
                <a:spcPts val="55"/>
              </a:spcBef>
            </a:pPr>
            <a:r>
              <a:rPr sz="2150" spc="70" dirty="0">
                <a:latin typeface="Segoe UI Semibold"/>
                <a:cs typeface="Segoe UI Semibold"/>
              </a:rPr>
              <a:t>Project</a:t>
            </a:r>
            <a:r>
              <a:rPr sz="2150" spc="405" dirty="0">
                <a:latin typeface="Segoe UI Semibold"/>
                <a:cs typeface="Segoe UI Semibold"/>
              </a:rPr>
              <a:t>  </a:t>
            </a:r>
            <a:r>
              <a:rPr sz="2150" spc="55" dirty="0">
                <a:latin typeface="Segoe UI Semibold"/>
                <a:cs typeface="Segoe UI Semibold"/>
              </a:rPr>
              <a:t>Manager</a:t>
            </a:r>
            <a:r>
              <a:rPr sz="2150" spc="445" dirty="0">
                <a:latin typeface="Segoe UI Semibold"/>
                <a:cs typeface="Segoe UI Semibold"/>
              </a:rPr>
              <a:t>  </a:t>
            </a:r>
            <a:r>
              <a:rPr sz="2150" spc="75" dirty="0">
                <a:latin typeface="Segoe UI Semibold"/>
                <a:cs typeface="Segoe UI Semibold"/>
              </a:rPr>
              <a:t>(John</a:t>
            </a:r>
            <a:r>
              <a:rPr sz="2150" spc="434" dirty="0">
                <a:latin typeface="Segoe UI Semibold"/>
                <a:cs typeface="Segoe UI Semibold"/>
              </a:rPr>
              <a:t>  </a:t>
            </a:r>
            <a:r>
              <a:rPr sz="2150" spc="80" dirty="0">
                <a:latin typeface="Segoe UI Semibold"/>
                <a:cs typeface="Segoe UI Semibold"/>
              </a:rPr>
              <a:t>Smith):</a:t>
            </a:r>
            <a:r>
              <a:rPr sz="2150" spc="430" dirty="0">
                <a:latin typeface="Segoe UI Semibold"/>
                <a:cs typeface="Segoe UI Semibold"/>
              </a:rPr>
              <a:t>  </a:t>
            </a:r>
            <a:r>
              <a:rPr sz="2150" spc="65" dirty="0">
                <a:latin typeface="Segoe UI"/>
                <a:cs typeface="Segoe UI"/>
              </a:rPr>
              <a:t>Oversees</a:t>
            </a:r>
            <a:r>
              <a:rPr sz="2150" spc="425" dirty="0">
                <a:latin typeface="Segoe UI"/>
                <a:cs typeface="Segoe UI"/>
              </a:rPr>
              <a:t>  </a:t>
            </a:r>
            <a:r>
              <a:rPr sz="2150" spc="60" dirty="0">
                <a:latin typeface="Segoe UI"/>
                <a:cs typeface="Segoe UI"/>
              </a:rPr>
              <a:t>project</a:t>
            </a:r>
            <a:r>
              <a:rPr sz="2150" spc="445" dirty="0">
                <a:latin typeface="Segoe UI"/>
                <a:cs typeface="Segoe UI"/>
              </a:rPr>
              <a:t>  </a:t>
            </a:r>
            <a:r>
              <a:rPr sz="2150" spc="60" dirty="0">
                <a:latin typeface="Segoe UI"/>
                <a:cs typeface="Segoe UI"/>
              </a:rPr>
              <a:t>execution,</a:t>
            </a:r>
            <a:r>
              <a:rPr sz="2150" spc="425" dirty="0">
                <a:latin typeface="Segoe UI"/>
                <a:cs typeface="Segoe UI"/>
              </a:rPr>
              <a:t>  </a:t>
            </a:r>
            <a:r>
              <a:rPr sz="2150" spc="55" dirty="0">
                <a:latin typeface="Segoe UI"/>
                <a:cs typeface="Segoe UI"/>
              </a:rPr>
              <a:t>manages </a:t>
            </a:r>
            <a:r>
              <a:rPr sz="2150" spc="65" dirty="0">
                <a:latin typeface="Segoe UI"/>
                <a:cs typeface="Segoe UI"/>
              </a:rPr>
              <a:t>timelines,</a:t>
            </a:r>
            <a:r>
              <a:rPr sz="2150" spc="100" dirty="0">
                <a:latin typeface="Segoe UI"/>
                <a:cs typeface="Segoe UI"/>
              </a:rPr>
              <a:t>  </a:t>
            </a:r>
            <a:r>
              <a:rPr sz="2150" spc="65" dirty="0">
                <a:latin typeface="Segoe UI"/>
                <a:cs typeface="Segoe UI"/>
              </a:rPr>
              <a:t>coordinates</a:t>
            </a:r>
            <a:r>
              <a:rPr sz="2150" spc="100" dirty="0">
                <a:latin typeface="Segoe UI"/>
                <a:cs typeface="Segoe UI"/>
              </a:rPr>
              <a:t>  </a:t>
            </a:r>
            <a:r>
              <a:rPr sz="2150" spc="70" dirty="0">
                <a:latin typeface="Segoe UI"/>
                <a:cs typeface="Segoe UI"/>
              </a:rPr>
              <a:t>between</a:t>
            </a:r>
            <a:r>
              <a:rPr sz="2150" spc="90" dirty="0">
                <a:latin typeface="Segoe UI"/>
                <a:cs typeface="Segoe UI"/>
              </a:rPr>
              <a:t>  </a:t>
            </a:r>
            <a:r>
              <a:rPr sz="2150" spc="65" dirty="0">
                <a:latin typeface="Segoe UI"/>
                <a:cs typeface="Segoe UI"/>
              </a:rPr>
              <a:t>teams,</a:t>
            </a:r>
            <a:r>
              <a:rPr sz="2150" spc="100" dirty="0">
                <a:latin typeface="Segoe UI"/>
                <a:cs typeface="Segoe UI"/>
              </a:rPr>
              <a:t>  </a:t>
            </a:r>
            <a:r>
              <a:rPr sz="2150" spc="50" dirty="0">
                <a:latin typeface="Segoe UI"/>
                <a:cs typeface="Segoe UI"/>
              </a:rPr>
              <a:t>and</a:t>
            </a:r>
            <a:r>
              <a:rPr sz="2150" spc="105" dirty="0">
                <a:latin typeface="Segoe UI"/>
                <a:cs typeface="Segoe UI"/>
              </a:rPr>
              <a:t>  </a:t>
            </a:r>
            <a:r>
              <a:rPr sz="2150" spc="50" dirty="0">
                <a:latin typeface="Segoe UI"/>
                <a:cs typeface="Segoe UI"/>
              </a:rPr>
              <a:t>ensures</a:t>
            </a:r>
            <a:r>
              <a:rPr sz="2150" spc="100" dirty="0">
                <a:latin typeface="Segoe UI"/>
                <a:cs typeface="Segoe UI"/>
              </a:rPr>
              <a:t>  </a:t>
            </a:r>
            <a:r>
              <a:rPr sz="2150" spc="60" dirty="0">
                <a:latin typeface="Segoe UI"/>
                <a:cs typeface="Segoe UI"/>
              </a:rPr>
              <a:t>project</a:t>
            </a:r>
            <a:r>
              <a:rPr sz="2150" spc="114" dirty="0">
                <a:latin typeface="Segoe UI"/>
                <a:cs typeface="Segoe UI"/>
              </a:rPr>
              <a:t>  </a:t>
            </a:r>
            <a:r>
              <a:rPr sz="2150" spc="65" dirty="0">
                <a:latin typeface="Segoe UI"/>
                <a:cs typeface="Segoe UI"/>
              </a:rPr>
              <a:t>objectives</a:t>
            </a:r>
            <a:r>
              <a:rPr sz="2150" spc="100" dirty="0">
                <a:latin typeface="Segoe UI"/>
                <a:cs typeface="Segoe UI"/>
              </a:rPr>
              <a:t>  </a:t>
            </a:r>
            <a:r>
              <a:rPr sz="2150" spc="30" dirty="0">
                <a:latin typeface="Segoe UI"/>
                <a:cs typeface="Segoe UI"/>
              </a:rPr>
              <a:t>are </a:t>
            </a:r>
            <a:r>
              <a:rPr sz="2150" spc="45" dirty="0">
                <a:latin typeface="Segoe UI"/>
                <a:cs typeface="Segoe UI"/>
              </a:rPr>
              <a:t>met.</a:t>
            </a:r>
            <a:endParaRPr sz="2150">
              <a:latin typeface="Segoe UI"/>
              <a:cs typeface="Segoe UI"/>
            </a:endParaRPr>
          </a:p>
          <a:p>
            <a:pPr marL="12700" marR="5080" algn="just">
              <a:lnSpc>
                <a:spcPct val="127899"/>
              </a:lnSpc>
              <a:spcBef>
                <a:spcPts val="450"/>
              </a:spcBef>
            </a:pPr>
            <a:r>
              <a:rPr sz="2150" dirty="0">
                <a:latin typeface="Segoe UI Semibold"/>
                <a:cs typeface="Segoe UI Semibold"/>
              </a:rPr>
              <a:t>Lead</a:t>
            </a:r>
            <a:r>
              <a:rPr sz="2150" spc="245" dirty="0">
                <a:latin typeface="Segoe UI Semibold"/>
                <a:cs typeface="Segoe UI Semibold"/>
              </a:rPr>
              <a:t>  </a:t>
            </a:r>
            <a:r>
              <a:rPr sz="2150" spc="60" dirty="0">
                <a:latin typeface="Segoe UI Semibold"/>
                <a:cs typeface="Segoe UI Semibold"/>
              </a:rPr>
              <a:t>Developer</a:t>
            </a:r>
            <a:r>
              <a:rPr sz="2150" spc="275" dirty="0">
                <a:latin typeface="Segoe UI Semibold"/>
                <a:cs typeface="Segoe UI Semibold"/>
              </a:rPr>
              <a:t>  </a:t>
            </a:r>
            <a:r>
              <a:rPr sz="2150" spc="80" dirty="0">
                <a:latin typeface="Segoe UI Semibold"/>
                <a:cs typeface="Segoe UI Semibold"/>
              </a:rPr>
              <a:t>(Alice</a:t>
            </a:r>
            <a:r>
              <a:rPr sz="2150" spc="250" dirty="0">
                <a:latin typeface="Segoe UI Semibold"/>
                <a:cs typeface="Segoe UI Semibold"/>
              </a:rPr>
              <a:t>  </a:t>
            </a:r>
            <a:r>
              <a:rPr sz="2150" spc="80" dirty="0">
                <a:latin typeface="Segoe UI Semibold"/>
                <a:cs typeface="Segoe UI Semibold"/>
              </a:rPr>
              <a:t>Johnson):</a:t>
            </a:r>
            <a:r>
              <a:rPr sz="2150" spc="265" dirty="0">
                <a:latin typeface="Segoe UI Semibold"/>
                <a:cs typeface="Segoe UI Semibold"/>
              </a:rPr>
              <a:t>  </a:t>
            </a:r>
            <a:r>
              <a:rPr sz="2150" spc="70" dirty="0">
                <a:latin typeface="Segoe UI"/>
                <a:cs typeface="Segoe UI"/>
              </a:rPr>
              <a:t>Heads</a:t>
            </a:r>
            <a:r>
              <a:rPr sz="2150" spc="254" dirty="0">
                <a:latin typeface="Segoe UI"/>
                <a:cs typeface="Segoe UI"/>
              </a:rPr>
              <a:t>  </a:t>
            </a:r>
            <a:r>
              <a:rPr sz="2150" spc="50" dirty="0">
                <a:latin typeface="Segoe UI"/>
                <a:cs typeface="Segoe UI"/>
              </a:rPr>
              <a:t>the</a:t>
            </a:r>
            <a:r>
              <a:rPr sz="2150" spc="260" dirty="0">
                <a:latin typeface="Segoe UI"/>
                <a:cs typeface="Segoe UI"/>
              </a:rPr>
              <a:t>  </a:t>
            </a:r>
            <a:r>
              <a:rPr sz="2150" spc="65" dirty="0">
                <a:latin typeface="Segoe UI"/>
                <a:cs typeface="Segoe UI"/>
              </a:rPr>
              <a:t>development</a:t>
            </a:r>
            <a:r>
              <a:rPr sz="2150" spc="270" dirty="0">
                <a:latin typeface="Segoe UI"/>
                <a:cs typeface="Segoe UI"/>
              </a:rPr>
              <a:t>  </a:t>
            </a:r>
            <a:r>
              <a:rPr sz="2150" spc="70" dirty="0">
                <a:latin typeface="Segoe UI"/>
                <a:cs typeface="Segoe UI"/>
              </a:rPr>
              <a:t>team,</a:t>
            </a:r>
            <a:r>
              <a:rPr sz="2150" spc="254" dirty="0">
                <a:latin typeface="Segoe UI"/>
                <a:cs typeface="Segoe UI"/>
              </a:rPr>
              <a:t>  </a:t>
            </a:r>
            <a:r>
              <a:rPr sz="2150" spc="50" dirty="0">
                <a:latin typeface="Segoe UI"/>
                <a:cs typeface="Segoe UI"/>
              </a:rPr>
              <a:t>makes </a:t>
            </a:r>
            <a:r>
              <a:rPr sz="2150" spc="55" dirty="0">
                <a:latin typeface="Segoe UI"/>
                <a:cs typeface="Segoe UI"/>
              </a:rPr>
              <a:t>technical</a:t>
            </a:r>
            <a:r>
              <a:rPr sz="2150" spc="175" dirty="0">
                <a:latin typeface="Segoe UI"/>
                <a:cs typeface="Segoe UI"/>
              </a:rPr>
              <a:t> </a:t>
            </a:r>
            <a:r>
              <a:rPr sz="2150" spc="55" dirty="0">
                <a:latin typeface="Segoe UI"/>
                <a:cs typeface="Segoe UI"/>
              </a:rPr>
              <a:t>decisions,</a:t>
            </a:r>
            <a:r>
              <a:rPr sz="2150" spc="160" dirty="0">
                <a:latin typeface="Segoe UI"/>
                <a:cs typeface="Segoe UI"/>
              </a:rPr>
              <a:t> </a:t>
            </a:r>
            <a:r>
              <a:rPr sz="2150" spc="50" dirty="0">
                <a:latin typeface="Segoe UI"/>
                <a:cs typeface="Segoe UI"/>
              </a:rPr>
              <a:t>and</a:t>
            </a:r>
            <a:r>
              <a:rPr sz="2150" spc="185" dirty="0">
                <a:latin typeface="Segoe UI"/>
                <a:cs typeface="Segoe UI"/>
              </a:rPr>
              <a:t> </a:t>
            </a:r>
            <a:r>
              <a:rPr sz="2150" spc="50" dirty="0">
                <a:latin typeface="Segoe UI"/>
                <a:cs typeface="Segoe UI"/>
              </a:rPr>
              <a:t>ensures</a:t>
            </a:r>
            <a:r>
              <a:rPr sz="2150" spc="160" dirty="0">
                <a:latin typeface="Segoe UI"/>
                <a:cs typeface="Segoe UI"/>
              </a:rPr>
              <a:t> </a:t>
            </a:r>
            <a:r>
              <a:rPr sz="2150" spc="50" dirty="0">
                <a:latin typeface="Segoe UI"/>
                <a:cs typeface="Segoe UI"/>
              </a:rPr>
              <a:t>code</a:t>
            </a:r>
            <a:r>
              <a:rPr sz="2150" spc="175" dirty="0">
                <a:latin typeface="Segoe UI"/>
                <a:cs typeface="Segoe UI"/>
              </a:rPr>
              <a:t> </a:t>
            </a:r>
            <a:r>
              <a:rPr sz="2150" spc="55" dirty="0">
                <a:latin typeface="Segoe UI"/>
                <a:cs typeface="Segoe UI"/>
              </a:rPr>
              <a:t>quality.</a:t>
            </a:r>
            <a:endParaRPr sz="2150">
              <a:latin typeface="Segoe UI"/>
              <a:cs typeface="Segoe UI"/>
            </a:endParaRPr>
          </a:p>
          <a:p>
            <a:pPr marL="12700" marR="10160" algn="just">
              <a:lnSpc>
                <a:spcPct val="125000"/>
              </a:lnSpc>
              <a:spcBef>
                <a:spcPts val="600"/>
              </a:spcBef>
            </a:pPr>
            <a:r>
              <a:rPr sz="2150" spc="50" dirty="0">
                <a:latin typeface="Segoe UI Semibold"/>
                <a:cs typeface="Segoe UI Semibold"/>
              </a:rPr>
              <a:t>UI/UX</a:t>
            </a:r>
            <a:r>
              <a:rPr sz="2150" spc="245" dirty="0">
                <a:latin typeface="Segoe UI Semibold"/>
                <a:cs typeface="Segoe UI Semibold"/>
              </a:rPr>
              <a:t>  </a:t>
            </a:r>
            <a:r>
              <a:rPr sz="2150" spc="70" dirty="0">
                <a:latin typeface="Segoe UI Semibold"/>
                <a:cs typeface="Segoe UI Semibold"/>
              </a:rPr>
              <a:t>Designer</a:t>
            </a:r>
            <a:r>
              <a:rPr sz="2150" spc="265" dirty="0">
                <a:latin typeface="Segoe UI Semibold"/>
                <a:cs typeface="Segoe UI Semibold"/>
              </a:rPr>
              <a:t>  </a:t>
            </a:r>
            <a:r>
              <a:rPr sz="2150" spc="75" dirty="0">
                <a:latin typeface="Segoe UI Semibold"/>
                <a:cs typeface="Segoe UI Semibold"/>
              </a:rPr>
              <a:t>(Mark</a:t>
            </a:r>
            <a:r>
              <a:rPr sz="2150" spc="245" dirty="0">
                <a:latin typeface="Segoe UI Semibold"/>
                <a:cs typeface="Segoe UI Semibold"/>
              </a:rPr>
              <a:t>  </a:t>
            </a:r>
            <a:r>
              <a:rPr sz="2150" spc="55" dirty="0">
                <a:latin typeface="Segoe UI Semibold"/>
                <a:cs typeface="Segoe UI Semibold"/>
              </a:rPr>
              <a:t>Lee):</a:t>
            </a:r>
            <a:r>
              <a:rPr sz="2150" spc="254" dirty="0">
                <a:latin typeface="Segoe UI Semibold"/>
                <a:cs typeface="Segoe UI Semibold"/>
              </a:rPr>
              <a:t>  </a:t>
            </a:r>
            <a:r>
              <a:rPr sz="2150" spc="55" dirty="0">
                <a:latin typeface="Segoe UI"/>
                <a:cs typeface="Segoe UI"/>
              </a:rPr>
              <a:t>Designs</a:t>
            </a:r>
            <a:r>
              <a:rPr sz="2150" spc="245" dirty="0">
                <a:latin typeface="Segoe UI"/>
                <a:cs typeface="Segoe UI"/>
              </a:rPr>
              <a:t>  </a:t>
            </a:r>
            <a:r>
              <a:rPr sz="2150" spc="50" dirty="0">
                <a:latin typeface="Segoe UI"/>
                <a:cs typeface="Segoe UI"/>
              </a:rPr>
              <a:t>the</a:t>
            </a:r>
            <a:r>
              <a:rPr sz="2150" spc="250" dirty="0">
                <a:latin typeface="Segoe UI"/>
                <a:cs typeface="Segoe UI"/>
              </a:rPr>
              <a:t>  </a:t>
            </a:r>
            <a:r>
              <a:rPr sz="2150" dirty="0">
                <a:latin typeface="Segoe UI"/>
                <a:cs typeface="Segoe UI"/>
              </a:rPr>
              <a:t>user</a:t>
            </a:r>
            <a:r>
              <a:rPr sz="2150" spc="254" dirty="0">
                <a:latin typeface="Segoe UI"/>
                <a:cs typeface="Segoe UI"/>
              </a:rPr>
              <a:t>  </a:t>
            </a:r>
            <a:r>
              <a:rPr sz="2150" spc="60" dirty="0">
                <a:latin typeface="Segoe UI"/>
                <a:cs typeface="Segoe UI"/>
              </a:rPr>
              <a:t>interface</a:t>
            </a:r>
            <a:r>
              <a:rPr sz="2150" spc="250" dirty="0">
                <a:latin typeface="Segoe UI"/>
                <a:cs typeface="Segoe UI"/>
              </a:rPr>
              <a:t>  </a:t>
            </a:r>
            <a:r>
              <a:rPr sz="2150" spc="50" dirty="0">
                <a:latin typeface="Segoe UI"/>
                <a:cs typeface="Segoe UI"/>
              </a:rPr>
              <a:t>and</a:t>
            </a:r>
            <a:r>
              <a:rPr sz="2150" spc="254" dirty="0">
                <a:latin typeface="Segoe UI"/>
                <a:cs typeface="Segoe UI"/>
              </a:rPr>
              <a:t>  </a:t>
            </a:r>
            <a:r>
              <a:rPr sz="2150" spc="50" dirty="0">
                <a:latin typeface="Segoe UI"/>
                <a:cs typeface="Segoe UI"/>
              </a:rPr>
              <a:t>ensures</a:t>
            </a:r>
            <a:r>
              <a:rPr sz="2150" spc="245" dirty="0">
                <a:latin typeface="Segoe UI"/>
                <a:cs typeface="Segoe UI"/>
              </a:rPr>
              <a:t>  </a:t>
            </a:r>
            <a:r>
              <a:rPr sz="2150" spc="-50" dirty="0">
                <a:latin typeface="Segoe UI"/>
                <a:cs typeface="Segoe UI"/>
              </a:rPr>
              <a:t>a </a:t>
            </a:r>
            <a:r>
              <a:rPr sz="2150" spc="65" dirty="0">
                <a:latin typeface="Segoe UI"/>
                <a:cs typeface="Segoe UI"/>
              </a:rPr>
              <a:t>seamless</a:t>
            </a:r>
            <a:r>
              <a:rPr sz="2150" spc="225" dirty="0">
                <a:latin typeface="Segoe UI"/>
                <a:cs typeface="Segoe UI"/>
              </a:rPr>
              <a:t> </a:t>
            </a:r>
            <a:r>
              <a:rPr sz="2150" dirty="0">
                <a:latin typeface="Segoe UI"/>
                <a:cs typeface="Segoe UI"/>
              </a:rPr>
              <a:t>user</a:t>
            </a:r>
            <a:r>
              <a:rPr sz="2150" spc="245" dirty="0">
                <a:latin typeface="Segoe UI"/>
                <a:cs typeface="Segoe UI"/>
              </a:rPr>
              <a:t> </a:t>
            </a:r>
            <a:r>
              <a:rPr sz="2150" spc="50" dirty="0">
                <a:latin typeface="Segoe UI"/>
                <a:cs typeface="Segoe UI"/>
              </a:rPr>
              <a:t>experience.</a:t>
            </a:r>
            <a:endParaRPr sz="2150">
              <a:latin typeface="Segoe UI"/>
              <a:cs typeface="Segoe UI"/>
            </a:endParaRPr>
          </a:p>
          <a:p>
            <a:pPr marL="12700" marR="6985" algn="just">
              <a:lnSpc>
                <a:spcPct val="125000"/>
              </a:lnSpc>
              <a:spcBef>
                <a:spcPts val="600"/>
              </a:spcBef>
            </a:pPr>
            <a:r>
              <a:rPr sz="2150" spc="55" dirty="0">
                <a:latin typeface="Segoe UI Semibold"/>
                <a:cs typeface="Segoe UI Semibold"/>
              </a:rPr>
              <a:t>QA</a:t>
            </a:r>
            <a:r>
              <a:rPr sz="2150" spc="65" dirty="0">
                <a:latin typeface="Segoe UI Semibold"/>
                <a:cs typeface="Segoe UI Semibold"/>
              </a:rPr>
              <a:t>  </a:t>
            </a:r>
            <a:r>
              <a:rPr sz="2150" dirty="0">
                <a:latin typeface="Segoe UI Semibold"/>
                <a:cs typeface="Segoe UI Semibold"/>
              </a:rPr>
              <a:t>Tester</a:t>
            </a:r>
            <a:r>
              <a:rPr sz="2150" spc="95" dirty="0">
                <a:latin typeface="Segoe UI Semibold"/>
                <a:cs typeface="Segoe UI Semibold"/>
              </a:rPr>
              <a:t>  </a:t>
            </a:r>
            <a:r>
              <a:rPr sz="2150" spc="80" dirty="0">
                <a:latin typeface="Segoe UI Semibold"/>
                <a:cs typeface="Segoe UI Semibold"/>
              </a:rPr>
              <a:t>(Martinez):  </a:t>
            </a:r>
            <a:r>
              <a:rPr sz="2150" spc="60" dirty="0">
                <a:latin typeface="Segoe UI"/>
                <a:cs typeface="Segoe UI"/>
              </a:rPr>
              <a:t>Conducts</a:t>
            </a:r>
            <a:r>
              <a:rPr sz="2150" spc="75" dirty="0">
                <a:latin typeface="Segoe UI"/>
                <a:cs typeface="Segoe UI"/>
              </a:rPr>
              <a:t>  </a:t>
            </a:r>
            <a:r>
              <a:rPr sz="2150" spc="60" dirty="0">
                <a:latin typeface="Segoe UI"/>
                <a:cs typeface="Segoe UI"/>
              </a:rPr>
              <a:t>testing</a:t>
            </a:r>
            <a:r>
              <a:rPr sz="2150" spc="85" dirty="0">
                <a:latin typeface="Segoe UI"/>
                <a:cs typeface="Segoe UI"/>
              </a:rPr>
              <a:t>  </a:t>
            </a:r>
            <a:r>
              <a:rPr sz="2150" dirty="0">
                <a:latin typeface="Segoe UI"/>
                <a:cs typeface="Segoe UI"/>
              </a:rPr>
              <a:t>to</a:t>
            </a:r>
            <a:r>
              <a:rPr sz="2150" spc="85" dirty="0">
                <a:latin typeface="Segoe UI"/>
                <a:cs typeface="Segoe UI"/>
              </a:rPr>
              <a:t>  </a:t>
            </a:r>
            <a:r>
              <a:rPr sz="2150" spc="60" dirty="0">
                <a:latin typeface="Segoe UI"/>
                <a:cs typeface="Segoe UI"/>
              </a:rPr>
              <a:t>identify</a:t>
            </a:r>
            <a:r>
              <a:rPr sz="2150" spc="85" dirty="0">
                <a:latin typeface="Segoe UI"/>
                <a:cs typeface="Segoe UI"/>
              </a:rPr>
              <a:t>  </a:t>
            </a:r>
            <a:r>
              <a:rPr sz="2150" spc="50" dirty="0">
                <a:latin typeface="Segoe UI"/>
                <a:cs typeface="Segoe UI"/>
              </a:rPr>
              <a:t>and</a:t>
            </a:r>
            <a:r>
              <a:rPr sz="2150" spc="80" dirty="0">
                <a:latin typeface="Segoe UI"/>
                <a:cs typeface="Segoe UI"/>
              </a:rPr>
              <a:t>  </a:t>
            </a:r>
            <a:r>
              <a:rPr sz="2150" spc="60" dirty="0">
                <a:latin typeface="Segoe UI"/>
                <a:cs typeface="Segoe UI"/>
              </a:rPr>
              <a:t>resolve</a:t>
            </a:r>
            <a:r>
              <a:rPr sz="2150" spc="80" dirty="0">
                <a:latin typeface="Segoe UI"/>
                <a:cs typeface="Segoe UI"/>
              </a:rPr>
              <a:t>  </a:t>
            </a:r>
            <a:r>
              <a:rPr sz="2150" spc="55" dirty="0">
                <a:latin typeface="Segoe UI"/>
                <a:cs typeface="Segoe UI"/>
              </a:rPr>
              <a:t>bugs</a:t>
            </a:r>
            <a:r>
              <a:rPr sz="2150" spc="70" dirty="0">
                <a:latin typeface="Segoe UI"/>
                <a:cs typeface="Segoe UI"/>
              </a:rPr>
              <a:t>  </a:t>
            </a:r>
            <a:r>
              <a:rPr sz="2150" spc="25" dirty="0">
                <a:latin typeface="Segoe UI"/>
                <a:cs typeface="Segoe UI"/>
              </a:rPr>
              <a:t>and </a:t>
            </a:r>
            <a:r>
              <a:rPr sz="2150" spc="50" dirty="0">
                <a:latin typeface="Segoe UI"/>
                <a:cs typeface="Segoe UI"/>
              </a:rPr>
              <a:t>ensures</a:t>
            </a:r>
            <a:r>
              <a:rPr sz="2150" spc="145" dirty="0">
                <a:latin typeface="Segoe UI"/>
                <a:cs typeface="Segoe UI"/>
              </a:rPr>
              <a:t> </a:t>
            </a:r>
            <a:r>
              <a:rPr sz="2150" spc="50" dirty="0">
                <a:latin typeface="Segoe UI"/>
                <a:cs typeface="Segoe UI"/>
              </a:rPr>
              <a:t>the</a:t>
            </a:r>
            <a:r>
              <a:rPr sz="2150" spc="160" dirty="0">
                <a:latin typeface="Segoe UI"/>
                <a:cs typeface="Segoe UI"/>
              </a:rPr>
              <a:t> </a:t>
            </a:r>
            <a:r>
              <a:rPr sz="2150" spc="65" dirty="0">
                <a:latin typeface="Segoe UI"/>
                <a:cs typeface="Segoe UI"/>
              </a:rPr>
              <a:t>platform</a:t>
            </a:r>
            <a:r>
              <a:rPr sz="2150" spc="180" dirty="0">
                <a:latin typeface="Segoe UI"/>
                <a:cs typeface="Segoe UI"/>
              </a:rPr>
              <a:t> </a:t>
            </a:r>
            <a:r>
              <a:rPr sz="2150" spc="65" dirty="0">
                <a:latin typeface="Segoe UI"/>
                <a:cs typeface="Segoe UI"/>
              </a:rPr>
              <a:t>meets</a:t>
            </a:r>
            <a:r>
              <a:rPr sz="2150" spc="155" dirty="0">
                <a:latin typeface="Segoe UI"/>
                <a:cs typeface="Segoe UI"/>
              </a:rPr>
              <a:t> </a:t>
            </a:r>
            <a:r>
              <a:rPr sz="2150" spc="65" dirty="0">
                <a:latin typeface="Segoe UI"/>
                <a:cs typeface="Segoe UI"/>
              </a:rPr>
              <a:t>quality</a:t>
            </a:r>
            <a:r>
              <a:rPr sz="2150" spc="175" dirty="0">
                <a:latin typeface="Segoe UI"/>
                <a:cs typeface="Segoe UI"/>
              </a:rPr>
              <a:t> </a:t>
            </a:r>
            <a:r>
              <a:rPr sz="2150" spc="55" dirty="0">
                <a:latin typeface="Segoe UI"/>
                <a:cs typeface="Segoe UI"/>
              </a:rPr>
              <a:t>standards.</a:t>
            </a:r>
            <a:endParaRPr sz="2150">
              <a:latin typeface="Segoe UI"/>
              <a:cs typeface="Segoe UI"/>
            </a:endParaRPr>
          </a:p>
        </p:txBody>
      </p:sp>
      <p:pic>
        <p:nvPicPr>
          <p:cNvPr id="5" name="object 5"/>
          <p:cNvPicPr/>
          <p:nvPr/>
        </p:nvPicPr>
        <p:blipFill>
          <a:blip r:embed="rId2" cstate="print"/>
          <a:stretch>
            <a:fillRect/>
          </a:stretch>
        </p:blipFill>
        <p:spPr>
          <a:xfrm>
            <a:off x="1038225" y="3286125"/>
            <a:ext cx="104774" cy="104774"/>
          </a:xfrm>
          <a:prstGeom prst="rect">
            <a:avLst/>
          </a:prstGeom>
        </p:spPr>
      </p:pic>
      <p:pic>
        <p:nvPicPr>
          <p:cNvPr id="6" name="object 6"/>
          <p:cNvPicPr/>
          <p:nvPr/>
        </p:nvPicPr>
        <p:blipFill>
          <a:blip r:embed="rId2" cstate="print"/>
          <a:stretch>
            <a:fillRect/>
          </a:stretch>
        </p:blipFill>
        <p:spPr>
          <a:xfrm>
            <a:off x="1038225" y="4190999"/>
            <a:ext cx="104774" cy="104774"/>
          </a:xfrm>
          <a:prstGeom prst="rect">
            <a:avLst/>
          </a:prstGeom>
        </p:spPr>
      </p:pic>
      <p:pic>
        <p:nvPicPr>
          <p:cNvPr id="7" name="object 7"/>
          <p:cNvPicPr/>
          <p:nvPr/>
        </p:nvPicPr>
        <p:blipFill>
          <a:blip r:embed="rId3" cstate="print"/>
          <a:stretch>
            <a:fillRect/>
          </a:stretch>
        </p:blipFill>
        <p:spPr>
          <a:xfrm>
            <a:off x="1038225" y="5086349"/>
            <a:ext cx="104774" cy="104774"/>
          </a:xfrm>
          <a:prstGeom prst="rect">
            <a:avLst/>
          </a:prstGeom>
        </p:spPr>
      </p:pic>
      <p:sp>
        <p:nvSpPr>
          <p:cNvPr id="8" name="object 8"/>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15</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5" y="2724150"/>
            <a:ext cx="104774" cy="104774"/>
          </a:xfrm>
          <a:prstGeom prst="rect">
            <a:avLst/>
          </a:prstGeom>
        </p:spPr>
      </p:pic>
      <p:sp>
        <p:nvSpPr>
          <p:cNvPr id="3" name="object 3"/>
          <p:cNvSpPr txBox="1">
            <a:spLocks noGrp="1"/>
          </p:cNvSpPr>
          <p:nvPr>
            <p:ph type="title"/>
          </p:nvPr>
        </p:nvSpPr>
        <p:spPr>
          <a:xfrm>
            <a:off x="1287462" y="2499995"/>
            <a:ext cx="10163175" cy="863600"/>
          </a:xfrm>
          <a:prstGeom prst="rect">
            <a:avLst/>
          </a:prstGeom>
        </p:spPr>
        <p:txBody>
          <a:bodyPr vert="horz" wrap="square" lIns="0" tIns="12065" rIns="0" bIns="0" rtlCol="0">
            <a:spAutoFit/>
          </a:bodyPr>
          <a:lstStyle/>
          <a:p>
            <a:pPr marL="12700" marR="5080">
              <a:lnSpc>
                <a:spcPct val="127899"/>
              </a:lnSpc>
              <a:spcBef>
                <a:spcPts val="95"/>
              </a:spcBef>
              <a:tabLst>
                <a:tab pos="1499235" algn="l"/>
                <a:tab pos="2243455" algn="l"/>
                <a:tab pos="3054350" algn="l"/>
                <a:tab pos="3884295" algn="l"/>
                <a:tab pos="5200015" algn="l"/>
                <a:tab pos="5810885" algn="l"/>
                <a:tab pos="7450455" algn="l"/>
                <a:tab pos="8889365" algn="l"/>
              </a:tabLst>
            </a:pPr>
            <a:r>
              <a:rPr sz="2150" spc="50" dirty="0">
                <a:solidFill>
                  <a:srgbClr val="000000"/>
                </a:solidFill>
              </a:rPr>
              <a:t>Marketing</a:t>
            </a:r>
            <a:r>
              <a:rPr sz="2150" dirty="0">
                <a:solidFill>
                  <a:srgbClr val="000000"/>
                </a:solidFill>
              </a:rPr>
              <a:t>	</a:t>
            </a:r>
            <a:r>
              <a:rPr sz="2150" spc="-20" dirty="0">
                <a:solidFill>
                  <a:srgbClr val="000000"/>
                </a:solidFill>
              </a:rPr>
              <a:t>Lead</a:t>
            </a:r>
            <a:r>
              <a:rPr sz="2150" dirty="0">
                <a:solidFill>
                  <a:srgbClr val="000000"/>
                </a:solidFill>
              </a:rPr>
              <a:t>	</a:t>
            </a:r>
            <a:r>
              <a:rPr sz="2150" spc="50" dirty="0">
                <a:solidFill>
                  <a:srgbClr val="000000"/>
                </a:solidFill>
              </a:rPr>
              <a:t>(Sara</a:t>
            </a:r>
            <a:r>
              <a:rPr sz="2150" dirty="0">
                <a:solidFill>
                  <a:srgbClr val="000000"/>
                </a:solidFill>
              </a:rPr>
              <a:t>	</a:t>
            </a:r>
            <a:r>
              <a:rPr sz="2150" spc="70" dirty="0">
                <a:solidFill>
                  <a:srgbClr val="000000"/>
                </a:solidFill>
              </a:rPr>
              <a:t>Kim):</a:t>
            </a:r>
            <a:r>
              <a:rPr sz="2150" dirty="0">
                <a:solidFill>
                  <a:srgbClr val="000000"/>
                </a:solidFill>
              </a:rPr>
              <a:t>	</a:t>
            </a:r>
            <a:r>
              <a:rPr sz="2150" spc="50" dirty="0">
                <a:solidFill>
                  <a:srgbClr val="000000"/>
                </a:solidFill>
                <a:latin typeface="Segoe UI"/>
                <a:cs typeface="Segoe UI"/>
              </a:rPr>
              <a:t>Develops</a:t>
            </a:r>
            <a:r>
              <a:rPr sz="2150" dirty="0">
                <a:solidFill>
                  <a:srgbClr val="000000"/>
                </a:solidFill>
                <a:latin typeface="Segoe UI"/>
                <a:cs typeface="Segoe UI"/>
              </a:rPr>
              <a:t>	</a:t>
            </a:r>
            <a:r>
              <a:rPr sz="2150" spc="25" dirty="0">
                <a:solidFill>
                  <a:srgbClr val="000000"/>
                </a:solidFill>
                <a:latin typeface="Segoe UI"/>
                <a:cs typeface="Segoe UI"/>
              </a:rPr>
              <a:t>and</a:t>
            </a:r>
            <a:r>
              <a:rPr sz="2150" dirty="0">
                <a:solidFill>
                  <a:srgbClr val="000000"/>
                </a:solidFill>
                <a:latin typeface="Segoe UI"/>
                <a:cs typeface="Segoe UI"/>
              </a:rPr>
              <a:t>	</a:t>
            </a:r>
            <a:r>
              <a:rPr sz="2150" spc="60" dirty="0">
                <a:solidFill>
                  <a:srgbClr val="000000"/>
                </a:solidFill>
                <a:latin typeface="Segoe UI"/>
                <a:cs typeface="Segoe UI"/>
              </a:rPr>
              <a:t>implements</a:t>
            </a:r>
            <a:r>
              <a:rPr sz="2150" dirty="0">
                <a:solidFill>
                  <a:srgbClr val="000000"/>
                </a:solidFill>
                <a:latin typeface="Segoe UI"/>
                <a:cs typeface="Segoe UI"/>
              </a:rPr>
              <a:t>	</a:t>
            </a:r>
            <a:r>
              <a:rPr sz="2150" spc="55" dirty="0">
                <a:solidFill>
                  <a:srgbClr val="000000"/>
                </a:solidFill>
                <a:latin typeface="Segoe UI"/>
                <a:cs typeface="Segoe UI"/>
              </a:rPr>
              <a:t>marketing</a:t>
            </a:r>
            <a:r>
              <a:rPr sz="2150" dirty="0">
                <a:solidFill>
                  <a:srgbClr val="000000"/>
                </a:solidFill>
                <a:latin typeface="Segoe UI"/>
                <a:cs typeface="Segoe UI"/>
              </a:rPr>
              <a:t>	</a:t>
            </a:r>
            <a:r>
              <a:rPr sz="2150" spc="55" dirty="0">
                <a:solidFill>
                  <a:srgbClr val="000000"/>
                </a:solidFill>
                <a:latin typeface="Segoe UI"/>
                <a:cs typeface="Segoe UI"/>
              </a:rPr>
              <a:t>strategies </a:t>
            </a:r>
            <a:r>
              <a:rPr sz="2150" dirty="0">
                <a:solidFill>
                  <a:srgbClr val="000000"/>
                </a:solidFill>
                <a:latin typeface="Segoe UI"/>
                <a:cs typeface="Segoe UI"/>
              </a:rPr>
              <a:t>to</a:t>
            </a:r>
            <a:r>
              <a:rPr sz="2150" spc="175" dirty="0">
                <a:solidFill>
                  <a:srgbClr val="000000"/>
                </a:solidFill>
                <a:latin typeface="Segoe UI"/>
                <a:cs typeface="Segoe UI"/>
              </a:rPr>
              <a:t> </a:t>
            </a:r>
            <a:r>
              <a:rPr sz="2150" spc="70" dirty="0">
                <a:solidFill>
                  <a:srgbClr val="000000"/>
                </a:solidFill>
                <a:latin typeface="Segoe UI"/>
                <a:cs typeface="Segoe UI"/>
              </a:rPr>
              <a:t>promote</a:t>
            </a:r>
            <a:r>
              <a:rPr sz="2150" spc="170" dirty="0">
                <a:solidFill>
                  <a:srgbClr val="000000"/>
                </a:solidFill>
                <a:latin typeface="Segoe UI"/>
                <a:cs typeface="Segoe UI"/>
              </a:rPr>
              <a:t> </a:t>
            </a:r>
            <a:r>
              <a:rPr sz="2150" spc="50" dirty="0">
                <a:solidFill>
                  <a:srgbClr val="000000"/>
                </a:solidFill>
                <a:latin typeface="Segoe UI"/>
                <a:cs typeface="Segoe UI"/>
              </a:rPr>
              <a:t>the</a:t>
            </a:r>
            <a:r>
              <a:rPr sz="2150" spc="175" dirty="0">
                <a:solidFill>
                  <a:srgbClr val="000000"/>
                </a:solidFill>
                <a:latin typeface="Segoe UI"/>
                <a:cs typeface="Segoe UI"/>
              </a:rPr>
              <a:t> </a:t>
            </a:r>
            <a:r>
              <a:rPr sz="2150" spc="70" dirty="0">
                <a:solidFill>
                  <a:srgbClr val="000000"/>
                </a:solidFill>
                <a:latin typeface="Segoe UI"/>
                <a:cs typeface="Segoe UI"/>
              </a:rPr>
              <a:t>LMS</a:t>
            </a:r>
            <a:r>
              <a:rPr sz="2150" spc="155" dirty="0">
                <a:solidFill>
                  <a:srgbClr val="000000"/>
                </a:solidFill>
                <a:latin typeface="Segoe UI"/>
                <a:cs typeface="Segoe UI"/>
              </a:rPr>
              <a:t> </a:t>
            </a:r>
            <a:r>
              <a:rPr sz="2150" spc="60" dirty="0">
                <a:solidFill>
                  <a:srgbClr val="000000"/>
                </a:solidFill>
                <a:latin typeface="Segoe UI"/>
                <a:cs typeface="Segoe UI"/>
              </a:rPr>
              <a:t>platform.</a:t>
            </a:r>
            <a:endParaRPr sz="2150">
              <a:latin typeface="Segoe UI"/>
              <a:cs typeface="Segoe UI"/>
            </a:endParaRPr>
          </a:p>
        </p:txBody>
      </p:sp>
      <p:pic>
        <p:nvPicPr>
          <p:cNvPr id="4" name="object 4"/>
          <p:cNvPicPr/>
          <p:nvPr/>
        </p:nvPicPr>
        <p:blipFill>
          <a:blip r:embed="rId2" cstate="print"/>
          <a:stretch>
            <a:fillRect/>
          </a:stretch>
        </p:blipFill>
        <p:spPr>
          <a:xfrm>
            <a:off x="1038225" y="3629024"/>
            <a:ext cx="104774" cy="104774"/>
          </a:xfrm>
          <a:prstGeom prst="rect">
            <a:avLst/>
          </a:prstGeom>
        </p:spPr>
      </p:pic>
      <p:sp>
        <p:nvSpPr>
          <p:cNvPr id="5" name="object 5"/>
          <p:cNvSpPr txBox="1"/>
          <p:nvPr/>
        </p:nvSpPr>
        <p:spPr>
          <a:xfrm>
            <a:off x="1287462" y="3414394"/>
            <a:ext cx="10163175" cy="844550"/>
          </a:xfrm>
          <a:prstGeom prst="rect">
            <a:avLst/>
          </a:prstGeom>
        </p:spPr>
        <p:txBody>
          <a:bodyPr vert="horz" wrap="square" lIns="0" tIns="12065" rIns="0" bIns="0" rtlCol="0">
            <a:spAutoFit/>
          </a:bodyPr>
          <a:lstStyle/>
          <a:p>
            <a:pPr marL="12700" marR="5080">
              <a:lnSpc>
                <a:spcPct val="125000"/>
              </a:lnSpc>
              <a:spcBef>
                <a:spcPts val="95"/>
              </a:spcBef>
              <a:tabLst>
                <a:tab pos="847090" algn="l"/>
                <a:tab pos="1996439" algn="l"/>
                <a:tab pos="2793365" algn="l"/>
                <a:tab pos="3961765" algn="l"/>
                <a:tab pos="5111115" algn="l"/>
                <a:tab pos="6717665" algn="l"/>
                <a:tab pos="7400290" algn="l"/>
                <a:tab pos="8111490" algn="l"/>
                <a:tab pos="9594215" algn="l"/>
              </a:tabLst>
            </a:pPr>
            <a:r>
              <a:rPr sz="2150" spc="-10" dirty="0">
                <a:latin typeface="Segoe UI Semibold"/>
                <a:cs typeface="Segoe UI Semibold"/>
              </a:rPr>
              <a:t>Legal</a:t>
            </a:r>
            <a:r>
              <a:rPr sz="2150" dirty="0">
                <a:latin typeface="Segoe UI Semibold"/>
                <a:cs typeface="Segoe UI Semibold"/>
              </a:rPr>
              <a:t>	</a:t>
            </a:r>
            <a:r>
              <a:rPr sz="2150" spc="55" dirty="0">
                <a:latin typeface="Segoe UI Semibold"/>
                <a:cs typeface="Segoe UI Semibold"/>
              </a:rPr>
              <a:t>Advisor</a:t>
            </a:r>
            <a:r>
              <a:rPr sz="2150" dirty="0">
                <a:latin typeface="Segoe UI Semibold"/>
                <a:cs typeface="Segoe UI Semibold"/>
              </a:rPr>
              <a:t>	</a:t>
            </a:r>
            <a:r>
              <a:rPr sz="2150" spc="-20" dirty="0">
                <a:latin typeface="Segoe UI Semibold"/>
                <a:cs typeface="Segoe UI Semibold"/>
              </a:rPr>
              <a:t>(Tom</a:t>
            </a:r>
            <a:r>
              <a:rPr sz="2150" dirty="0">
                <a:latin typeface="Segoe UI Semibold"/>
                <a:cs typeface="Segoe UI Semibold"/>
              </a:rPr>
              <a:t>	</a:t>
            </a:r>
            <a:r>
              <a:rPr sz="2150" spc="70" dirty="0">
                <a:latin typeface="Segoe UI Semibold"/>
                <a:cs typeface="Segoe UI Semibold"/>
              </a:rPr>
              <a:t>Brown):</a:t>
            </a:r>
            <a:r>
              <a:rPr sz="2150" dirty="0">
                <a:latin typeface="Segoe UI Semibold"/>
                <a:cs typeface="Segoe UI Semibold"/>
              </a:rPr>
              <a:t>	</a:t>
            </a:r>
            <a:r>
              <a:rPr sz="2150" spc="45" dirty="0">
                <a:latin typeface="Segoe UI"/>
                <a:cs typeface="Segoe UI"/>
              </a:rPr>
              <a:t>Reviews</a:t>
            </a:r>
            <a:r>
              <a:rPr sz="2150" dirty="0">
                <a:latin typeface="Segoe UI"/>
                <a:cs typeface="Segoe UI"/>
              </a:rPr>
              <a:t>	</a:t>
            </a:r>
            <a:r>
              <a:rPr sz="2150" spc="55" dirty="0">
                <a:latin typeface="Segoe UI"/>
                <a:cs typeface="Segoe UI"/>
              </a:rPr>
              <a:t>compliance</a:t>
            </a:r>
            <a:r>
              <a:rPr sz="2150" dirty="0">
                <a:latin typeface="Segoe UI"/>
                <a:cs typeface="Segoe UI"/>
              </a:rPr>
              <a:t>	</a:t>
            </a:r>
            <a:r>
              <a:rPr sz="2150" spc="45" dirty="0">
                <a:latin typeface="Segoe UI"/>
                <a:cs typeface="Segoe UI"/>
              </a:rPr>
              <a:t>with</a:t>
            </a:r>
            <a:r>
              <a:rPr sz="2150" dirty="0">
                <a:latin typeface="Segoe UI"/>
                <a:cs typeface="Segoe UI"/>
              </a:rPr>
              <a:t>	</a:t>
            </a:r>
            <a:r>
              <a:rPr sz="2150" spc="45" dirty="0">
                <a:latin typeface="Segoe UI"/>
                <a:cs typeface="Segoe UI"/>
              </a:rPr>
              <a:t>data</a:t>
            </a:r>
            <a:r>
              <a:rPr sz="2150" dirty="0">
                <a:latin typeface="Segoe UI"/>
                <a:cs typeface="Segoe UI"/>
              </a:rPr>
              <a:t>	</a:t>
            </a:r>
            <a:r>
              <a:rPr sz="2150" spc="55" dirty="0">
                <a:latin typeface="Segoe UI"/>
                <a:cs typeface="Segoe UI"/>
              </a:rPr>
              <a:t>protection</a:t>
            </a:r>
            <a:r>
              <a:rPr sz="2150" dirty="0">
                <a:latin typeface="Segoe UI"/>
                <a:cs typeface="Segoe UI"/>
              </a:rPr>
              <a:t>	</a:t>
            </a:r>
            <a:r>
              <a:rPr sz="2150" spc="40" dirty="0">
                <a:latin typeface="Segoe UI"/>
                <a:cs typeface="Segoe UI"/>
              </a:rPr>
              <a:t>laws </a:t>
            </a:r>
            <a:r>
              <a:rPr sz="2150" spc="50" dirty="0">
                <a:latin typeface="Segoe UI"/>
                <a:cs typeface="Segoe UI"/>
              </a:rPr>
              <a:t>and</a:t>
            </a:r>
            <a:r>
              <a:rPr sz="2150" spc="165" dirty="0">
                <a:latin typeface="Segoe UI"/>
                <a:cs typeface="Segoe UI"/>
              </a:rPr>
              <a:t> </a:t>
            </a:r>
            <a:r>
              <a:rPr sz="2150" spc="55" dirty="0">
                <a:latin typeface="Segoe UI"/>
                <a:cs typeface="Segoe UI"/>
              </a:rPr>
              <a:t>other</a:t>
            </a:r>
            <a:r>
              <a:rPr sz="2150" spc="170" dirty="0">
                <a:latin typeface="Segoe UI"/>
                <a:cs typeface="Segoe UI"/>
              </a:rPr>
              <a:t> </a:t>
            </a:r>
            <a:r>
              <a:rPr sz="2150" spc="60" dirty="0">
                <a:latin typeface="Segoe UI"/>
                <a:cs typeface="Segoe UI"/>
              </a:rPr>
              <a:t>relevant</a:t>
            </a:r>
            <a:r>
              <a:rPr sz="2150" spc="190" dirty="0">
                <a:latin typeface="Segoe UI"/>
                <a:cs typeface="Segoe UI"/>
              </a:rPr>
              <a:t> </a:t>
            </a:r>
            <a:r>
              <a:rPr sz="2150" spc="50" dirty="0">
                <a:latin typeface="Segoe UI"/>
                <a:cs typeface="Segoe UI"/>
              </a:rPr>
              <a:t>regulations.</a:t>
            </a:r>
            <a:endParaRPr sz="2150">
              <a:latin typeface="Segoe UI"/>
              <a:cs typeface="Segoe UI"/>
            </a:endParaRPr>
          </a:p>
        </p:txBody>
      </p:sp>
      <p:sp>
        <p:nvSpPr>
          <p:cNvPr id="6" name="object 6"/>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16</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17</a:t>
            </a:r>
          </a:p>
        </p:txBody>
      </p:sp>
      <p:sp>
        <p:nvSpPr>
          <p:cNvPr id="2" name="object 2"/>
          <p:cNvSpPr txBox="1">
            <a:spLocks noGrp="1"/>
          </p:cNvSpPr>
          <p:nvPr>
            <p:ph type="title"/>
          </p:nvPr>
        </p:nvSpPr>
        <p:spPr>
          <a:xfrm>
            <a:off x="735012" y="752157"/>
            <a:ext cx="4847590" cy="456565"/>
          </a:xfrm>
          <a:prstGeom prst="rect">
            <a:avLst/>
          </a:prstGeom>
        </p:spPr>
        <p:txBody>
          <a:bodyPr vert="horz" wrap="square" lIns="0" tIns="15875" rIns="0" bIns="0" rtlCol="0">
            <a:spAutoFit/>
          </a:bodyPr>
          <a:lstStyle/>
          <a:p>
            <a:pPr marL="12700">
              <a:lnSpc>
                <a:spcPct val="100000"/>
              </a:lnSpc>
              <a:spcBef>
                <a:spcPts val="125"/>
              </a:spcBef>
            </a:pPr>
            <a:r>
              <a:rPr sz="2800" spc="75" dirty="0"/>
              <a:t>Milestones</a:t>
            </a:r>
            <a:r>
              <a:rPr sz="2800" spc="114" dirty="0"/>
              <a:t> </a:t>
            </a:r>
            <a:r>
              <a:rPr sz="2800" spc="55" dirty="0"/>
              <a:t>and</a:t>
            </a:r>
            <a:r>
              <a:rPr sz="2800" spc="160" dirty="0"/>
              <a:t> </a:t>
            </a:r>
            <a:r>
              <a:rPr sz="2800" spc="60" dirty="0"/>
              <a:t>Deliverables</a:t>
            </a:r>
            <a:endParaRPr sz="2800"/>
          </a:p>
        </p:txBody>
      </p:sp>
      <p:graphicFrame>
        <p:nvGraphicFramePr>
          <p:cNvPr id="3" name="object 3"/>
          <p:cNvGraphicFramePr>
            <a:graphicFrameLocks noGrp="1"/>
          </p:cNvGraphicFramePr>
          <p:nvPr/>
        </p:nvGraphicFramePr>
        <p:xfrm>
          <a:off x="752474" y="1457324"/>
          <a:ext cx="10687683" cy="4766945"/>
        </p:xfrm>
        <a:graphic>
          <a:graphicData uri="http://schemas.openxmlformats.org/drawingml/2006/table">
            <a:tbl>
              <a:tblPr firstRow="1" bandRow="1">
                <a:tableStyleId>{2D5ABB26-0587-4C30-8999-92F81FD0307C}</a:tableStyleId>
              </a:tblPr>
              <a:tblGrid>
                <a:gridCol w="2011680">
                  <a:extLst>
                    <a:ext uri="{9D8B030D-6E8A-4147-A177-3AD203B41FA5}">
                      <a16:colId xmlns:a16="http://schemas.microsoft.com/office/drawing/2014/main" val="20000"/>
                    </a:ext>
                  </a:extLst>
                </a:gridCol>
                <a:gridCol w="1045844">
                  <a:extLst>
                    <a:ext uri="{9D8B030D-6E8A-4147-A177-3AD203B41FA5}">
                      <a16:colId xmlns:a16="http://schemas.microsoft.com/office/drawing/2014/main" val="20001"/>
                    </a:ext>
                  </a:extLst>
                </a:gridCol>
                <a:gridCol w="2644140">
                  <a:extLst>
                    <a:ext uri="{9D8B030D-6E8A-4147-A177-3AD203B41FA5}">
                      <a16:colId xmlns:a16="http://schemas.microsoft.com/office/drawing/2014/main" val="20002"/>
                    </a:ext>
                  </a:extLst>
                </a:gridCol>
                <a:gridCol w="778510">
                  <a:extLst>
                    <a:ext uri="{9D8B030D-6E8A-4147-A177-3AD203B41FA5}">
                      <a16:colId xmlns:a16="http://schemas.microsoft.com/office/drawing/2014/main" val="20003"/>
                    </a:ext>
                  </a:extLst>
                </a:gridCol>
                <a:gridCol w="1731009">
                  <a:extLst>
                    <a:ext uri="{9D8B030D-6E8A-4147-A177-3AD203B41FA5}">
                      <a16:colId xmlns:a16="http://schemas.microsoft.com/office/drawing/2014/main" val="20004"/>
                    </a:ext>
                  </a:extLst>
                </a:gridCol>
                <a:gridCol w="2476500">
                  <a:extLst>
                    <a:ext uri="{9D8B030D-6E8A-4147-A177-3AD203B41FA5}">
                      <a16:colId xmlns:a16="http://schemas.microsoft.com/office/drawing/2014/main" val="20005"/>
                    </a:ext>
                  </a:extLst>
                </a:gridCol>
              </a:tblGrid>
              <a:tr h="532765">
                <a:tc gridSpan="2">
                  <a:txBody>
                    <a:bodyPr/>
                    <a:lstStyle/>
                    <a:p>
                      <a:pPr marL="123189">
                        <a:lnSpc>
                          <a:spcPct val="100000"/>
                        </a:lnSpc>
                        <a:spcBef>
                          <a:spcPts val="810"/>
                        </a:spcBef>
                      </a:pPr>
                      <a:r>
                        <a:rPr sz="2150" spc="65" dirty="0">
                          <a:latin typeface="Segoe UI Semibold"/>
                          <a:cs typeface="Segoe UI Semibold"/>
                        </a:rPr>
                        <a:t>Milestone</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hMerge="1">
                  <a:txBody>
                    <a:bodyPr/>
                    <a:lstStyle/>
                    <a:p>
                      <a:endParaRPr/>
                    </a:p>
                  </a:txBody>
                  <a:tcPr marL="0" marR="0" marT="0" marB="0"/>
                </a:tc>
                <a:tc gridSpan="3">
                  <a:txBody>
                    <a:bodyPr/>
                    <a:lstStyle/>
                    <a:p>
                      <a:pPr marL="128905">
                        <a:lnSpc>
                          <a:spcPct val="100000"/>
                        </a:lnSpc>
                        <a:spcBef>
                          <a:spcPts val="810"/>
                        </a:spcBef>
                      </a:pPr>
                      <a:r>
                        <a:rPr sz="2150" spc="65" dirty="0">
                          <a:latin typeface="Segoe UI Semibold"/>
                          <a:cs typeface="Segoe UI Semibold"/>
                        </a:rPr>
                        <a:t>Description</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marL="127000">
                        <a:lnSpc>
                          <a:spcPct val="100000"/>
                        </a:lnSpc>
                        <a:spcBef>
                          <a:spcPts val="810"/>
                        </a:spcBef>
                      </a:pPr>
                      <a:r>
                        <a:rPr sz="2150" spc="65" dirty="0">
                          <a:latin typeface="Segoe UI Semibold"/>
                          <a:cs typeface="Segoe UI Semibold"/>
                        </a:rPr>
                        <a:t>Due</a:t>
                      </a:r>
                      <a:r>
                        <a:rPr sz="2150" spc="125" dirty="0">
                          <a:latin typeface="Segoe UI Semibold"/>
                          <a:cs typeface="Segoe UI Semibold"/>
                        </a:rPr>
                        <a:t> </a:t>
                      </a:r>
                      <a:r>
                        <a:rPr sz="2150" spc="30" dirty="0">
                          <a:latin typeface="Segoe UI Semibold"/>
                          <a:cs typeface="Segoe UI Semibold"/>
                        </a:rPr>
                        <a:t>Date</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0"/>
                  </a:ext>
                </a:extLst>
              </a:tr>
              <a:tr h="542290">
                <a:tc gridSpan="2">
                  <a:txBody>
                    <a:bodyPr/>
                    <a:lstStyle/>
                    <a:p>
                      <a:pPr marL="123189">
                        <a:lnSpc>
                          <a:spcPct val="100000"/>
                        </a:lnSpc>
                        <a:spcBef>
                          <a:spcPts val="810"/>
                        </a:spcBef>
                      </a:pPr>
                      <a:r>
                        <a:rPr sz="2150" spc="55" dirty="0">
                          <a:latin typeface="Segoe UI"/>
                          <a:cs typeface="Segoe UI"/>
                        </a:rPr>
                        <a:t>Project</a:t>
                      </a:r>
                      <a:r>
                        <a:rPr sz="2150" spc="195" dirty="0">
                          <a:latin typeface="Segoe UI"/>
                          <a:cs typeface="Segoe UI"/>
                        </a:rPr>
                        <a:t> </a:t>
                      </a:r>
                      <a:r>
                        <a:rPr sz="2150" spc="45" dirty="0">
                          <a:latin typeface="Segoe UI"/>
                          <a:cs typeface="Segoe UI"/>
                        </a:rPr>
                        <a:t>Kickoff</a:t>
                      </a:r>
                      <a:endParaRPr sz="2150" dirty="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hMerge="1">
                  <a:txBody>
                    <a:bodyPr/>
                    <a:lstStyle/>
                    <a:p>
                      <a:endParaRPr/>
                    </a:p>
                  </a:txBody>
                  <a:tcPr marL="0" marR="0" marT="0" marB="0"/>
                </a:tc>
                <a:tc gridSpan="3">
                  <a:txBody>
                    <a:bodyPr/>
                    <a:lstStyle/>
                    <a:p>
                      <a:pPr marL="128905">
                        <a:lnSpc>
                          <a:spcPct val="100000"/>
                        </a:lnSpc>
                        <a:spcBef>
                          <a:spcPts val="810"/>
                        </a:spcBef>
                      </a:pPr>
                      <a:r>
                        <a:rPr sz="2150" spc="60" dirty="0">
                          <a:latin typeface="Segoe UI"/>
                          <a:cs typeface="Segoe UI"/>
                        </a:rPr>
                        <a:t>Official</a:t>
                      </a:r>
                      <a:r>
                        <a:rPr sz="2150" spc="175" dirty="0">
                          <a:latin typeface="Segoe UI"/>
                          <a:cs typeface="Segoe UI"/>
                        </a:rPr>
                        <a:t> </a:t>
                      </a:r>
                      <a:r>
                        <a:rPr sz="2150" spc="60" dirty="0">
                          <a:latin typeface="Segoe UI"/>
                          <a:cs typeface="Segoe UI"/>
                        </a:rPr>
                        <a:t>start</a:t>
                      </a:r>
                      <a:r>
                        <a:rPr sz="2150" spc="200" dirty="0">
                          <a:latin typeface="Segoe UI"/>
                          <a:cs typeface="Segoe UI"/>
                        </a:rPr>
                        <a:t> </a:t>
                      </a:r>
                      <a:r>
                        <a:rPr sz="2150" dirty="0">
                          <a:latin typeface="Segoe UI"/>
                          <a:cs typeface="Segoe UI"/>
                        </a:rPr>
                        <a:t>of</a:t>
                      </a:r>
                      <a:r>
                        <a:rPr sz="2150" spc="180" dirty="0">
                          <a:latin typeface="Segoe UI"/>
                          <a:cs typeface="Segoe UI"/>
                        </a:rPr>
                        <a:t> </a:t>
                      </a:r>
                      <a:r>
                        <a:rPr sz="2150" spc="50" dirty="0">
                          <a:latin typeface="Segoe UI"/>
                          <a:cs typeface="Segoe UI"/>
                        </a:rPr>
                        <a:t>the</a:t>
                      </a:r>
                      <a:r>
                        <a:rPr sz="2150" spc="175" dirty="0">
                          <a:latin typeface="Segoe UI"/>
                          <a:cs typeface="Segoe UI"/>
                        </a:rPr>
                        <a:t> </a:t>
                      </a:r>
                      <a:r>
                        <a:rPr sz="2150" spc="50" dirty="0">
                          <a:latin typeface="Segoe UI"/>
                          <a:cs typeface="Segoe UI"/>
                        </a:rPr>
                        <a:t>project</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marL="127000">
                        <a:lnSpc>
                          <a:spcPct val="100000"/>
                        </a:lnSpc>
                        <a:spcBef>
                          <a:spcPts val="810"/>
                        </a:spcBef>
                      </a:pPr>
                      <a:r>
                        <a:rPr sz="2150" spc="60" dirty="0">
                          <a:latin typeface="Segoe UI"/>
                          <a:cs typeface="Segoe UI"/>
                        </a:rPr>
                        <a:t>May</a:t>
                      </a:r>
                      <a:r>
                        <a:rPr sz="2150" spc="150" dirty="0">
                          <a:latin typeface="Segoe UI"/>
                          <a:cs typeface="Segoe UI"/>
                        </a:rPr>
                        <a:t> </a:t>
                      </a:r>
                      <a:r>
                        <a:rPr sz="2150" spc="50" dirty="0">
                          <a:latin typeface="Segoe UI"/>
                          <a:cs typeface="Segoe UI"/>
                        </a:rPr>
                        <a:t>1,</a:t>
                      </a:r>
                      <a:r>
                        <a:rPr sz="2150" spc="145" dirty="0">
                          <a:latin typeface="Segoe UI"/>
                          <a:cs typeface="Segoe UI"/>
                        </a:rPr>
                        <a:t> </a:t>
                      </a:r>
                      <a:r>
                        <a:rPr sz="2150" spc="55" dirty="0">
                          <a:latin typeface="Segoe UI"/>
                          <a:cs typeface="Segoe UI"/>
                        </a:rPr>
                        <a:t>2024</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1"/>
                  </a:ext>
                </a:extLst>
              </a:tr>
              <a:tr h="951865">
                <a:tc gridSpan="2">
                  <a:txBody>
                    <a:bodyPr/>
                    <a:lstStyle/>
                    <a:p>
                      <a:pPr marL="123189" marR="1160780">
                        <a:lnSpc>
                          <a:spcPct val="125000"/>
                        </a:lnSpc>
                        <a:spcBef>
                          <a:spcPts val="165"/>
                        </a:spcBef>
                      </a:pPr>
                      <a:r>
                        <a:rPr sz="2150" spc="45" dirty="0">
                          <a:latin typeface="Segoe UI"/>
                          <a:cs typeface="Segoe UI"/>
                        </a:rPr>
                        <a:t>Requirements </a:t>
                      </a:r>
                      <a:r>
                        <a:rPr sz="2150" spc="55" dirty="0">
                          <a:latin typeface="Segoe UI"/>
                          <a:cs typeface="Segoe UI"/>
                        </a:rPr>
                        <a:t>Gathering</a:t>
                      </a:r>
                      <a:endParaRPr sz="2150">
                        <a:latin typeface="Segoe UI"/>
                        <a:cs typeface="Segoe UI"/>
                      </a:endParaRPr>
                    </a:p>
                  </a:txBody>
                  <a:tcPr marL="0" marR="0" marT="20955"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hMerge="1">
                  <a:txBody>
                    <a:bodyPr/>
                    <a:lstStyle/>
                    <a:p>
                      <a:endParaRPr/>
                    </a:p>
                  </a:txBody>
                  <a:tcPr marL="0" marR="0" marT="0" marB="0"/>
                </a:tc>
                <a:tc gridSpan="3">
                  <a:txBody>
                    <a:bodyPr/>
                    <a:lstStyle/>
                    <a:p>
                      <a:pPr marL="128905" marR="130810">
                        <a:lnSpc>
                          <a:spcPct val="125000"/>
                        </a:lnSpc>
                        <a:spcBef>
                          <a:spcPts val="165"/>
                        </a:spcBef>
                        <a:tabLst>
                          <a:tab pos="1795145" algn="l"/>
                          <a:tab pos="2214245" algn="l"/>
                          <a:tab pos="2670810" algn="l"/>
                          <a:tab pos="4537075" algn="l"/>
                        </a:tabLst>
                      </a:pPr>
                      <a:r>
                        <a:rPr sz="2150" spc="60" dirty="0">
                          <a:latin typeface="Segoe UI"/>
                          <a:cs typeface="Segoe UI"/>
                        </a:rPr>
                        <a:t>Completion</a:t>
                      </a:r>
                      <a:r>
                        <a:rPr sz="2150" dirty="0">
                          <a:latin typeface="Segoe UI"/>
                          <a:cs typeface="Segoe UI"/>
                        </a:rPr>
                        <a:t>	</a:t>
                      </a:r>
                      <a:r>
                        <a:rPr sz="2150" spc="-25" dirty="0">
                          <a:latin typeface="Segoe UI"/>
                          <a:cs typeface="Segoe UI"/>
                        </a:rPr>
                        <a:t>of</a:t>
                      </a:r>
                      <a:r>
                        <a:rPr sz="2150" dirty="0">
                          <a:latin typeface="Segoe UI"/>
                          <a:cs typeface="Segoe UI"/>
                        </a:rPr>
                        <a:t>	</a:t>
                      </a:r>
                      <a:r>
                        <a:rPr sz="2150" spc="25" dirty="0">
                          <a:latin typeface="Segoe UI"/>
                          <a:cs typeface="Segoe UI"/>
                        </a:rPr>
                        <a:t>all</a:t>
                      </a:r>
                      <a:r>
                        <a:rPr sz="2150" dirty="0">
                          <a:latin typeface="Segoe UI"/>
                          <a:cs typeface="Segoe UI"/>
                        </a:rPr>
                        <a:t>	</a:t>
                      </a:r>
                      <a:r>
                        <a:rPr sz="2150" spc="55" dirty="0">
                          <a:latin typeface="Segoe UI"/>
                          <a:cs typeface="Segoe UI"/>
                        </a:rPr>
                        <a:t>requirements</a:t>
                      </a:r>
                      <a:r>
                        <a:rPr sz="2150" dirty="0">
                          <a:latin typeface="Segoe UI"/>
                          <a:cs typeface="Segoe UI"/>
                        </a:rPr>
                        <a:t>	</a:t>
                      </a:r>
                      <a:r>
                        <a:rPr sz="2150" spc="25" dirty="0">
                          <a:latin typeface="Segoe UI"/>
                          <a:cs typeface="Segoe UI"/>
                        </a:rPr>
                        <a:t>and </a:t>
                      </a:r>
                      <a:r>
                        <a:rPr sz="2150" spc="55" dirty="0">
                          <a:latin typeface="Segoe UI"/>
                          <a:cs typeface="Segoe UI"/>
                        </a:rPr>
                        <a:t>specifications</a:t>
                      </a:r>
                      <a:endParaRPr sz="2150">
                        <a:latin typeface="Segoe UI"/>
                        <a:cs typeface="Segoe UI"/>
                      </a:endParaRPr>
                    </a:p>
                  </a:txBody>
                  <a:tcPr marL="0" marR="0" marT="20955"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hMerge="1">
                  <a:txBody>
                    <a:bodyPr/>
                    <a:lstStyle/>
                    <a:p>
                      <a:endParaRPr/>
                    </a:p>
                  </a:txBody>
                  <a:tcPr marL="0" marR="0" marT="0" marB="0"/>
                </a:tc>
                <a:tc hMerge="1">
                  <a:txBody>
                    <a:bodyPr/>
                    <a:lstStyle/>
                    <a:p>
                      <a:endParaRPr/>
                    </a:p>
                  </a:txBody>
                  <a:tcPr marL="0" marR="0" marT="0" marB="0"/>
                </a:tc>
                <a:tc>
                  <a:txBody>
                    <a:bodyPr/>
                    <a:lstStyle/>
                    <a:p>
                      <a:pPr marL="127000">
                        <a:lnSpc>
                          <a:spcPct val="100000"/>
                        </a:lnSpc>
                        <a:spcBef>
                          <a:spcPts val="2460"/>
                        </a:spcBef>
                      </a:pPr>
                      <a:r>
                        <a:rPr sz="2150" spc="60" dirty="0">
                          <a:latin typeface="Segoe UI"/>
                          <a:cs typeface="Segoe UI"/>
                        </a:rPr>
                        <a:t>May</a:t>
                      </a:r>
                      <a:r>
                        <a:rPr sz="2150" spc="155" dirty="0">
                          <a:latin typeface="Segoe UI"/>
                          <a:cs typeface="Segoe UI"/>
                        </a:rPr>
                        <a:t> </a:t>
                      </a:r>
                      <a:r>
                        <a:rPr sz="2150" spc="65" dirty="0">
                          <a:latin typeface="Segoe UI"/>
                          <a:cs typeface="Segoe UI"/>
                        </a:rPr>
                        <a:t>31,</a:t>
                      </a:r>
                      <a:r>
                        <a:rPr sz="2150" spc="145" dirty="0">
                          <a:latin typeface="Segoe UI"/>
                          <a:cs typeface="Segoe UI"/>
                        </a:rPr>
                        <a:t> </a:t>
                      </a:r>
                      <a:r>
                        <a:rPr sz="2150" spc="55" dirty="0">
                          <a:latin typeface="Segoe UI"/>
                          <a:cs typeface="Segoe UI"/>
                        </a:rPr>
                        <a:t>2024</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extLst>
                  <a:ext uri="{0D108BD9-81ED-4DB2-BD59-A6C34878D82A}">
                    <a16:rowId xmlns:a16="http://schemas.microsoft.com/office/drawing/2014/main" val="10002"/>
                  </a:ext>
                </a:extLst>
              </a:tr>
              <a:tr h="951865">
                <a:tc>
                  <a:txBody>
                    <a:bodyPr/>
                    <a:lstStyle/>
                    <a:p>
                      <a:pPr marL="123189" marR="370840">
                        <a:lnSpc>
                          <a:spcPct val="125000"/>
                        </a:lnSpc>
                        <a:spcBef>
                          <a:spcPts val="165"/>
                        </a:spcBef>
                      </a:pPr>
                      <a:r>
                        <a:rPr sz="2150" spc="45" dirty="0">
                          <a:latin typeface="Segoe UI"/>
                          <a:cs typeface="Segoe UI"/>
                        </a:rPr>
                        <a:t>Design </a:t>
                      </a:r>
                      <a:r>
                        <a:rPr sz="2150" spc="60" dirty="0">
                          <a:latin typeface="Segoe UI"/>
                          <a:cs typeface="Segoe UI"/>
                        </a:rPr>
                        <a:t>Completion</a:t>
                      </a:r>
                      <a:endParaRPr sz="2150">
                        <a:latin typeface="Segoe UI"/>
                        <a:cs typeface="Segoe UI"/>
                      </a:endParaRPr>
                    </a:p>
                  </a:txBody>
                  <a:tcPr marL="0" marR="0" marT="20955" marB="0">
                    <a:lnL w="9525">
                      <a:solidFill>
                        <a:srgbClr val="D0D6DE"/>
                      </a:solidFill>
                      <a:prstDash val="solid"/>
                    </a:lnL>
                    <a:lnT w="9525">
                      <a:solidFill>
                        <a:srgbClr val="D0D6DE"/>
                      </a:solidFill>
                      <a:prstDash val="solid"/>
                    </a:lnT>
                    <a:lnB w="9525">
                      <a:solidFill>
                        <a:srgbClr val="D0D6DE"/>
                      </a:solidFill>
                      <a:prstDash val="solid"/>
                    </a:lnB>
                  </a:tcPr>
                </a:tc>
                <a:tc>
                  <a:txBody>
                    <a:bodyPr/>
                    <a:lstStyle/>
                    <a:p>
                      <a:pPr marL="29845" algn="ctr">
                        <a:lnSpc>
                          <a:spcPct val="100000"/>
                        </a:lnSpc>
                        <a:spcBef>
                          <a:spcPts val="810"/>
                        </a:spcBef>
                      </a:pPr>
                      <a:r>
                        <a:rPr sz="2150" spc="45" dirty="0">
                          <a:latin typeface="Segoe UI"/>
                          <a:cs typeface="Segoe UI"/>
                        </a:rPr>
                        <a:t>Phase</a:t>
                      </a:r>
                      <a:endParaRPr sz="2150">
                        <a:latin typeface="Segoe UI"/>
                        <a:cs typeface="Segoe UI"/>
                      </a:endParaRPr>
                    </a:p>
                  </a:txBody>
                  <a:tcPr marL="0" marR="0" marT="102870" marB="0">
                    <a:lnR w="9525">
                      <a:solidFill>
                        <a:srgbClr val="D0D6DE"/>
                      </a:solidFill>
                      <a:prstDash val="solid"/>
                    </a:lnR>
                    <a:lnT w="9525">
                      <a:solidFill>
                        <a:srgbClr val="D0D6DE"/>
                      </a:solidFill>
                      <a:prstDash val="solid"/>
                    </a:lnT>
                    <a:lnB w="9525">
                      <a:solidFill>
                        <a:srgbClr val="D0D6DE"/>
                      </a:solidFill>
                      <a:prstDash val="solid"/>
                    </a:lnB>
                  </a:tcPr>
                </a:tc>
                <a:tc gridSpan="3">
                  <a:txBody>
                    <a:bodyPr/>
                    <a:lstStyle/>
                    <a:p>
                      <a:pPr marL="128905">
                        <a:lnSpc>
                          <a:spcPct val="100000"/>
                        </a:lnSpc>
                        <a:spcBef>
                          <a:spcPts val="2460"/>
                        </a:spcBef>
                      </a:pPr>
                      <a:r>
                        <a:rPr sz="2150" spc="60" dirty="0">
                          <a:latin typeface="Segoe UI"/>
                          <a:cs typeface="Segoe UI"/>
                        </a:rPr>
                        <a:t>Finalized</a:t>
                      </a:r>
                      <a:r>
                        <a:rPr sz="2150" spc="175" dirty="0">
                          <a:latin typeface="Segoe UI"/>
                          <a:cs typeface="Segoe UI"/>
                        </a:rPr>
                        <a:t> </a:t>
                      </a:r>
                      <a:r>
                        <a:rPr sz="2150" spc="70" dirty="0">
                          <a:latin typeface="Segoe UI"/>
                          <a:cs typeface="Segoe UI"/>
                        </a:rPr>
                        <a:t>UI/UX</a:t>
                      </a:r>
                      <a:r>
                        <a:rPr sz="2150" spc="165" dirty="0">
                          <a:latin typeface="Segoe UI"/>
                          <a:cs typeface="Segoe UI"/>
                        </a:rPr>
                        <a:t> </a:t>
                      </a:r>
                      <a:r>
                        <a:rPr sz="2150" spc="45" dirty="0">
                          <a:latin typeface="Segoe UI"/>
                          <a:cs typeface="Segoe UI"/>
                        </a:rPr>
                        <a:t>designs</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marL="127000">
                        <a:lnSpc>
                          <a:spcPct val="100000"/>
                        </a:lnSpc>
                        <a:spcBef>
                          <a:spcPts val="2460"/>
                        </a:spcBef>
                      </a:pPr>
                      <a:r>
                        <a:rPr sz="2150" dirty="0">
                          <a:latin typeface="Segoe UI"/>
                          <a:cs typeface="Segoe UI"/>
                        </a:rPr>
                        <a:t>June</a:t>
                      </a:r>
                      <a:r>
                        <a:rPr sz="2150" spc="225" dirty="0">
                          <a:latin typeface="Segoe UI"/>
                          <a:cs typeface="Segoe UI"/>
                        </a:rPr>
                        <a:t> </a:t>
                      </a:r>
                      <a:r>
                        <a:rPr sz="2150" spc="65" dirty="0">
                          <a:latin typeface="Segoe UI"/>
                          <a:cs typeface="Segoe UI"/>
                        </a:rPr>
                        <a:t>30,</a:t>
                      </a:r>
                      <a:r>
                        <a:rPr sz="2150" spc="225" dirty="0">
                          <a:latin typeface="Segoe UI"/>
                          <a:cs typeface="Segoe UI"/>
                        </a:rPr>
                        <a:t> </a:t>
                      </a:r>
                      <a:r>
                        <a:rPr sz="2150" spc="55" dirty="0">
                          <a:latin typeface="Segoe UI"/>
                          <a:cs typeface="Segoe UI"/>
                        </a:rPr>
                        <a:t>2024</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3"/>
                  </a:ext>
                </a:extLst>
              </a:tr>
              <a:tr h="951865">
                <a:tc>
                  <a:txBody>
                    <a:bodyPr/>
                    <a:lstStyle/>
                    <a:p>
                      <a:pPr marL="123189" marR="157480">
                        <a:lnSpc>
                          <a:spcPct val="125000"/>
                        </a:lnSpc>
                        <a:spcBef>
                          <a:spcPts val="165"/>
                        </a:spcBef>
                      </a:pPr>
                      <a:r>
                        <a:rPr sz="2150" spc="55" dirty="0">
                          <a:latin typeface="Segoe UI"/>
                          <a:cs typeface="Segoe UI"/>
                        </a:rPr>
                        <a:t>Development </a:t>
                      </a:r>
                      <a:r>
                        <a:rPr sz="2150" spc="-10" dirty="0">
                          <a:latin typeface="Segoe UI"/>
                          <a:cs typeface="Segoe UI"/>
                        </a:rPr>
                        <a:t>Start</a:t>
                      </a:r>
                      <a:endParaRPr sz="2150">
                        <a:latin typeface="Segoe UI"/>
                        <a:cs typeface="Segoe UI"/>
                      </a:endParaRPr>
                    </a:p>
                  </a:txBody>
                  <a:tcPr marL="0" marR="0" marT="20955" marB="0">
                    <a:lnL w="9525">
                      <a:solidFill>
                        <a:srgbClr val="D0D6DE"/>
                      </a:solidFill>
                      <a:prstDash val="solid"/>
                    </a:lnL>
                    <a:lnT w="9525">
                      <a:solidFill>
                        <a:srgbClr val="D0D6DE"/>
                      </a:solidFill>
                      <a:prstDash val="solid"/>
                    </a:lnT>
                    <a:lnB w="9525">
                      <a:solidFill>
                        <a:srgbClr val="D0D6DE"/>
                      </a:solidFill>
                      <a:prstDash val="solid"/>
                    </a:lnB>
                    <a:solidFill>
                      <a:srgbClr val="F5F7FA"/>
                    </a:solidFill>
                  </a:tcPr>
                </a:tc>
                <a:tc>
                  <a:txBody>
                    <a:bodyPr/>
                    <a:lstStyle/>
                    <a:p>
                      <a:pPr marL="29845" algn="ctr">
                        <a:lnSpc>
                          <a:spcPct val="100000"/>
                        </a:lnSpc>
                        <a:spcBef>
                          <a:spcPts val="810"/>
                        </a:spcBef>
                      </a:pPr>
                      <a:r>
                        <a:rPr sz="2150" spc="45" dirty="0">
                          <a:latin typeface="Segoe UI"/>
                          <a:cs typeface="Segoe UI"/>
                        </a:rPr>
                        <a:t>Phase</a:t>
                      </a:r>
                      <a:endParaRPr sz="2150">
                        <a:latin typeface="Segoe UI"/>
                        <a:cs typeface="Segoe UI"/>
                      </a:endParaRPr>
                    </a:p>
                  </a:txBody>
                  <a:tcPr marL="0" marR="0" marT="102870" marB="0">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8905" marR="340995">
                        <a:lnSpc>
                          <a:spcPct val="125000"/>
                        </a:lnSpc>
                        <a:spcBef>
                          <a:spcPts val="165"/>
                        </a:spcBef>
                        <a:tabLst>
                          <a:tab pos="1417320" algn="l"/>
                        </a:tabLst>
                      </a:pPr>
                      <a:r>
                        <a:rPr sz="2150" spc="55" dirty="0">
                          <a:latin typeface="Segoe UI"/>
                          <a:cs typeface="Segoe UI"/>
                        </a:rPr>
                        <a:t>Begin</a:t>
                      </a:r>
                      <a:r>
                        <a:rPr sz="2150" dirty="0">
                          <a:latin typeface="Segoe UI"/>
                          <a:cs typeface="Segoe UI"/>
                        </a:rPr>
                        <a:t>	</a:t>
                      </a:r>
                      <a:r>
                        <a:rPr sz="2150" spc="45" dirty="0">
                          <a:latin typeface="Segoe UI"/>
                          <a:cs typeface="Segoe UI"/>
                        </a:rPr>
                        <a:t>coding </a:t>
                      </a:r>
                      <a:r>
                        <a:rPr sz="2150" spc="55" dirty="0">
                          <a:latin typeface="Segoe UI"/>
                          <a:cs typeface="Segoe UI"/>
                        </a:rPr>
                        <a:t>development</a:t>
                      </a:r>
                      <a:endParaRPr sz="2150">
                        <a:latin typeface="Segoe UI"/>
                        <a:cs typeface="Segoe UI"/>
                      </a:endParaRPr>
                    </a:p>
                  </a:txBody>
                  <a:tcPr marL="0" marR="0" marT="20955" marB="0">
                    <a:lnL w="9525">
                      <a:solidFill>
                        <a:srgbClr val="D0D6DE"/>
                      </a:solidFill>
                      <a:prstDash val="solid"/>
                    </a:lnL>
                    <a:lnT w="9525">
                      <a:solidFill>
                        <a:srgbClr val="D0D6DE"/>
                      </a:solidFill>
                      <a:prstDash val="solid"/>
                    </a:lnT>
                    <a:lnB w="9525">
                      <a:solidFill>
                        <a:srgbClr val="D0D6DE"/>
                      </a:solidFill>
                      <a:prstDash val="solid"/>
                    </a:lnB>
                    <a:solidFill>
                      <a:srgbClr val="F5F7FA"/>
                    </a:solidFill>
                  </a:tcPr>
                </a:tc>
                <a:tc>
                  <a:txBody>
                    <a:bodyPr/>
                    <a:lstStyle/>
                    <a:p>
                      <a:pPr marL="214629">
                        <a:lnSpc>
                          <a:spcPct val="100000"/>
                        </a:lnSpc>
                        <a:spcBef>
                          <a:spcPts val="810"/>
                        </a:spcBef>
                      </a:pPr>
                      <a:r>
                        <a:rPr sz="2150" spc="25" dirty="0">
                          <a:latin typeface="Segoe UI"/>
                          <a:cs typeface="Segoe UI"/>
                        </a:rPr>
                        <a:t>and</a:t>
                      </a:r>
                      <a:endParaRPr sz="2150">
                        <a:latin typeface="Segoe UI"/>
                        <a:cs typeface="Segoe UI"/>
                      </a:endParaRPr>
                    </a:p>
                  </a:txBody>
                  <a:tcPr marL="0" marR="0" marT="102870" marB="0">
                    <a:lnT w="9525">
                      <a:solidFill>
                        <a:srgbClr val="D0D6DE"/>
                      </a:solidFill>
                      <a:prstDash val="solid"/>
                    </a:lnT>
                    <a:lnB w="9525">
                      <a:solidFill>
                        <a:srgbClr val="D0D6DE"/>
                      </a:solidFill>
                      <a:prstDash val="solid"/>
                    </a:lnB>
                    <a:solidFill>
                      <a:srgbClr val="F5F7FA"/>
                    </a:solidFill>
                  </a:tcPr>
                </a:tc>
                <a:tc>
                  <a:txBody>
                    <a:bodyPr/>
                    <a:lstStyle/>
                    <a:p>
                      <a:pPr marR="131445" algn="r">
                        <a:lnSpc>
                          <a:spcPct val="100000"/>
                        </a:lnSpc>
                        <a:spcBef>
                          <a:spcPts val="810"/>
                        </a:spcBef>
                      </a:pPr>
                      <a:r>
                        <a:rPr sz="2150" spc="55" dirty="0">
                          <a:latin typeface="Segoe UI"/>
                          <a:cs typeface="Segoe UI"/>
                        </a:rPr>
                        <a:t>platform</a:t>
                      </a:r>
                      <a:endParaRPr sz="2150">
                        <a:latin typeface="Segoe UI"/>
                        <a:cs typeface="Segoe UI"/>
                      </a:endParaRPr>
                    </a:p>
                  </a:txBody>
                  <a:tcPr marL="0" marR="0" marT="102870" marB="0">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7000">
                        <a:lnSpc>
                          <a:spcPct val="100000"/>
                        </a:lnSpc>
                        <a:spcBef>
                          <a:spcPts val="2460"/>
                        </a:spcBef>
                      </a:pPr>
                      <a:r>
                        <a:rPr sz="2150" dirty="0">
                          <a:latin typeface="Segoe UI"/>
                          <a:cs typeface="Segoe UI"/>
                        </a:rPr>
                        <a:t>July</a:t>
                      </a:r>
                      <a:r>
                        <a:rPr sz="2150" spc="240" dirty="0">
                          <a:latin typeface="Segoe UI"/>
                          <a:cs typeface="Segoe UI"/>
                        </a:rPr>
                        <a:t> </a:t>
                      </a:r>
                      <a:r>
                        <a:rPr sz="2150" spc="50" dirty="0">
                          <a:latin typeface="Segoe UI"/>
                          <a:cs typeface="Segoe UI"/>
                        </a:rPr>
                        <a:t>1,</a:t>
                      </a:r>
                      <a:r>
                        <a:rPr sz="2150" spc="229" dirty="0">
                          <a:latin typeface="Segoe UI"/>
                          <a:cs typeface="Segoe UI"/>
                        </a:rPr>
                        <a:t> </a:t>
                      </a:r>
                      <a:r>
                        <a:rPr sz="2150" spc="55" dirty="0">
                          <a:latin typeface="Segoe UI"/>
                          <a:cs typeface="Segoe UI"/>
                        </a:rPr>
                        <a:t>2024</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extLst>
                  <a:ext uri="{0D108BD9-81ED-4DB2-BD59-A6C34878D82A}">
                    <a16:rowId xmlns:a16="http://schemas.microsoft.com/office/drawing/2014/main" val="10004"/>
                  </a:ext>
                </a:extLst>
              </a:tr>
              <a:tr h="718820">
                <a:tc gridSpan="2">
                  <a:txBody>
                    <a:bodyPr/>
                    <a:lstStyle/>
                    <a:p>
                      <a:pPr marL="123189">
                        <a:lnSpc>
                          <a:spcPct val="100000"/>
                        </a:lnSpc>
                        <a:spcBef>
                          <a:spcPts val="2460"/>
                        </a:spcBef>
                      </a:pPr>
                      <a:r>
                        <a:rPr sz="2150" spc="70" dirty="0">
                          <a:latin typeface="Segoe UI"/>
                          <a:cs typeface="Segoe UI"/>
                        </a:rPr>
                        <a:t>Prototype</a:t>
                      </a:r>
                      <a:r>
                        <a:rPr sz="2150" spc="155" dirty="0">
                          <a:latin typeface="Segoe UI"/>
                          <a:cs typeface="Segoe UI"/>
                        </a:rPr>
                        <a:t> </a:t>
                      </a:r>
                      <a:r>
                        <a:rPr sz="2150" spc="40" dirty="0">
                          <a:latin typeface="Segoe UI"/>
                          <a:cs typeface="Segoe UI"/>
                        </a:rPr>
                        <a:t>Release</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tcPr>
                </a:tc>
                <a:tc hMerge="1">
                  <a:txBody>
                    <a:bodyPr/>
                    <a:lstStyle/>
                    <a:p>
                      <a:endParaRPr/>
                    </a:p>
                  </a:txBody>
                  <a:tcPr marL="0" marR="0" marT="0" marB="0"/>
                </a:tc>
                <a:tc>
                  <a:txBody>
                    <a:bodyPr/>
                    <a:lstStyle/>
                    <a:p>
                      <a:pPr marL="128905" marR="159385">
                        <a:lnSpc>
                          <a:spcPts val="3220"/>
                        </a:lnSpc>
                        <a:spcBef>
                          <a:spcPts val="185"/>
                        </a:spcBef>
                        <a:tabLst>
                          <a:tab pos="1188720" algn="l"/>
                        </a:tabLst>
                      </a:pPr>
                      <a:r>
                        <a:rPr sz="2150" spc="55" dirty="0">
                          <a:latin typeface="Segoe UI"/>
                          <a:cs typeface="Segoe UI"/>
                        </a:rPr>
                        <a:t>Initial</a:t>
                      </a:r>
                      <a:r>
                        <a:rPr sz="2150" dirty="0">
                          <a:latin typeface="Segoe UI"/>
                          <a:cs typeface="Segoe UI"/>
                        </a:rPr>
                        <a:t>	</a:t>
                      </a:r>
                      <a:r>
                        <a:rPr sz="2150" spc="60" dirty="0">
                          <a:latin typeface="Segoe UI"/>
                          <a:cs typeface="Segoe UI"/>
                        </a:rPr>
                        <a:t>prototype </a:t>
                      </a:r>
                      <a:r>
                        <a:rPr sz="2150" spc="50" dirty="0">
                          <a:latin typeface="Segoe UI"/>
                          <a:cs typeface="Segoe UI"/>
                        </a:rPr>
                        <a:t>review</a:t>
                      </a:r>
                      <a:endParaRPr sz="2150">
                        <a:latin typeface="Segoe UI"/>
                        <a:cs typeface="Segoe UI"/>
                      </a:endParaRPr>
                    </a:p>
                  </a:txBody>
                  <a:tcPr marL="0" marR="0" marT="23495" marB="0">
                    <a:lnL w="9525">
                      <a:solidFill>
                        <a:srgbClr val="D0D6DE"/>
                      </a:solidFill>
                      <a:prstDash val="solid"/>
                    </a:lnL>
                    <a:lnT w="9525">
                      <a:solidFill>
                        <a:srgbClr val="D0D6DE"/>
                      </a:solidFill>
                      <a:prstDash val="solid"/>
                    </a:lnT>
                  </a:tcPr>
                </a:tc>
                <a:tc>
                  <a:txBody>
                    <a:bodyPr/>
                    <a:lstStyle/>
                    <a:p>
                      <a:pPr marL="167005">
                        <a:lnSpc>
                          <a:spcPct val="100000"/>
                        </a:lnSpc>
                        <a:spcBef>
                          <a:spcPts val="810"/>
                        </a:spcBef>
                      </a:pPr>
                      <a:r>
                        <a:rPr sz="2150" spc="20" dirty="0">
                          <a:latin typeface="Segoe UI"/>
                          <a:cs typeface="Segoe UI"/>
                        </a:rPr>
                        <a:t>for</a:t>
                      </a:r>
                      <a:endParaRPr sz="2150">
                        <a:latin typeface="Segoe UI"/>
                        <a:cs typeface="Segoe UI"/>
                      </a:endParaRPr>
                    </a:p>
                  </a:txBody>
                  <a:tcPr marL="0" marR="0" marT="102870" marB="0">
                    <a:lnT w="9525">
                      <a:solidFill>
                        <a:srgbClr val="D0D6DE"/>
                      </a:solidFill>
                      <a:prstDash val="solid"/>
                    </a:lnT>
                  </a:tcPr>
                </a:tc>
                <a:tc>
                  <a:txBody>
                    <a:bodyPr/>
                    <a:lstStyle/>
                    <a:p>
                      <a:pPr marR="130810" algn="r">
                        <a:lnSpc>
                          <a:spcPct val="100000"/>
                        </a:lnSpc>
                        <a:spcBef>
                          <a:spcPts val="810"/>
                        </a:spcBef>
                      </a:pPr>
                      <a:r>
                        <a:rPr sz="2150" spc="50" dirty="0">
                          <a:latin typeface="Segoe UI"/>
                          <a:cs typeface="Segoe UI"/>
                        </a:rPr>
                        <a:t>stakeholder</a:t>
                      </a:r>
                      <a:endParaRPr sz="2150">
                        <a:latin typeface="Segoe UI"/>
                        <a:cs typeface="Segoe UI"/>
                      </a:endParaRPr>
                    </a:p>
                  </a:txBody>
                  <a:tcPr marL="0" marR="0" marT="102870" marB="0">
                    <a:lnR w="9525">
                      <a:solidFill>
                        <a:srgbClr val="D0D6DE"/>
                      </a:solidFill>
                      <a:prstDash val="solid"/>
                    </a:lnR>
                    <a:lnT w="9525">
                      <a:solidFill>
                        <a:srgbClr val="D0D6DE"/>
                      </a:solidFill>
                      <a:prstDash val="solid"/>
                    </a:lnT>
                  </a:tcPr>
                </a:tc>
                <a:tc>
                  <a:txBody>
                    <a:bodyPr/>
                    <a:lstStyle/>
                    <a:p>
                      <a:pPr marL="127000">
                        <a:lnSpc>
                          <a:spcPct val="100000"/>
                        </a:lnSpc>
                        <a:spcBef>
                          <a:spcPts val="2460"/>
                        </a:spcBef>
                      </a:pPr>
                      <a:r>
                        <a:rPr sz="2150" spc="55" dirty="0">
                          <a:latin typeface="Segoe UI"/>
                          <a:cs typeface="Segoe UI"/>
                        </a:rPr>
                        <a:t>August</a:t>
                      </a:r>
                      <a:r>
                        <a:rPr sz="2150" spc="190" dirty="0">
                          <a:latin typeface="Segoe UI"/>
                          <a:cs typeface="Segoe UI"/>
                        </a:rPr>
                        <a:t> </a:t>
                      </a:r>
                      <a:r>
                        <a:rPr sz="2150" spc="65" dirty="0">
                          <a:latin typeface="Segoe UI"/>
                          <a:cs typeface="Segoe UI"/>
                        </a:rPr>
                        <a:t>15,</a:t>
                      </a:r>
                      <a:r>
                        <a:rPr sz="2150" spc="150" dirty="0">
                          <a:latin typeface="Segoe UI"/>
                          <a:cs typeface="Segoe UI"/>
                        </a:rPr>
                        <a:t> </a:t>
                      </a:r>
                      <a:r>
                        <a:rPr sz="2150" spc="55" dirty="0">
                          <a:latin typeface="Segoe UI"/>
                          <a:cs typeface="Segoe UI"/>
                        </a:rPr>
                        <a:t>2024</a:t>
                      </a:r>
                      <a:endParaRPr sz="2150" dirty="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590232"/>
            <a:ext cx="3847465" cy="456565"/>
          </a:xfrm>
          <a:prstGeom prst="rect">
            <a:avLst/>
          </a:prstGeom>
        </p:spPr>
        <p:txBody>
          <a:bodyPr vert="horz" wrap="square" lIns="0" tIns="15875" rIns="0" bIns="0" rtlCol="0">
            <a:spAutoFit/>
          </a:bodyPr>
          <a:lstStyle/>
          <a:p>
            <a:pPr marL="12700">
              <a:lnSpc>
                <a:spcPct val="100000"/>
              </a:lnSpc>
              <a:spcBef>
                <a:spcPts val="125"/>
              </a:spcBef>
            </a:pPr>
            <a:r>
              <a:rPr sz="2800" spc="70" dirty="0"/>
              <a:t>Budget</a:t>
            </a:r>
            <a:r>
              <a:rPr sz="2800" spc="165" dirty="0"/>
              <a:t> </a:t>
            </a:r>
            <a:r>
              <a:rPr sz="2800" spc="55" dirty="0"/>
              <a:t>and</a:t>
            </a:r>
            <a:r>
              <a:rPr sz="2800" spc="165" dirty="0"/>
              <a:t> </a:t>
            </a:r>
            <a:r>
              <a:rPr sz="2800" spc="55" dirty="0"/>
              <a:t>Resources</a:t>
            </a:r>
            <a:endParaRPr sz="2800"/>
          </a:p>
        </p:txBody>
      </p:sp>
      <p:pic>
        <p:nvPicPr>
          <p:cNvPr id="3" name="object 3"/>
          <p:cNvPicPr/>
          <p:nvPr/>
        </p:nvPicPr>
        <p:blipFill>
          <a:blip r:embed="rId3" cstate="print"/>
          <a:stretch>
            <a:fillRect/>
          </a:stretch>
        </p:blipFill>
        <p:spPr>
          <a:xfrm>
            <a:off x="1038225" y="1457324"/>
            <a:ext cx="104774" cy="104774"/>
          </a:xfrm>
          <a:prstGeom prst="rect">
            <a:avLst/>
          </a:prstGeom>
        </p:spPr>
      </p:pic>
      <p:pic>
        <p:nvPicPr>
          <p:cNvPr id="4" name="object 4"/>
          <p:cNvPicPr/>
          <p:nvPr/>
        </p:nvPicPr>
        <p:blipFill>
          <a:blip r:embed="rId4" cstate="print"/>
          <a:stretch>
            <a:fillRect/>
          </a:stretch>
        </p:blipFill>
        <p:spPr>
          <a:xfrm>
            <a:off x="1585912" y="1871662"/>
            <a:ext cx="114299" cy="114299"/>
          </a:xfrm>
          <a:prstGeom prst="rect">
            <a:avLst/>
          </a:prstGeom>
        </p:spPr>
      </p:pic>
      <p:pic>
        <p:nvPicPr>
          <p:cNvPr id="5" name="object 5"/>
          <p:cNvPicPr/>
          <p:nvPr/>
        </p:nvPicPr>
        <p:blipFill>
          <a:blip r:embed="rId5" cstate="print"/>
          <a:stretch>
            <a:fillRect/>
          </a:stretch>
        </p:blipFill>
        <p:spPr>
          <a:xfrm>
            <a:off x="1585912" y="2347912"/>
            <a:ext cx="114299" cy="114299"/>
          </a:xfrm>
          <a:prstGeom prst="rect">
            <a:avLst/>
          </a:prstGeom>
        </p:spPr>
      </p:pic>
      <p:pic>
        <p:nvPicPr>
          <p:cNvPr id="6" name="object 6"/>
          <p:cNvPicPr/>
          <p:nvPr/>
        </p:nvPicPr>
        <p:blipFill>
          <a:blip r:embed="rId6" cstate="print"/>
          <a:stretch>
            <a:fillRect/>
          </a:stretch>
        </p:blipFill>
        <p:spPr>
          <a:xfrm>
            <a:off x="1585912" y="2833687"/>
            <a:ext cx="114299" cy="114299"/>
          </a:xfrm>
          <a:prstGeom prst="rect">
            <a:avLst/>
          </a:prstGeom>
        </p:spPr>
      </p:pic>
      <p:pic>
        <p:nvPicPr>
          <p:cNvPr id="7" name="object 7"/>
          <p:cNvPicPr/>
          <p:nvPr/>
        </p:nvPicPr>
        <p:blipFill>
          <a:blip r:embed="rId7" cstate="print"/>
          <a:stretch>
            <a:fillRect/>
          </a:stretch>
        </p:blipFill>
        <p:spPr>
          <a:xfrm>
            <a:off x="1585912" y="3319462"/>
            <a:ext cx="114299" cy="114299"/>
          </a:xfrm>
          <a:prstGeom prst="rect">
            <a:avLst/>
          </a:prstGeom>
        </p:spPr>
      </p:pic>
      <p:pic>
        <p:nvPicPr>
          <p:cNvPr id="8" name="object 8"/>
          <p:cNvPicPr/>
          <p:nvPr/>
        </p:nvPicPr>
        <p:blipFill>
          <a:blip r:embed="rId6" cstate="print"/>
          <a:stretch>
            <a:fillRect/>
          </a:stretch>
        </p:blipFill>
        <p:spPr>
          <a:xfrm>
            <a:off x="1585912" y="3805237"/>
            <a:ext cx="114299" cy="114299"/>
          </a:xfrm>
          <a:prstGeom prst="rect">
            <a:avLst/>
          </a:prstGeom>
        </p:spPr>
      </p:pic>
      <p:pic>
        <p:nvPicPr>
          <p:cNvPr id="9" name="object 9"/>
          <p:cNvPicPr/>
          <p:nvPr/>
        </p:nvPicPr>
        <p:blipFill>
          <a:blip r:embed="rId3" cstate="print"/>
          <a:stretch>
            <a:fillRect/>
          </a:stretch>
        </p:blipFill>
        <p:spPr>
          <a:xfrm>
            <a:off x="1038225" y="4286249"/>
            <a:ext cx="104774" cy="104774"/>
          </a:xfrm>
          <a:prstGeom prst="rect">
            <a:avLst/>
          </a:prstGeom>
        </p:spPr>
      </p:pic>
      <p:pic>
        <p:nvPicPr>
          <p:cNvPr id="10" name="object 10"/>
          <p:cNvPicPr/>
          <p:nvPr/>
        </p:nvPicPr>
        <p:blipFill>
          <a:blip r:embed="rId8" cstate="print"/>
          <a:stretch>
            <a:fillRect/>
          </a:stretch>
        </p:blipFill>
        <p:spPr>
          <a:xfrm>
            <a:off x="1585912" y="4700587"/>
            <a:ext cx="114299" cy="114299"/>
          </a:xfrm>
          <a:prstGeom prst="rect">
            <a:avLst/>
          </a:prstGeom>
        </p:spPr>
      </p:pic>
      <p:pic>
        <p:nvPicPr>
          <p:cNvPr id="11" name="object 11"/>
          <p:cNvPicPr/>
          <p:nvPr/>
        </p:nvPicPr>
        <p:blipFill>
          <a:blip r:embed="rId7" cstate="print"/>
          <a:stretch>
            <a:fillRect/>
          </a:stretch>
        </p:blipFill>
        <p:spPr>
          <a:xfrm>
            <a:off x="1585912" y="5595937"/>
            <a:ext cx="114299" cy="114299"/>
          </a:xfrm>
          <a:prstGeom prst="rect">
            <a:avLst/>
          </a:prstGeom>
        </p:spPr>
      </p:pic>
      <p:sp>
        <p:nvSpPr>
          <p:cNvPr id="12" name="object 12"/>
          <p:cNvSpPr txBox="1"/>
          <p:nvPr/>
        </p:nvSpPr>
        <p:spPr>
          <a:xfrm>
            <a:off x="1287462" y="1233169"/>
            <a:ext cx="10163810" cy="5006975"/>
          </a:xfrm>
          <a:prstGeom prst="rect">
            <a:avLst/>
          </a:prstGeom>
        </p:spPr>
        <p:txBody>
          <a:bodyPr vert="horz" wrap="square" lIns="0" tIns="103505" rIns="0" bIns="0" rtlCol="0">
            <a:spAutoFit/>
          </a:bodyPr>
          <a:lstStyle/>
          <a:p>
            <a:pPr marL="12700">
              <a:lnSpc>
                <a:spcPct val="100000"/>
              </a:lnSpc>
              <a:spcBef>
                <a:spcPts val="815"/>
              </a:spcBef>
            </a:pPr>
            <a:r>
              <a:rPr sz="2150" dirty="0">
                <a:latin typeface="Segoe UI Semibold"/>
                <a:cs typeface="Segoe UI Semibold"/>
              </a:rPr>
              <a:t>Total</a:t>
            </a:r>
            <a:r>
              <a:rPr sz="2150" spc="200" dirty="0">
                <a:latin typeface="Segoe UI Semibold"/>
                <a:cs typeface="Segoe UI Semibold"/>
              </a:rPr>
              <a:t> </a:t>
            </a:r>
            <a:r>
              <a:rPr sz="2150" spc="55" dirty="0">
                <a:latin typeface="Segoe UI Semibold"/>
                <a:cs typeface="Segoe UI Semibold"/>
              </a:rPr>
              <a:t>Budget:</a:t>
            </a:r>
            <a:r>
              <a:rPr sz="2150" spc="165" dirty="0">
                <a:latin typeface="Segoe UI Semibold"/>
                <a:cs typeface="Segoe UI Semibold"/>
              </a:rPr>
              <a:t> </a:t>
            </a:r>
            <a:r>
              <a:rPr sz="2150" spc="70" dirty="0">
                <a:latin typeface="Segoe UI"/>
                <a:cs typeface="Segoe UI"/>
              </a:rPr>
              <a:t>$500,000</a:t>
            </a:r>
            <a:endParaRPr sz="2150" dirty="0">
              <a:latin typeface="Segoe UI"/>
              <a:cs typeface="Segoe UI"/>
            </a:endParaRPr>
          </a:p>
          <a:p>
            <a:pPr marL="564515">
              <a:lnSpc>
                <a:spcPct val="100000"/>
              </a:lnSpc>
              <a:spcBef>
                <a:spcPts val="720"/>
              </a:spcBef>
            </a:pPr>
            <a:r>
              <a:rPr sz="2150" spc="70" dirty="0">
                <a:latin typeface="Segoe UI Semibold"/>
                <a:cs typeface="Segoe UI Semibold"/>
              </a:rPr>
              <a:t>Development</a:t>
            </a:r>
            <a:r>
              <a:rPr sz="2150" spc="125" dirty="0">
                <a:latin typeface="Segoe UI Semibold"/>
                <a:cs typeface="Segoe UI Semibold"/>
              </a:rPr>
              <a:t> </a:t>
            </a:r>
            <a:r>
              <a:rPr sz="2150" spc="70" dirty="0">
                <a:latin typeface="Segoe UI Semibold"/>
                <a:cs typeface="Segoe UI Semibold"/>
              </a:rPr>
              <a:t>Costs:</a:t>
            </a:r>
            <a:r>
              <a:rPr sz="2150" spc="155" dirty="0">
                <a:latin typeface="Segoe UI Semibold"/>
                <a:cs typeface="Segoe UI Semibold"/>
              </a:rPr>
              <a:t> </a:t>
            </a:r>
            <a:r>
              <a:rPr sz="2150" spc="70" dirty="0">
                <a:latin typeface="Segoe UI"/>
                <a:cs typeface="Segoe UI"/>
              </a:rPr>
              <a:t>$250,000</a:t>
            </a:r>
            <a:endParaRPr sz="2150" dirty="0">
              <a:latin typeface="Segoe UI"/>
              <a:cs typeface="Segoe UI"/>
            </a:endParaRPr>
          </a:p>
          <a:p>
            <a:pPr marL="564515">
              <a:lnSpc>
                <a:spcPct val="100000"/>
              </a:lnSpc>
              <a:spcBef>
                <a:spcPts val="1170"/>
              </a:spcBef>
            </a:pPr>
            <a:r>
              <a:rPr sz="2150" spc="70" dirty="0">
                <a:latin typeface="Segoe UI Semibold"/>
                <a:cs typeface="Segoe UI Semibold"/>
              </a:rPr>
              <a:t>Design</a:t>
            </a:r>
            <a:r>
              <a:rPr sz="2150" spc="155" dirty="0">
                <a:latin typeface="Segoe UI Semibold"/>
                <a:cs typeface="Segoe UI Semibold"/>
              </a:rPr>
              <a:t> </a:t>
            </a:r>
            <a:r>
              <a:rPr sz="2150" spc="70" dirty="0">
                <a:latin typeface="Segoe UI Semibold"/>
                <a:cs typeface="Segoe UI Semibold"/>
              </a:rPr>
              <a:t>Costs:</a:t>
            </a:r>
            <a:r>
              <a:rPr sz="2150" spc="165" dirty="0">
                <a:latin typeface="Segoe UI Semibold"/>
                <a:cs typeface="Segoe UI Semibold"/>
              </a:rPr>
              <a:t> </a:t>
            </a:r>
            <a:r>
              <a:rPr sz="2150" spc="65" dirty="0">
                <a:latin typeface="Segoe UI"/>
                <a:cs typeface="Segoe UI"/>
              </a:rPr>
              <a:t>$50,000</a:t>
            </a:r>
            <a:endParaRPr sz="2150" dirty="0">
              <a:latin typeface="Segoe UI"/>
              <a:cs typeface="Segoe UI"/>
            </a:endParaRPr>
          </a:p>
          <a:p>
            <a:pPr marL="564515">
              <a:lnSpc>
                <a:spcPct val="100000"/>
              </a:lnSpc>
              <a:spcBef>
                <a:spcPts val="1245"/>
              </a:spcBef>
            </a:pPr>
            <a:r>
              <a:rPr sz="2150" dirty="0">
                <a:latin typeface="Segoe UI Semibold"/>
                <a:cs typeface="Segoe UI Semibold"/>
              </a:rPr>
              <a:t>Testing</a:t>
            </a:r>
            <a:r>
              <a:rPr sz="2150" spc="245" dirty="0">
                <a:latin typeface="Segoe UI Semibold"/>
                <a:cs typeface="Segoe UI Semibold"/>
              </a:rPr>
              <a:t> </a:t>
            </a:r>
            <a:r>
              <a:rPr sz="2150" spc="70" dirty="0">
                <a:latin typeface="Segoe UI Semibold"/>
                <a:cs typeface="Segoe UI Semibold"/>
              </a:rPr>
              <a:t>Costs:</a:t>
            </a:r>
            <a:r>
              <a:rPr sz="2150" spc="300" dirty="0">
                <a:latin typeface="Segoe UI Semibold"/>
                <a:cs typeface="Segoe UI Semibold"/>
              </a:rPr>
              <a:t> </a:t>
            </a:r>
            <a:r>
              <a:rPr sz="2150" spc="65" dirty="0">
                <a:latin typeface="Segoe UI"/>
                <a:cs typeface="Segoe UI"/>
              </a:rPr>
              <a:t>$50,000</a:t>
            </a:r>
            <a:endParaRPr sz="2150" dirty="0">
              <a:latin typeface="Segoe UI"/>
              <a:cs typeface="Segoe UI"/>
            </a:endParaRPr>
          </a:p>
          <a:p>
            <a:pPr marL="564515">
              <a:lnSpc>
                <a:spcPct val="100000"/>
              </a:lnSpc>
              <a:spcBef>
                <a:spcPts val="1245"/>
              </a:spcBef>
            </a:pPr>
            <a:r>
              <a:rPr sz="2150" spc="60" dirty="0">
                <a:latin typeface="Segoe UI Semibold"/>
                <a:cs typeface="Segoe UI Semibold"/>
              </a:rPr>
              <a:t>Marketing</a:t>
            </a:r>
            <a:r>
              <a:rPr sz="2150" spc="114" dirty="0">
                <a:latin typeface="Segoe UI Semibold"/>
                <a:cs typeface="Segoe UI Semibold"/>
              </a:rPr>
              <a:t> </a:t>
            </a:r>
            <a:r>
              <a:rPr sz="2150" spc="70" dirty="0">
                <a:latin typeface="Segoe UI Semibold"/>
                <a:cs typeface="Segoe UI Semibold"/>
              </a:rPr>
              <a:t>Costs:</a:t>
            </a:r>
            <a:r>
              <a:rPr sz="2150" spc="165" dirty="0">
                <a:latin typeface="Segoe UI Semibold"/>
                <a:cs typeface="Segoe UI Semibold"/>
              </a:rPr>
              <a:t> </a:t>
            </a:r>
            <a:r>
              <a:rPr sz="2150" spc="70" dirty="0">
                <a:latin typeface="Segoe UI"/>
                <a:cs typeface="Segoe UI"/>
              </a:rPr>
              <a:t>$100,000</a:t>
            </a:r>
            <a:endParaRPr sz="2150" dirty="0">
              <a:latin typeface="Segoe UI"/>
              <a:cs typeface="Segoe UI"/>
            </a:endParaRPr>
          </a:p>
          <a:p>
            <a:pPr marL="564515">
              <a:lnSpc>
                <a:spcPct val="100000"/>
              </a:lnSpc>
              <a:spcBef>
                <a:spcPts val="1245"/>
              </a:spcBef>
            </a:pPr>
            <a:r>
              <a:rPr sz="2150" spc="80" dirty="0">
                <a:latin typeface="Segoe UI Semibold"/>
                <a:cs typeface="Segoe UI Semibold"/>
              </a:rPr>
              <a:t>Miscellaneous</a:t>
            </a:r>
            <a:r>
              <a:rPr sz="2150" spc="204" dirty="0">
                <a:latin typeface="Segoe UI Semibold"/>
                <a:cs typeface="Segoe UI Semibold"/>
              </a:rPr>
              <a:t> </a:t>
            </a:r>
            <a:r>
              <a:rPr sz="2150" spc="75" dirty="0">
                <a:latin typeface="Segoe UI Semibold"/>
                <a:cs typeface="Segoe UI Semibold"/>
              </a:rPr>
              <a:t>Expenses:</a:t>
            </a:r>
            <a:r>
              <a:rPr sz="2150" spc="175" dirty="0">
                <a:latin typeface="Segoe UI Semibold"/>
                <a:cs typeface="Segoe UI Semibold"/>
              </a:rPr>
              <a:t> </a:t>
            </a:r>
            <a:r>
              <a:rPr sz="2150" spc="65" dirty="0">
                <a:latin typeface="Segoe UI"/>
                <a:cs typeface="Segoe UI"/>
              </a:rPr>
              <a:t>$50,000</a:t>
            </a:r>
            <a:endParaRPr sz="2150" dirty="0">
              <a:latin typeface="Segoe UI"/>
              <a:cs typeface="Segoe UI"/>
            </a:endParaRPr>
          </a:p>
          <a:p>
            <a:pPr marL="12700">
              <a:lnSpc>
                <a:spcPct val="100000"/>
              </a:lnSpc>
              <a:spcBef>
                <a:spcPts val="1170"/>
              </a:spcBef>
            </a:pPr>
            <a:r>
              <a:rPr sz="2150" spc="60" dirty="0">
                <a:latin typeface="Segoe UI Semibold"/>
                <a:cs typeface="Segoe UI Semibold"/>
              </a:rPr>
              <a:t>Resources:</a:t>
            </a:r>
            <a:endParaRPr sz="2150" dirty="0">
              <a:latin typeface="Segoe UI Semibold"/>
              <a:cs typeface="Segoe UI Semibold"/>
            </a:endParaRPr>
          </a:p>
          <a:p>
            <a:pPr marL="564515" marR="11430">
              <a:lnSpc>
                <a:spcPct val="125000"/>
              </a:lnSpc>
              <a:spcBef>
                <a:spcPts val="75"/>
              </a:spcBef>
            </a:pPr>
            <a:r>
              <a:rPr sz="2150" spc="65" dirty="0">
                <a:latin typeface="Segoe UI Semibold"/>
                <a:cs typeface="Segoe UI Semibold"/>
              </a:rPr>
              <a:t>Personnel:</a:t>
            </a:r>
            <a:r>
              <a:rPr sz="2150" spc="285" dirty="0">
                <a:latin typeface="Segoe UI Semibold"/>
                <a:cs typeface="Segoe UI Semibold"/>
              </a:rPr>
              <a:t> </a:t>
            </a:r>
            <a:r>
              <a:rPr sz="2150" dirty="0">
                <a:latin typeface="Segoe UI"/>
                <a:cs typeface="Segoe UI"/>
              </a:rPr>
              <a:t>5</a:t>
            </a:r>
            <a:r>
              <a:rPr sz="2150" spc="315" dirty="0">
                <a:latin typeface="Segoe UI"/>
                <a:cs typeface="Segoe UI"/>
              </a:rPr>
              <a:t> </a:t>
            </a:r>
            <a:r>
              <a:rPr sz="2150" spc="60" dirty="0">
                <a:latin typeface="Segoe UI"/>
                <a:cs typeface="Segoe UI"/>
              </a:rPr>
              <a:t>Developers,</a:t>
            </a:r>
            <a:r>
              <a:rPr sz="2150" spc="265" dirty="0">
                <a:latin typeface="Segoe UI"/>
                <a:cs typeface="Segoe UI"/>
              </a:rPr>
              <a:t> </a:t>
            </a:r>
            <a:r>
              <a:rPr sz="2150" dirty="0">
                <a:latin typeface="Segoe UI"/>
                <a:cs typeface="Segoe UI"/>
              </a:rPr>
              <a:t>2</a:t>
            </a:r>
            <a:r>
              <a:rPr sz="2150" spc="315" dirty="0">
                <a:latin typeface="Segoe UI"/>
                <a:cs typeface="Segoe UI"/>
              </a:rPr>
              <a:t> </a:t>
            </a:r>
            <a:r>
              <a:rPr sz="2150" spc="55" dirty="0">
                <a:latin typeface="Segoe UI"/>
                <a:cs typeface="Segoe UI"/>
              </a:rPr>
              <a:t>Designers,</a:t>
            </a:r>
            <a:r>
              <a:rPr sz="2150" spc="265" dirty="0">
                <a:latin typeface="Segoe UI"/>
                <a:cs typeface="Segoe UI"/>
              </a:rPr>
              <a:t> </a:t>
            </a:r>
            <a:r>
              <a:rPr sz="2150" dirty="0">
                <a:latin typeface="Segoe UI"/>
                <a:cs typeface="Segoe UI"/>
              </a:rPr>
              <a:t>2</a:t>
            </a:r>
            <a:r>
              <a:rPr sz="2150" spc="315" dirty="0">
                <a:latin typeface="Segoe UI"/>
                <a:cs typeface="Segoe UI"/>
              </a:rPr>
              <a:t> </a:t>
            </a:r>
            <a:r>
              <a:rPr sz="2150" dirty="0">
                <a:latin typeface="Segoe UI"/>
                <a:cs typeface="Segoe UI"/>
              </a:rPr>
              <a:t>QA</a:t>
            </a:r>
            <a:r>
              <a:rPr sz="2150" spc="310" dirty="0">
                <a:latin typeface="Segoe UI"/>
                <a:cs typeface="Segoe UI"/>
              </a:rPr>
              <a:t> </a:t>
            </a:r>
            <a:r>
              <a:rPr sz="2150" dirty="0">
                <a:latin typeface="Segoe UI"/>
                <a:cs typeface="Segoe UI"/>
              </a:rPr>
              <a:t>Testers,</a:t>
            </a:r>
            <a:r>
              <a:rPr sz="2150" spc="265" dirty="0">
                <a:latin typeface="Segoe UI"/>
                <a:cs typeface="Segoe UI"/>
              </a:rPr>
              <a:t> </a:t>
            </a:r>
            <a:r>
              <a:rPr sz="2150" dirty="0">
                <a:latin typeface="Segoe UI"/>
                <a:cs typeface="Segoe UI"/>
              </a:rPr>
              <a:t>1</a:t>
            </a:r>
            <a:r>
              <a:rPr sz="2150" spc="315" dirty="0">
                <a:latin typeface="Segoe UI"/>
                <a:cs typeface="Segoe UI"/>
              </a:rPr>
              <a:t> </a:t>
            </a:r>
            <a:r>
              <a:rPr sz="2150" spc="55" dirty="0">
                <a:latin typeface="Segoe UI"/>
                <a:cs typeface="Segoe UI"/>
              </a:rPr>
              <a:t>Project</a:t>
            </a:r>
            <a:r>
              <a:rPr sz="2150" spc="305" dirty="0">
                <a:latin typeface="Segoe UI"/>
                <a:cs typeface="Segoe UI"/>
              </a:rPr>
              <a:t> </a:t>
            </a:r>
            <a:r>
              <a:rPr sz="2150" spc="65" dirty="0">
                <a:latin typeface="Segoe UI"/>
                <a:cs typeface="Segoe UI"/>
              </a:rPr>
              <a:t>Manager,</a:t>
            </a:r>
            <a:r>
              <a:rPr sz="2150" spc="260" dirty="0">
                <a:latin typeface="Segoe UI"/>
                <a:cs typeface="Segoe UI"/>
              </a:rPr>
              <a:t> </a:t>
            </a:r>
            <a:r>
              <a:rPr sz="2150" spc="-50" dirty="0">
                <a:latin typeface="Segoe UI"/>
                <a:cs typeface="Segoe UI"/>
              </a:rPr>
              <a:t>1 </a:t>
            </a:r>
            <a:r>
              <a:rPr sz="2150" spc="65" dirty="0">
                <a:latin typeface="Segoe UI"/>
                <a:cs typeface="Segoe UI"/>
              </a:rPr>
              <a:t>Marketing</a:t>
            </a:r>
            <a:r>
              <a:rPr sz="2150" spc="155" dirty="0">
                <a:latin typeface="Segoe UI"/>
                <a:cs typeface="Segoe UI"/>
              </a:rPr>
              <a:t> </a:t>
            </a:r>
            <a:r>
              <a:rPr sz="2150" spc="50" dirty="0">
                <a:latin typeface="Segoe UI"/>
                <a:cs typeface="Segoe UI"/>
              </a:rPr>
              <a:t>Specialist</a:t>
            </a:r>
            <a:endParaRPr sz="2150" dirty="0">
              <a:latin typeface="Segoe UI"/>
              <a:cs typeface="Segoe UI"/>
            </a:endParaRPr>
          </a:p>
          <a:p>
            <a:pPr marL="564515" marR="5080">
              <a:lnSpc>
                <a:spcPct val="127899"/>
              </a:lnSpc>
              <a:spcBef>
                <a:spcPts val="525"/>
              </a:spcBef>
            </a:pPr>
            <a:r>
              <a:rPr sz="2150" dirty="0">
                <a:latin typeface="Segoe UI Semibold"/>
                <a:cs typeface="Segoe UI Semibold"/>
              </a:rPr>
              <a:t>Tools:</a:t>
            </a:r>
            <a:r>
              <a:rPr sz="2150" spc="400" dirty="0">
                <a:latin typeface="Segoe UI Semibold"/>
                <a:cs typeface="Segoe UI Semibold"/>
              </a:rPr>
              <a:t> </a:t>
            </a:r>
            <a:r>
              <a:rPr sz="2150" dirty="0">
                <a:latin typeface="Segoe UI"/>
                <a:cs typeface="Segoe UI"/>
              </a:rPr>
              <a:t>Jira</a:t>
            </a:r>
            <a:r>
              <a:rPr sz="2150" spc="425" dirty="0">
                <a:latin typeface="Segoe UI"/>
                <a:cs typeface="Segoe UI"/>
              </a:rPr>
              <a:t> </a:t>
            </a:r>
            <a:r>
              <a:rPr sz="2150" spc="45" dirty="0">
                <a:latin typeface="Segoe UI"/>
                <a:cs typeface="Segoe UI"/>
              </a:rPr>
              <a:t>for</a:t>
            </a:r>
            <a:r>
              <a:rPr sz="2150" spc="400" dirty="0">
                <a:latin typeface="Segoe UI"/>
                <a:cs typeface="Segoe UI"/>
              </a:rPr>
              <a:t> </a:t>
            </a:r>
            <a:r>
              <a:rPr sz="2150" spc="60" dirty="0">
                <a:latin typeface="Segoe UI"/>
                <a:cs typeface="Segoe UI"/>
              </a:rPr>
              <a:t>project</a:t>
            </a:r>
            <a:r>
              <a:rPr sz="2150" spc="420" dirty="0">
                <a:latin typeface="Segoe UI"/>
                <a:cs typeface="Segoe UI"/>
              </a:rPr>
              <a:t> </a:t>
            </a:r>
            <a:r>
              <a:rPr sz="2150" spc="70" dirty="0">
                <a:latin typeface="Segoe UI"/>
                <a:cs typeface="Segoe UI"/>
              </a:rPr>
              <a:t>management,</a:t>
            </a:r>
            <a:r>
              <a:rPr sz="2150" spc="385" dirty="0">
                <a:latin typeface="Segoe UI"/>
                <a:cs typeface="Segoe UI"/>
              </a:rPr>
              <a:t> </a:t>
            </a:r>
            <a:r>
              <a:rPr sz="2150" spc="55" dirty="0">
                <a:latin typeface="Segoe UI"/>
                <a:cs typeface="Segoe UI"/>
              </a:rPr>
              <a:t>Slack</a:t>
            </a:r>
            <a:r>
              <a:rPr sz="2150" spc="375" dirty="0">
                <a:latin typeface="Segoe UI"/>
                <a:cs typeface="Segoe UI"/>
              </a:rPr>
              <a:t> </a:t>
            </a:r>
            <a:r>
              <a:rPr sz="2150" spc="45" dirty="0">
                <a:latin typeface="Segoe UI"/>
                <a:cs typeface="Segoe UI"/>
              </a:rPr>
              <a:t>for</a:t>
            </a:r>
            <a:r>
              <a:rPr sz="2150" spc="400" dirty="0">
                <a:latin typeface="Segoe UI"/>
                <a:cs typeface="Segoe UI"/>
              </a:rPr>
              <a:t> </a:t>
            </a:r>
            <a:r>
              <a:rPr sz="2150" spc="65" dirty="0">
                <a:latin typeface="Segoe UI"/>
                <a:cs typeface="Segoe UI"/>
              </a:rPr>
              <a:t>communication,</a:t>
            </a:r>
            <a:r>
              <a:rPr sz="2150" spc="380" dirty="0">
                <a:latin typeface="Segoe UI"/>
                <a:cs typeface="Segoe UI"/>
              </a:rPr>
              <a:t> </a:t>
            </a:r>
            <a:r>
              <a:rPr sz="2150" spc="70" dirty="0">
                <a:latin typeface="Segoe UI"/>
                <a:cs typeface="Segoe UI"/>
              </a:rPr>
              <a:t>Adobe</a:t>
            </a:r>
            <a:r>
              <a:rPr sz="2150" spc="390" dirty="0">
                <a:latin typeface="Segoe UI"/>
                <a:cs typeface="Segoe UI"/>
              </a:rPr>
              <a:t> </a:t>
            </a:r>
            <a:r>
              <a:rPr sz="2150" spc="-25" dirty="0">
                <a:latin typeface="Segoe UI"/>
                <a:cs typeface="Segoe UI"/>
              </a:rPr>
              <a:t>XD </a:t>
            </a:r>
            <a:r>
              <a:rPr sz="2150" spc="45" dirty="0">
                <a:latin typeface="Segoe UI"/>
                <a:cs typeface="Segoe UI"/>
              </a:rPr>
              <a:t>for</a:t>
            </a:r>
            <a:r>
              <a:rPr sz="2150" spc="160" dirty="0">
                <a:latin typeface="Segoe UI"/>
                <a:cs typeface="Segoe UI"/>
              </a:rPr>
              <a:t> </a:t>
            </a:r>
            <a:r>
              <a:rPr sz="2150" spc="55" dirty="0" smtClean="0">
                <a:latin typeface="Segoe UI"/>
                <a:cs typeface="Segoe UI"/>
              </a:rPr>
              <a:t>design</a:t>
            </a:r>
            <a:endParaRPr sz="2150" dirty="0">
              <a:latin typeface="Segoe UI"/>
              <a:cs typeface="Segoe UI"/>
            </a:endParaRPr>
          </a:p>
        </p:txBody>
      </p:sp>
      <p:sp>
        <p:nvSpPr>
          <p:cNvPr id="13" name="object 1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18</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19</a:t>
            </a:r>
          </a:p>
        </p:txBody>
      </p:sp>
      <p:sp>
        <p:nvSpPr>
          <p:cNvPr id="2" name="object 2"/>
          <p:cNvSpPr txBox="1">
            <a:spLocks noGrp="1"/>
          </p:cNvSpPr>
          <p:nvPr>
            <p:ph type="title"/>
          </p:nvPr>
        </p:nvSpPr>
        <p:spPr>
          <a:xfrm>
            <a:off x="735012" y="752157"/>
            <a:ext cx="3959225" cy="456565"/>
          </a:xfrm>
          <a:prstGeom prst="rect">
            <a:avLst/>
          </a:prstGeom>
        </p:spPr>
        <p:txBody>
          <a:bodyPr vert="horz" wrap="square" lIns="0" tIns="15875" rIns="0" bIns="0" rtlCol="0">
            <a:spAutoFit/>
          </a:bodyPr>
          <a:lstStyle/>
          <a:p>
            <a:pPr marL="12700">
              <a:lnSpc>
                <a:spcPct val="100000"/>
              </a:lnSpc>
              <a:spcBef>
                <a:spcPts val="125"/>
              </a:spcBef>
            </a:pPr>
            <a:r>
              <a:rPr sz="2800" spc="65" dirty="0"/>
              <a:t>Risk</a:t>
            </a:r>
            <a:r>
              <a:rPr sz="2800" spc="160" dirty="0"/>
              <a:t> </a:t>
            </a:r>
            <a:r>
              <a:rPr sz="2800" spc="80" dirty="0"/>
              <a:t>Management</a:t>
            </a:r>
            <a:r>
              <a:rPr sz="2800" spc="175" dirty="0"/>
              <a:t> </a:t>
            </a:r>
            <a:r>
              <a:rPr sz="2800" spc="40" dirty="0"/>
              <a:t>Plan</a:t>
            </a:r>
            <a:endParaRPr sz="2800"/>
          </a:p>
        </p:txBody>
      </p:sp>
      <p:graphicFrame>
        <p:nvGraphicFramePr>
          <p:cNvPr id="3" name="object 3"/>
          <p:cNvGraphicFramePr>
            <a:graphicFrameLocks noGrp="1"/>
          </p:cNvGraphicFramePr>
          <p:nvPr>
            <p:extLst>
              <p:ext uri="{D42A27DB-BD31-4B8C-83A1-F6EECF244321}">
                <p14:modId xmlns:p14="http://schemas.microsoft.com/office/powerpoint/2010/main" val="1099178913"/>
              </p:ext>
            </p:extLst>
          </p:nvPr>
        </p:nvGraphicFramePr>
        <p:xfrm>
          <a:off x="752474" y="1457324"/>
          <a:ext cx="10687050" cy="4650105"/>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1323975">
                  <a:extLst>
                    <a:ext uri="{9D8B030D-6E8A-4147-A177-3AD203B41FA5}">
                      <a16:colId xmlns:a16="http://schemas.microsoft.com/office/drawing/2014/main" val="20002"/>
                    </a:ext>
                  </a:extLst>
                </a:gridCol>
                <a:gridCol w="4667250">
                  <a:extLst>
                    <a:ext uri="{9D8B030D-6E8A-4147-A177-3AD203B41FA5}">
                      <a16:colId xmlns:a16="http://schemas.microsoft.com/office/drawing/2014/main" val="20003"/>
                    </a:ext>
                  </a:extLst>
                </a:gridCol>
              </a:tblGrid>
              <a:tr h="532765">
                <a:tc>
                  <a:txBody>
                    <a:bodyPr/>
                    <a:lstStyle/>
                    <a:p>
                      <a:pPr marL="123189">
                        <a:lnSpc>
                          <a:spcPct val="100000"/>
                        </a:lnSpc>
                        <a:spcBef>
                          <a:spcPts val="810"/>
                        </a:spcBef>
                      </a:pPr>
                      <a:r>
                        <a:rPr sz="2150" spc="60" dirty="0">
                          <a:latin typeface="Segoe UI Semibold"/>
                          <a:cs typeface="Segoe UI Semibold"/>
                        </a:rPr>
                        <a:t>Risk</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810"/>
                        </a:spcBef>
                      </a:pPr>
                      <a:r>
                        <a:rPr sz="2150" spc="55" dirty="0">
                          <a:latin typeface="Segoe UI Semibold"/>
                          <a:cs typeface="Segoe UI Semibold"/>
                        </a:rPr>
                        <a:t>Probability</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810"/>
                        </a:spcBef>
                      </a:pPr>
                      <a:r>
                        <a:rPr sz="2150" spc="50" dirty="0">
                          <a:latin typeface="Segoe UI Semibold"/>
                          <a:cs typeface="Segoe UI Semibold"/>
                        </a:rPr>
                        <a:t>Impact</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810"/>
                        </a:spcBef>
                      </a:pPr>
                      <a:r>
                        <a:rPr sz="2150" spc="65" dirty="0">
                          <a:latin typeface="Segoe UI Semibold"/>
                          <a:cs typeface="Segoe UI Semibold"/>
                        </a:rPr>
                        <a:t>Mitigation</a:t>
                      </a:r>
                      <a:r>
                        <a:rPr sz="2150" spc="180" dirty="0">
                          <a:latin typeface="Segoe UI Semibold"/>
                          <a:cs typeface="Segoe UI Semibold"/>
                        </a:rPr>
                        <a:t> </a:t>
                      </a:r>
                      <a:r>
                        <a:rPr sz="2150" spc="-10" dirty="0">
                          <a:latin typeface="Segoe UI Semibold"/>
                          <a:cs typeface="Segoe UI Semibold"/>
                        </a:rPr>
                        <a:t>Strategy</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0"/>
                  </a:ext>
                </a:extLst>
              </a:tr>
              <a:tr h="951865">
                <a:tc>
                  <a:txBody>
                    <a:bodyPr/>
                    <a:lstStyle/>
                    <a:p>
                      <a:pPr marL="123189">
                        <a:lnSpc>
                          <a:spcPct val="100000"/>
                        </a:lnSpc>
                        <a:spcBef>
                          <a:spcPts val="810"/>
                        </a:spcBef>
                        <a:tabLst>
                          <a:tab pos="2604135" algn="l"/>
                        </a:tabLst>
                      </a:pPr>
                      <a:r>
                        <a:rPr sz="2150" spc="50" dirty="0">
                          <a:latin typeface="Segoe UI"/>
                          <a:cs typeface="Segoe UI"/>
                        </a:rPr>
                        <a:t>Delays</a:t>
                      </a:r>
                      <a:r>
                        <a:rPr sz="2150" dirty="0">
                          <a:latin typeface="Segoe UI"/>
                          <a:cs typeface="Segoe UI"/>
                        </a:rPr>
                        <a:t>	</a:t>
                      </a:r>
                      <a:r>
                        <a:rPr sz="2150" spc="-25" dirty="0">
                          <a:latin typeface="Segoe UI"/>
                          <a:cs typeface="Segoe UI"/>
                        </a:rPr>
                        <a:t>in</a:t>
                      </a:r>
                      <a:endParaRPr sz="2150">
                        <a:latin typeface="Segoe UI"/>
                        <a:cs typeface="Segoe UI"/>
                      </a:endParaRPr>
                    </a:p>
                    <a:p>
                      <a:pPr marL="123189">
                        <a:lnSpc>
                          <a:spcPct val="100000"/>
                        </a:lnSpc>
                        <a:spcBef>
                          <a:spcPts val="720"/>
                        </a:spcBef>
                      </a:pPr>
                      <a:r>
                        <a:rPr sz="2150" spc="55" dirty="0">
                          <a:latin typeface="Segoe UI"/>
                          <a:cs typeface="Segoe UI"/>
                        </a:rPr>
                        <a:t>Development</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2460"/>
                        </a:spcBef>
                      </a:pPr>
                      <a:r>
                        <a:rPr sz="2150" spc="50" dirty="0">
                          <a:latin typeface="Segoe UI"/>
                          <a:cs typeface="Segoe UI"/>
                        </a:rPr>
                        <a:t>Medium</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2460"/>
                        </a:spcBef>
                      </a:pPr>
                      <a:r>
                        <a:rPr sz="2150" spc="50" dirty="0">
                          <a:latin typeface="Segoe UI"/>
                          <a:cs typeface="Segoe UI"/>
                        </a:rPr>
                        <a:t>High</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marR="132080">
                        <a:lnSpc>
                          <a:spcPct val="127899"/>
                        </a:lnSpc>
                        <a:spcBef>
                          <a:spcPts val="90"/>
                        </a:spcBef>
                        <a:tabLst>
                          <a:tab pos="1739900" algn="l"/>
                          <a:tab pos="2580640" algn="l"/>
                        </a:tabLst>
                      </a:pPr>
                      <a:r>
                        <a:rPr sz="2150" spc="60" dirty="0">
                          <a:latin typeface="Segoe UI"/>
                          <a:cs typeface="Segoe UI"/>
                        </a:rPr>
                        <a:t>Implement</a:t>
                      </a:r>
                      <a:r>
                        <a:rPr sz="2150" dirty="0">
                          <a:latin typeface="Segoe UI"/>
                          <a:cs typeface="Segoe UI"/>
                        </a:rPr>
                        <a:t>	</a:t>
                      </a:r>
                      <a:r>
                        <a:rPr sz="2150" spc="50" dirty="0">
                          <a:latin typeface="Segoe UI"/>
                          <a:cs typeface="Segoe UI"/>
                        </a:rPr>
                        <a:t>agile</a:t>
                      </a:r>
                      <a:r>
                        <a:rPr sz="2150" dirty="0">
                          <a:latin typeface="Segoe UI"/>
                          <a:cs typeface="Segoe UI"/>
                        </a:rPr>
                        <a:t>	</a:t>
                      </a:r>
                      <a:r>
                        <a:rPr sz="2150" spc="60" dirty="0">
                          <a:latin typeface="Segoe UI"/>
                          <a:cs typeface="Segoe UI"/>
                        </a:rPr>
                        <a:t>methodologies </a:t>
                      </a:r>
                      <a:r>
                        <a:rPr sz="2150" spc="50" dirty="0">
                          <a:latin typeface="Segoe UI"/>
                          <a:cs typeface="Segoe UI"/>
                        </a:rPr>
                        <a:t>and</a:t>
                      </a:r>
                      <a:r>
                        <a:rPr sz="2150" spc="165" dirty="0">
                          <a:latin typeface="Segoe UI"/>
                          <a:cs typeface="Segoe UI"/>
                        </a:rPr>
                        <a:t> </a:t>
                      </a:r>
                      <a:r>
                        <a:rPr sz="2150" spc="60" dirty="0">
                          <a:latin typeface="Segoe UI"/>
                          <a:cs typeface="Segoe UI"/>
                        </a:rPr>
                        <a:t>regular</a:t>
                      </a:r>
                      <a:r>
                        <a:rPr sz="2150" spc="165" dirty="0">
                          <a:latin typeface="Segoe UI"/>
                          <a:cs typeface="Segoe UI"/>
                        </a:rPr>
                        <a:t> </a:t>
                      </a:r>
                      <a:r>
                        <a:rPr sz="2150" spc="60" dirty="0">
                          <a:latin typeface="Segoe UI"/>
                          <a:cs typeface="Segoe UI"/>
                        </a:rPr>
                        <a:t>progress</a:t>
                      </a:r>
                      <a:r>
                        <a:rPr sz="2150" spc="145" dirty="0">
                          <a:latin typeface="Segoe UI"/>
                          <a:cs typeface="Segoe UI"/>
                        </a:rPr>
                        <a:t> </a:t>
                      </a:r>
                      <a:r>
                        <a:rPr sz="2150" spc="55" dirty="0">
                          <a:latin typeface="Segoe UI"/>
                          <a:cs typeface="Segoe UI"/>
                        </a:rPr>
                        <a:t>reviews.</a:t>
                      </a:r>
                      <a:endParaRPr sz="2150">
                        <a:latin typeface="Segoe UI"/>
                        <a:cs typeface="Segoe UI"/>
                      </a:endParaRPr>
                    </a:p>
                  </a:txBody>
                  <a:tcPr marL="0" marR="0" marT="1143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1"/>
                  </a:ext>
                </a:extLst>
              </a:tr>
              <a:tr h="951865">
                <a:tc>
                  <a:txBody>
                    <a:bodyPr/>
                    <a:lstStyle/>
                    <a:p>
                      <a:pPr marL="123189">
                        <a:lnSpc>
                          <a:spcPct val="100000"/>
                        </a:lnSpc>
                        <a:spcBef>
                          <a:spcPts val="2460"/>
                        </a:spcBef>
                      </a:pPr>
                      <a:r>
                        <a:rPr sz="2150" spc="60" dirty="0">
                          <a:latin typeface="Segoe UI"/>
                          <a:cs typeface="Segoe UI"/>
                        </a:rPr>
                        <a:t>Budget</a:t>
                      </a:r>
                      <a:r>
                        <a:rPr sz="2150" spc="195" dirty="0">
                          <a:latin typeface="Segoe UI"/>
                          <a:cs typeface="Segoe UI"/>
                        </a:rPr>
                        <a:t> </a:t>
                      </a:r>
                      <a:r>
                        <a:rPr sz="2150" spc="50" dirty="0">
                          <a:latin typeface="Segoe UI"/>
                          <a:cs typeface="Segoe UI"/>
                        </a:rPr>
                        <a:t>Overruns</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7635">
                        <a:lnSpc>
                          <a:spcPct val="100000"/>
                        </a:lnSpc>
                        <a:spcBef>
                          <a:spcPts val="2460"/>
                        </a:spcBef>
                      </a:pPr>
                      <a:r>
                        <a:rPr sz="2150" spc="40" dirty="0">
                          <a:latin typeface="Segoe UI"/>
                          <a:cs typeface="Segoe UI"/>
                        </a:rPr>
                        <a:t>Low</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7635">
                        <a:lnSpc>
                          <a:spcPct val="100000"/>
                        </a:lnSpc>
                        <a:spcBef>
                          <a:spcPts val="2460"/>
                        </a:spcBef>
                      </a:pPr>
                      <a:r>
                        <a:rPr sz="2150" spc="50" dirty="0">
                          <a:latin typeface="Segoe UI"/>
                          <a:cs typeface="Segoe UI"/>
                        </a:rPr>
                        <a:t>High</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7635" marR="133985">
                        <a:lnSpc>
                          <a:spcPct val="127899"/>
                        </a:lnSpc>
                        <a:spcBef>
                          <a:spcPts val="90"/>
                        </a:spcBef>
                        <a:tabLst>
                          <a:tab pos="1450340" algn="l"/>
                          <a:tab pos="2896870" algn="l"/>
                          <a:tab pos="4047490" algn="l"/>
                        </a:tabLst>
                      </a:pPr>
                      <a:r>
                        <a:rPr sz="2150" spc="50" dirty="0">
                          <a:latin typeface="Segoe UI"/>
                          <a:cs typeface="Segoe UI"/>
                        </a:rPr>
                        <a:t>Monitor</a:t>
                      </a:r>
                      <a:r>
                        <a:rPr sz="2150" dirty="0">
                          <a:latin typeface="Segoe UI"/>
                          <a:cs typeface="Segoe UI"/>
                        </a:rPr>
                        <a:t>	</a:t>
                      </a:r>
                      <a:r>
                        <a:rPr sz="2150" spc="45" dirty="0">
                          <a:latin typeface="Segoe UI"/>
                          <a:cs typeface="Segoe UI"/>
                        </a:rPr>
                        <a:t>expenses</a:t>
                      </a:r>
                      <a:r>
                        <a:rPr sz="2150" dirty="0">
                          <a:latin typeface="Segoe UI"/>
                          <a:cs typeface="Segoe UI"/>
                        </a:rPr>
                        <a:t>	</a:t>
                      </a:r>
                      <a:r>
                        <a:rPr sz="2150" spc="45" dirty="0">
                          <a:latin typeface="Segoe UI"/>
                          <a:cs typeface="Segoe UI"/>
                        </a:rPr>
                        <a:t>closely</a:t>
                      </a:r>
                      <a:r>
                        <a:rPr sz="2150" dirty="0">
                          <a:latin typeface="Segoe UI"/>
                          <a:cs typeface="Segoe UI"/>
                        </a:rPr>
                        <a:t>	</a:t>
                      </a:r>
                      <a:r>
                        <a:rPr sz="2150" spc="25" dirty="0">
                          <a:latin typeface="Segoe UI"/>
                          <a:cs typeface="Segoe UI"/>
                        </a:rPr>
                        <a:t>and </a:t>
                      </a:r>
                      <a:r>
                        <a:rPr sz="2150" spc="65" dirty="0" smtClean="0">
                          <a:latin typeface="Segoe UI"/>
                          <a:cs typeface="Segoe UI"/>
                        </a:rPr>
                        <a:t>allocate</a:t>
                      </a:r>
                      <a:r>
                        <a:rPr sz="2150" spc="170" dirty="0" smtClean="0">
                          <a:latin typeface="Segoe UI"/>
                          <a:cs typeface="Segoe UI"/>
                        </a:rPr>
                        <a:t> </a:t>
                      </a:r>
                      <a:r>
                        <a:rPr sz="2150" spc="40" dirty="0">
                          <a:latin typeface="Segoe UI"/>
                          <a:cs typeface="Segoe UI"/>
                        </a:rPr>
                        <a:t>funds.</a:t>
                      </a:r>
                      <a:endParaRPr sz="2150" dirty="0">
                        <a:latin typeface="Segoe UI"/>
                        <a:cs typeface="Segoe UI"/>
                      </a:endParaRPr>
                    </a:p>
                  </a:txBody>
                  <a:tcPr marL="0" marR="0" marT="1143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extLst>
                  <a:ext uri="{0D108BD9-81ED-4DB2-BD59-A6C34878D82A}">
                    <a16:rowId xmlns:a16="http://schemas.microsoft.com/office/drawing/2014/main" val="10002"/>
                  </a:ext>
                </a:extLst>
              </a:tr>
              <a:tr h="951865">
                <a:tc>
                  <a:txBody>
                    <a:bodyPr/>
                    <a:lstStyle/>
                    <a:p>
                      <a:pPr marL="123189">
                        <a:lnSpc>
                          <a:spcPct val="100000"/>
                        </a:lnSpc>
                        <a:spcBef>
                          <a:spcPts val="2460"/>
                        </a:spcBef>
                      </a:pPr>
                      <a:r>
                        <a:rPr sz="2150" spc="55" dirty="0">
                          <a:latin typeface="Segoe UI"/>
                          <a:cs typeface="Segoe UI"/>
                        </a:rPr>
                        <a:t>Security</a:t>
                      </a:r>
                      <a:r>
                        <a:rPr sz="2150" spc="180" dirty="0">
                          <a:latin typeface="Segoe UI"/>
                          <a:cs typeface="Segoe UI"/>
                        </a:rPr>
                        <a:t> </a:t>
                      </a:r>
                      <a:r>
                        <a:rPr sz="2150" spc="50" dirty="0">
                          <a:latin typeface="Segoe UI"/>
                          <a:cs typeface="Segoe UI"/>
                        </a:rPr>
                        <a:t>Breaches</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2460"/>
                        </a:spcBef>
                      </a:pPr>
                      <a:r>
                        <a:rPr sz="2150" spc="40" dirty="0">
                          <a:latin typeface="Segoe UI"/>
                          <a:cs typeface="Segoe UI"/>
                        </a:rPr>
                        <a:t>Low</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a:lnSpc>
                          <a:spcPct val="100000"/>
                        </a:lnSpc>
                        <a:spcBef>
                          <a:spcPts val="2460"/>
                        </a:spcBef>
                      </a:pPr>
                      <a:r>
                        <a:rPr sz="2150" spc="55" dirty="0">
                          <a:latin typeface="Segoe UI"/>
                          <a:cs typeface="Segoe UI"/>
                        </a:rPr>
                        <a:t>Critical</a:t>
                      </a:r>
                      <a:endParaRPr sz="2150">
                        <a:latin typeface="Segoe UI"/>
                        <a:cs typeface="Segoe UI"/>
                      </a:endParaRPr>
                    </a:p>
                  </a:txBody>
                  <a:tcPr marL="0" marR="0" marT="31242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7635" marR="132080">
                        <a:lnSpc>
                          <a:spcPct val="127899"/>
                        </a:lnSpc>
                        <a:spcBef>
                          <a:spcPts val="90"/>
                        </a:spcBef>
                        <a:tabLst>
                          <a:tab pos="1218565" algn="l"/>
                          <a:tab pos="2185670" algn="l"/>
                          <a:tab pos="3314065" algn="l"/>
                        </a:tabLst>
                      </a:pPr>
                      <a:r>
                        <a:rPr sz="2150" spc="60" dirty="0">
                          <a:latin typeface="Segoe UI"/>
                          <a:cs typeface="Segoe UI"/>
                        </a:rPr>
                        <a:t>Employ</a:t>
                      </a:r>
                      <a:r>
                        <a:rPr sz="2150" dirty="0">
                          <a:latin typeface="Segoe UI"/>
                          <a:cs typeface="Segoe UI"/>
                        </a:rPr>
                        <a:t>	</a:t>
                      </a:r>
                      <a:r>
                        <a:rPr sz="2150" spc="45" dirty="0">
                          <a:latin typeface="Segoe UI"/>
                          <a:cs typeface="Segoe UI"/>
                        </a:rPr>
                        <a:t>robust</a:t>
                      </a:r>
                      <a:r>
                        <a:rPr sz="2150" dirty="0">
                          <a:latin typeface="Segoe UI"/>
                          <a:cs typeface="Segoe UI"/>
                        </a:rPr>
                        <a:t>	</a:t>
                      </a:r>
                      <a:r>
                        <a:rPr sz="2150" spc="45" dirty="0">
                          <a:latin typeface="Segoe UI"/>
                          <a:cs typeface="Segoe UI"/>
                        </a:rPr>
                        <a:t>security</a:t>
                      </a:r>
                      <a:r>
                        <a:rPr sz="2150" dirty="0">
                          <a:latin typeface="Segoe UI"/>
                          <a:cs typeface="Segoe UI"/>
                        </a:rPr>
                        <a:t>	</a:t>
                      </a:r>
                      <a:r>
                        <a:rPr sz="2150" spc="50" dirty="0">
                          <a:latin typeface="Segoe UI"/>
                          <a:cs typeface="Segoe UI"/>
                        </a:rPr>
                        <a:t>measures and</a:t>
                      </a:r>
                      <a:r>
                        <a:rPr sz="2150" spc="155" dirty="0">
                          <a:latin typeface="Segoe UI"/>
                          <a:cs typeface="Segoe UI"/>
                        </a:rPr>
                        <a:t> </a:t>
                      </a:r>
                      <a:r>
                        <a:rPr sz="2150" spc="50" dirty="0">
                          <a:latin typeface="Segoe UI"/>
                          <a:cs typeface="Segoe UI"/>
                        </a:rPr>
                        <a:t>conduct</a:t>
                      </a:r>
                      <a:r>
                        <a:rPr sz="2150" spc="185" dirty="0">
                          <a:latin typeface="Segoe UI"/>
                          <a:cs typeface="Segoe UI"/>
                        </a:rPr>
                        <a:t> </a:t>
                      </a:r>
                      <a:r>
                        <a:rPr sz="2150" spc="60" dirty="0">
                          <a:latin typeface="Segoe UI"/>
                          <a:cs typeface="Segoe UI"/>
                        </a:rPr>
                        <a:t>regular</a:t>
                      </a:r>
                      <a:r>
                        <a:rPr sz="2150" spc="160" dirty="0">
                          <a:latin typeface="Segoe UI"/>
                          <a:cs typeface="Segoe UI"/>
                        </a:rPr>
                        <a:t> </a:t>
                      </a:r>
                      <a:r>
                        <a:rPr sz="2150" spc="50" dirty="0">
                          <a:latin typeface="Segoe UI"/>
                          <a:cs typeface="Segoe UI"/>
                        </a:rPr>
                        <a:t>audits.</a:t>
                      </a:r>
                      <a:endParaRPr sz="2150">
                        <a:latin typeface="Segoe UI"/>
                        <a:cs typeface="Segoe UI"/>
                      </a:endParaRPr>
                    </a:p>
                  </a:txBody>
                  <a:tcPr marL="0" marR="0" marT="1143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3"/>
                  </a:ext>
                </a:extLst>
              </a:tr>
              <a:tr h="1261745">
                <a:tc>
                  <a:txBody>
                    <a:bodyPr/>
                    <a:lstStyle/>
                    <a:p>
                      <a:pPr marL="123189" marR="1089025">
                        <a:lnSpc>
                          <a:spcPct val="127899"/>
                        </a:lnSpc>
                        <a:spcBef>
                          <a:spcPts val="1739"/>
                        </a:spcBef>
                      </a:pPr>
                      <a:r>
                        <a:rPr sz="2150" spc="45" dirty="0">
                          <a:latin typeface="Segoe UI"/>
                          <a:cs typeface="Segoe UI"/>
                        </a:rPr>
                        <a:t>Stakeholder </a:t>
                      </a:r>
                      <a:r>
                        <a:rPr sz="2150" spc="55" dirty="0">
                          <a:latin typeface="Segoe UI"/>
                          <a:cs typeface="Segoe UI"/>
                        </a:rPr>
                        <a:t>Misalignment</a:t>
                      </a:r>
                      <a:endParaRPr sz="2150">
                        <a:latin typeface="Segoe UI"/>
                        <a:cs typeface="Segoe UI"/>
                      </a:endParaRPr>
                    </a:p>
                  </a:txBody>
                  <a:tcPr marL="0" marR="0" marT="220979" marB="0">
                    <a:lnL w="9525">
                      <a:solidFill>
                        <a:srgbClr val="D0D6DE"/>
                      </a:solidFill>
                      <a:prstDash val="solid"/>
                    </a:lnL>
                    <a:lnR w="9525">
                      <a:solidFill>
                        <a:srgbClr val="D0D6DE"/>
                      </a:solidFill>
                      <a:prstDash val="solid"/>
                    </a:lnR>
                    <a:lnT w="9525">
                      <a:solidFill>
                        <a:srgbClr val="D0D6DE"/>
                      </a:solidFill>
                      <a:prstDash val="solid"/>
                    </a:lnT>
                    <a:solidFill>
                      <a:srgbClr val="F5F7FA"/>
                    </a:solidFill>
                  </a:tcPr>
                </a:tc>
                <a:tc>
                  <a:txBody>
                    <a:bodyPr/>
                    <a:lstStyle/>
                    <a:p>
                      <a:pPr>
                        <a:lnSpc>
                          <a:spcPct val="100000"/>
                        </a:lnSpc>
                        <a:spcBef>
                          <a:spcPts val="1639"/>
                        </a:spcBef>
                      </a:pPr>
                      <a:endParaRPr sz="2150">
                        <a:latin typeface="Times New Roman"/>
                        <a:cs typeface="Times New Roman"/>
                      </a:endParaRPr>
                    </a:p>
                    <a:p>
                      <a:pPr marL="127635">
                        <a:lnSpc>
                          <a:spcPct val="100000"/>
                        </a:lnSpc>
                      </a:pPr>
                      <a:r>
                        <a:rPr sz="2150" spc="50" dirty="0">
                          <a:latin typeface="Segoe UI"/>
                          <a:cs typeface="Segoe UI"/>
                        </a:rPr>
                        <a:t>Medium</a:t>
                      </a:r>
                      <a:endParaRPr sz="2150">
                        <a:latin typeface="Segoe UI"/>
                        <a:cs typeface="Segoe UI"/>
                      </a:endParaRPr>
                    </a:p>
                  </a:txBody>
                  <a:tcPr marL="0" marR="0" marT="208279" marB="0">
                    <a:lnL w="9525">
                      <a:solidFill>
                        <a:srgbClr val="D0D6DE"/>
                      </a:solidFill>
                      <a:prstDash val="solid"/>
                    </a:lnL>
                    <a:lnR w="9525">
                      <a:solidFill>
                        <a:srgbClr val="D0D6DE"/>
                      </a:solidFill>
                      <a:prstDash val="solid"/>
                    </a:lnR>
                    <a:lnT w="9525">
                      <a:solidFill>
                        <a:srgbClr val="D0D6DE"/>
                      </a:solidFill>
                      <a:prstDash val="solid"/>
                    </a:lnT>
                    <a:solidFill>
                      <a:srgbClr val="F5F7FA"/>
                    </a:solidFill>
                  </a:tcPr>
                </a:tc>
                <a:tc>
                  <a:txBody>
                    <a:bodyPr/>
                    <a:lstStyle/>
                    <a:p>
                      <a:pPr>
                        <a:lnSpc>
                          <a:spcPct val="100000"/>
                        </a:lnSpc>
                        <a:spcBef>
                          <a:spcPts val="1639"/>
                        </a:spcBef>
                      </a:pPr>
                      <a:endParaRPr sz="2150">
                        <a:latin typeface="Times New Roman"/>
                        <a:cs typeface="Times New Roman"/>
                      </a:endParaRPr>
                    </a:p>
                    <a:p>
                      <a:pPr marL="127635">
                        <a:lnSpc>
                          <a:spcPct val="100000"/>
                        </a:lnSpc>
                      </a:pPr>
                      <a:r>
                        <a:rPr sz="2150" spc="50" dirty="0">
                          <a:latin typeface="Segoe UI"/>
                          <a:cs typeface="Segoe UI"/>
                        </a:rPr>
                        <a:t>Medium</a:t>
                      </a:r>
                      <a:endParaRPr sz="2150">
                        <a:latin typeface="Segoe UI"/>
                        <a:cs typeface="Segoe UI"/>
                      </a:endParaRPr>
                    </a:p>
                  </a:txBody>
                  <a:tcPr marL="0" marR="0" marT="208279" marB="0">
                    <a:lnL w="9525">
                      <a:solidFill>
                        <a:srgbClr val="D0D6DE"/>
                      </a:solidFill>
                      <a:prstDash val="solid"/>
                    </a:lnL>
                    <a:lnR w="9525">
                      <a:solidFill>
                        <a:srgbClr val="D0D6DE"/>
                      </a:solidFill>
                      <a:prstDash val="solid"/>
                    </a:lnR>
                    <a:lnT w="9525">
                      <a:solidFill>
                        <a:srgbClr val="D0D6DE"/>
                      </a:solidFill>
                      <a:prstDash val="solid"/>
                    </a:lnT>
                    <a:solidFill>
                      <a:srgbClr val="F5F7FA"/>
                    </a:solidFill>
                  </a:tcPr>
                </a:tc>
                <a:tc>
                  <a:txBody>
                    <a:bodyPr/>
                    <a:lstStyle/>
                    <a:p>
                      <a:pPr marL="127635" marR="130810" algn="just">
                        <a:lnSpc>
                          <a:spcPct val="126499"/>
                        </a:lnSpc>
                        <a:spcBef>
                          <a:spcPts val="45"/>
                        </a:spcBef>
                      </a:pPr>
                      <a:r>
                        <a:rPr sz="2150" spc="70" dirty="0">
                          <a:latin typeface="Segoe UI"/>
                          <a:cs typeface="Segoe UI"/>
                        </a:rPr>
                        <a:t>Maintain</a:t>
                      </a:r>
                      <a:r>
                        <a:rPr sz="2150" spc="100" dirty="0">
                          <a:latin typeface="Segoe UI"/>
                          <a:cs typeface="Segoe UI"/>
                        </a:rPr>
                        <a:t>  </a:t>
                      </a:r>
                      <a:r>
                        <a:rPr sz="2150" spc="60" dirty="0">
                          <a:latin typeface="Segoe UI"/>
                          <a:cs typeface="Segoe UI"/>
                        </a:rPr>
                        <a:t>regular</a:t>
                      </a:r>
                      <a:r>
                        <a:rPr sz="2150" spc="110" dirty="0">
                          <a:latin typeface="Segoe UI"/>
                          <a:cs typeface="Segoe UI"/>
                        </a:rPr>
                        <a:t>  </a:t>
                      </a:r>
                      <a:r>
                        <a:rPr sz="2150" spc="55" dirty="0">
                          <a:latin typeface="Segoe UI"/>
                          <a:cs typeface="Segoe UI"/>
                        </a:rPr>
                        <a:t>communication </a:t>
                      </a:r>
                      <a:r>
                        <a:rPr sz="2150" spc="50" dirty="0">
                          <a:latin typeface="Segoe UI"/>
                          <a:cs typeface="Segoe UI"/>
                        </a:rPr>
                        <a:t>and</a:t>
                      </a:r>
                      <a:r>
                        <a:rPr sz="2150" spc="114" dirty="0">
                          <a:latin typeface="Segoe UI"/>
                          <a:cs typeface="Segoe UI"/>
                        </a:rPr>
                        <a:t>  </a:t>
                      </a:r>
                      <a:r>
                        <a:rPr sz="2150" spc="65" dirty="0">
                          <a:latin typeface="Segoe UI"/>
                          <a:cs typeface="Segoe UI"/>
                        </a:rPr>
                        <a:t>involve</a:t>
                      </a:r>
                      <a:r>
                        <a:rPr sz="2150" spc="125" dirty="0">
                          <a:latin typeface="Segoe UI"/>
                          <a:cs typeface="Segoe UI"/>
                        </a:rPr>
                        <a:t>  </a:t>
                      </a:r>
                      <a:r>
                        <a:rPr sz="2150" spc="65" dirty="0">
                          <a:latin typeface="Segoe UI"/>
                          <a:cs typeface="Segoe UI"/>
                        </a:rPr>
                        <a:t>stakeholders</a:t>
                      </a:r>
                      <a:r>
                        <a:rPr sz="2150" spc="114" dirty="0">
                          <a:latin typeface="Segoe UI"/>
                          <a:cs typeface="Segoe UI"/>
                        </a:rPr>
                        <a:t>  </a:t>
                      </a:r>
                      <a:r>
                        <a:rPr sz="2150" dirty="0">
                          <a:latin typeface="Segoe UI"/>
                          <a:cs typeface="Segoe UI"/>
                        </a:rPr>
                        <a:t>in</a:t>
                      </a:r>
                      <a:r>
                        <a:rPr sz="2150" spc="114" dirty="0">
                          <a:latin typeface="Segoe UI"/>
                          <a:cs typeface="Segoe UI"/>
                        </a:rPr>
                        <a:t>  </a:t>
                      </a:r>
                      <a:r>
                        <a:rPr sz="2150" spc="-25" dirty="0">
                          <a:latin typeface="Segoe UI"/>
                          <a:cs typeface="Segoe UI"/>
                        </a:rPr>
                        <a:t>key </a:t>
                      </a:r>
                      <a:r>
                        <a:rPr sz="2150" spc="45" dirty="0">
                          <a:latin typeface="Segoe UI"/>
                          <a:cs typeface="Segoe UI"/>
                        </a:rPr>
                        <a:t>decisions.</a:t>
                      </a:r>
                      <a:endParaRPr sz="2150" dirty="0">
                        <a:latin typeface="Segoe UI"/>
                        <a:cs typeface="Segoe UI"/>
                      </a:endParaRPr>
                    </a:p>
                  </a:txBody>
                  <a:tcPr marL="0" marR="0" marT="5715" marB="0">
                    <a:lnL w="9525">
                      <a:solidFill>
                        <a:srgbClr val="D0D6DE"/>
                      </a:solidFill>
                      <a:prstDash val="solid"/>
                    </a:lnL>
                    <a:lnR w="9525">
                      <a:solidFill>
                        <a:srgbClr val="D0D6DE"/>
                      </a:solidFill>
                      <a:prstDash val="solid"/>
                    </a:lnR>
                    <a:lnT w="9525">
                      <a:solidFill>
                        <a:srgbClr val="D0D6DE"/>
                      </a:solidFill>
                      <a:prstDash val="solid"/>
                    </a:lnT>
                    <a:solidFill>
                      <a:srgbClr val="F5F7FA"/>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457007"/>
            <a:ext cx="3523615" cy="456565"/>
          </a:xfrm>
          <a:prstGeom prst="rect">
            <a:avLst/>
          </a:prstGeom>
        </p:spPr>
        <p:txBody>
          <a:bodyPr vert="horz" wrap="square" lIns="0" tIns="15875" rIns="0" bIns="0" rtlCol="0">
            <a:spAutoFit/>
          </a:bodyPr>
          <a:lstStyle/>
          <a:p>
            <a:pPr marL="12700">
              <a:lnSpc>
                <a:spcPct val="100000"/>
              </a:lnSpc>
              <a:spcBef>
                <a:spcPts val="125"/>
              </a:spcBef>
            </a:pPr>
            <a:r>
              <a:rPr sz="2800" spc="75" dirty="0"/>
              <a:t>Approval</a:t>
            </a:r>
            <a:r>
              <a:rPr sz="2800" spc="140" dirty="0"/>
              <a:t> </a:t>
            </a:r>
            <a:r>
              <a:rPr sz="2800" spc="65" dirty="0"/>
              <a:t>Signatures</a:t>
            </a:r>
            <a:endParaRPr sz="2800"/>
          </a:p>
        </p:txBody>
      </p:sp>
      <p:graphicFrame>
        <p:nvGraphicFramePr>
          <p:cNvPr id="3" name="object 3"/>
          <p:cNvGraphicFramePr>
            <a:graphicFrameLocks noGrp="1"/>
          </p:cNvGraphicFramePr>
          <p:nvPr/>
        </p:nvGraphicFramePr>
        <p:xfrm>
          <a:off x="752474" y="2162174"/>
          <a:ext cx="9372600" cy="3225165"/>
        </p:xfrm>
        <a:graphic>
          <a:graphicData uri="http://schemas.openxmlformats.org/drawingml/2006/table">
            <a:tbl>
              <a:tblPr firstRow="1" bandRow="1">
                <a:tableStyleId>{2D5ABB26-0587-4C30-8999-92F81FD0307C}</a:tableStyleId>
              </a:tblPr>
              <a:tblGrid>
                <a:gridCol w="2400300">
                  <a:extLst>
                    <a:ext uri="{9D8B030D-6E8A-4147-A177-3AD203B41FA5}">
                      <a16:colId xmlns:a16="http://schemas.microsoft.com/office/drawing/2014/main" val="20000"/>
                    </a:ext>
                  </a:extLst>
                </a:gridCol>
                <a:gridCol w="2028825">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085975">
                  <a:extLst>
                    <a:ext uri="{9D8B030D-6E8A-4147-A177-3AD203B41FA5}">
                      <a16:colId xmlns:a16="http://schemas.microsoft.com/office/drawing/2014/main" val="20003"/>
                    </a:ext>
                  </a:extLst>
                </a:gridCol>
              </a:tblGrid>
              <a:tr h="542290">
                <a:tc>
                  <a:txBody>
                    <a:bodyPr/>
                    <a:lstStyle/>
                    <a:p>
                      <a:pPr marL="123825">
                        <a:lnSpc>
                          <a:spcPct val="100000"/>
                        </a:lnSpc>
                        <a:spcBef>
                          <a:spcPts val="810"/>
                        </a:spcBef>
                      </a:pPr>
                      <a:r>
                        <a:rPr sz="2150" spc="-20" dirty="0">
                          <a:latin typeface="Segoe UI Semibold"/>
                          <a:cs typeface="Segoe UI Semibold"/>
                        </a:rPr>
                        <a:t>Role</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40" dirty="0">
                          <a:latin typeface="Segoe UI Semibold"/>
                          <a:cs typeface="Segoe UI Semibold"/>
                        </a:rPr>
                        <a:t>Name</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60" dirty="0">
                          <a:latin typeface="Segoe UI Semibold"/>
                          <a:cs typeface="Segoe UI Semibold"/>
                        </a:rPr>
                        <a:t>Signature</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30" dirty="0">
                          <a:latin typeface="Segoe UI Semibold"/>
                          <a:cs typeface="Segoe UI Semibold"/>
                        </a:rPr>
                        <a:t>Date</a:t>
                      </a:r>
                      <a:endParaRPr sz="2150">
                        <a:latin typeface="Segoe UI Semibold"/>
                        <a:cs typeface="Segoe UI Semibold"/>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0"/>
                  </a:ext>
                </a:extLst>
              </a:tr>
              <a:tr h="532765">
                <a:tc>
                  <a:txBody>
                    <a:bodyPr/>
                    <a:lstStyle/>
                    <a:p>
                      <a:pPr marL="123825">
                        <a:lnSpc>
                          <a:spcPct val="100000"/>
                        </a:lnSpc>
                        <a:spcBef>
                          <a:spcPts val="810"/>
                        </a:spcBef>
                      </a:pPr>
                      <a:r>
                        <a:rPr sz="2150" spc="55" dirty="0">
                          <a:latin typeface="Segoe UI"/>
                          <a:cs typeface="Segoe UI"/>
                        </a:rPr>
                        <a:t>Project</a:t>
                      </a:r>
                      <a:r>
                        <a:rPr sz="2150" spc="195" dirty="0">
                          <a:latin typeface="Segoe UI"/>
                          <a:cs typeface="Segoe UI"/>
                        </a:rPr>
                        <a:t> </a:t>
                      </a:r>
                      <a:r>
                        <a:rPr sz="2150" spc="45" dirty="0">
                          <a:latin typeface="Segoe UI"/>
                          <a:cs typeface="Segoe UI"/>
                        </a:rPr>
                        <a:t>Sponsor</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50" dirty="0">
                          <a:latin typeface="Segoe UI"/>
                          <a:cs typeface="Segoe UI"/>
                        </a:rPr>
                        <a:t>Jane</a:t>
                      </a:r>
                      <a:r>
                        <a:rPr sz="2150" spc="150" dirty="0">
                          <a:latin typeface="Segoe UI"/>
                          <a:cs typeface="Segoe UI"/>
                        </a:rPr>
                        <a:t> </a:t>
                      </a:r>
                      <a:r>
                        <a:rPr sz="2150" spc="-25" dirty="0">
                          <a:latin typeface="Segoe UI"/>
                          <a:cs typeface="Segoe UI"/>
                        </a:rPr>
                        <a:t>Doe</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a:lnSpc>
                          <a:spcPct val="100000"/>
                        </a:lnSpc>
                      </a:pPr>
                      <a:endParaRPr sz="2100">
                        <a:latin typeface="Times New Roman"/>
                        <a:cs typeface="Times New Roman"/>
                      </a:endParaRPr>
                    </a:p>
                  </a:txBody>
                  <a:tcPr marL="0" marR="0" marT="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65" dirty="0">
                          <a:latin typeface="Segoe UI"/>
                          <a:cs typeface="Segoe UI"/>
                        </a:rPr>
                        <a:t>April</a:t>
                      </a:r>
                      <a:r>
                        <a:rPr sz="2150" spc="160" dirty="0">
                          <a:latin typeface="Segoe UI"/>
                          <a:cs typeface="Segoe UI"/>
                        </a:rPr>
                        <a:t> </a:t>
                      </a:r>
                      <a:r>
                        <a:rPr sz="2150" spc="65" dirty="0">
                          <a:latin typeface="Segoe UI"/>
                          <a:cs typeface="Segoe UI"/>
                        </a:rPr>
                        <a:t>25,</a:t>
                      </a:r>
                      <a:r>
                        <a:rPr sz="2150" spc="140" dirty="0">
                          <a:latin typeface="Segoe UI"/>
                          <a:cs typeface="Segoe UI"/>
                        </a:rPr>
                        <a:t> </a:t>
                      </a:r>
                      <a:r>
                        <a:rPr sz="2150" spc="55" dirty="0">
                          <a:latin typeface="Segoe UI"/>
                          <a:cs typeface="Segoe UI"/>
                        </a:rPr>
                        <a:t>2024</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1"/>
                  </a:ext>
                </a:extLst>
              </a:tr>
              <a:tr h="542290">
                <a:tc>
                  <a:txBody>
                    <a:bodyPr/>
                    <a:lstStyle/>
                    <a:p>
                      <a:pPr marL="123825">
                        <a:lnSpc>
                          <a:spcPct val="100000"/>
                        </a:lnSpc>
                        <a:spcBef>
                          <a:spcPts val="810"/>
                        </a:spcBef>
                      </a:pPr>
                      <a:r>
                        <a:rPr sz="2150" spc="55" dirty="0">
                          <a:latin typeface="Segoe UI"/>
                          <a:cs typeface="Segoe UI"/>
                        </a:rPr>
                        <a:t>Project</a:t>
                      </a:r>
                      <a:r>
                        <a:rPr sz="2150" spc="195" dirty="0">
                          <a:latin typeface="Segoe UI"/>
                          <a:cs typeface="Segoe UI"/>
                        </a:rPr>
                        <a:t> </a:t>
                      </a:r>
                      <a:r>
                        <a:rPr sz="2150" spc="55" dirty="0">
                          <a:latin typeface="Segoe UI"/>
                          <a:cs typeface="Segoe UI"/>
                        </a:rPr>
                        <a:t>Manager</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3825">
                        <a:lnSpc>
                          <a:spcPct val="100000"/>
                        </a:lnSpc>
                        <a:spcBef>
                          <a:spcPts val="810"/>
                        </a:spcBef>
                      </a:pPr>
                      <a:r>
                        <a:rPr sz="2150" dirty="0">
                          <a:latin typeface="Segoe UI"/>
                          <a:cs typeface="Segoe UI"/>
                        </a:rPr>
                        <a:t>John</a:t>
                      </a:r>
                      <a:r>
                        <a:rPr sz="2150" spc="320" dirty="0">
                          <a:latin typeface="Segoe UI"/>
                          <a:cs typeface="Segoe UI"/>
                        </a:rPr>
                        <a:t> </a:t>
                      </a:r>
                      <a:r>
                        <a:rPr sz="2150" spc="50" dirty="0">
                          <a:latin typeface="Segoe UI"/>
                          <a:cs typeface="Segoe UI"/>
                        </a:rPr>
                        <a:t>Smith</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a:lnSpc>
                          <a:spcPct val="100000"/>
                        </a:lnSpc>
                      </a:pPr>
                      <a:endParaRPr sz="2100">
                        <a:latin typeface="Times New Roman"/>
                        <a:cs typeface="Times New Roman"/>
                      </a:endParaRPr>
                    </a:p>
                  </a:txBody>
                  <a:tcPr marL="0" marR="0" marT="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3825">
                        <a:lnSpc>
                          <a:spcPct val="100000"/>
                        </a:lnSpc>
                        <a:spcBef>
                          <a:spcPts val="810"/>
                        </a:spcBef>
                      </a:pPr>
                      <a:r>
                        <a:rPr sz="2150" spc="65" dirty="0">
                          <a:latin typeface="Segoe UI"/>
                          <a:cs typeface="Segoe UI"/>
                        </a:rPr>
                        <a:t>April</a:t>
                      </a:r>
                      <a:r>
                        <a:rPr sz="2150" spc="160" dirty="0">
                          <a:latin typeface="Segoe UI"/>
                          <a:cs typeface="Segoe UI"/>
                        </a:rPr>
                        <a:t> </a:t>
                      </a:r>
                      <a:r>
                        <a:rPr sz="2150" spc="65" dirty="0">
                          <a:latin typeface="Segoe UI"/>
                          <a:cs typeface="Segoe UI"/>
                        </a:rPr>
                        <a:t>25,</a:t>
                      </a:r>
                      <a:r>
                        <a:rPr sz="2150" spc="140" dirty="0">
                          <a:latin typeface="Segoe UI"/>
                          <a:cs typeface="Segoe UI"/>
                        </a:rPr>
                        <a:t> </a:t>
                      </a:r>
                      <a:r>
                        <a:rPr sz="2150" spc="55" dirty="0">
                          <a:latin typeface="Segoe UI"/>
                          <a:cs typeface="Segoe UI"/>
                        </a:rPr>
                        <a:t>2024</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extLst>
                  <a:ext uri="{0D108BD9-81ED-4DB2-BD59-A6C34878D82A}">
                    <a16:rowId xmlns:a16="http://schemas.microsoft.com/office/drawing/2014/main" val="10002"/>
                  </a:ext>
                </a:extLst>
              </a:tr>
              <a:tr h="532765">
                <a:tc>
                  <a:txBody>
                    <a:bodyPr/>
                    <a:lstStyle/>
                    <a:p>
                      <a:pPr marL="123825">
                        <a:lnSpc>
                          <a:spcPct val="100000"/>
                        </a:lnSpc>
                        <a:spcBef>
                          <a:spcPts val="810"/>
                        </a:spcBef>
                      </a:pPr>
                      <a:r>
                        <a:rPr sz="2150" spc="70" dirty="0">
                          <a:latin typeface="Segoe UI"/>
                          <a:cs typeface="Segoe UI"/>
                        </a:rPr>
                        <a:t>Lead</a:t>
                      </a:r>
                      <a:r>
                        <a:rPr sz="2150" spc="150" dirty="0">
                          <a:latin typeface="Segoe UI"/>
                          <a:cs typeface="Segoe UI"/>
                        </a:rPr>
                        <a:t> </a:t>
                      </a:r>
                      <a:r>
                        <a:rPr sz="2150" spc="50" dirty="0">
                          <a:latin typeface="Segoe UI"/>
                          <a:cs typeface="Segoe UI"/>
                        </a:rPr>
                        <a:t>Developer</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60" dirty="0">
                          <a:latin typeface="Segoe UI"/>
                          <a:cs typeface="Segoe UI"/>
                        </a:rPr>
                        <a:t>Alice</a:t>
                      </a:r>
                      <a:r>
                        <a:rPr sz="2150" spc="160" dirty="0">
                          <a:latin typeface="Segoe UI"/>
                          <a:cs typeface="Segoe UI"/>
                        </a:rPr>
                        <a:t> </a:t>
                      </a:r>
                      <a:r>
                        <a:rPr sz="2150" spc="40" dirty="0">
                          <a:latin typeface="Segoe UI"/>
                          <a:cs typeface="Segoe UI"/>
                        </a:rPr>
                        <a:t>Johnson</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a:lnSpc>
                          <a:spcPct val="100000"/>
                        </a:lnSpc>
                      </a:pPr>
                      <a:endParaRPr sz="2100">
                        <a:latin typeface="Times New Roman"/>
                        <a:cs typeface="Times New Roman"/>
                      </a:endParaRPr>
                    </a:p>
                  </a:txBody>
                  <a:tcPr marL="0" marR="0" marT="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65" dirty="0">
                          <a:latin typeface="Segoe UI"/>
                          <a:cs typeface="Segoe UI"/>
                        </a:rPr>
                        <a:t>April</a:t>
                      </a:r>
                      <a:r>
                        <a:rPr sz="2150" spc="160" dirty="0">
                          <a:latin typeface="Segoe UI"/>
                          <a:cs typeface="Segoe UI"/>
                        </a:rPr>
                        <a:t> </a:t>
                      </a:r>
                      <a:r>
                        <a:rPr sz="2150" spc="65" dirty="0">
                          <a:latin typeface="Segoe UI"/>
                          <a:cs typeface="Segoe UI"/>
                        </a:rPr>
                        <a:t>25,</a:t>
                      </a:r>
                      <a:r>
                        <a:rPr sz="2150" spc="140" dirty="0">
                          <a:latin typeface="Segoe UI"/>
                          <a:cs typeface="Segoe UI"/>
                        </a:rPr>
                        <a:t> </a:t>
                      </a:r>
                      <a:r>
                        <a:rPr sz="2150" spc="55" dirty="0">
                          <a:latin typeface="Segoe UI"/>
                          <a:cs typeface="Segoe UI"/>
                        </a:rPr>
                        <a:t>2024</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3"/>
                  </a:ext>
                </a:extLst>
              </a:tr>
              <a:tr h="542290">
                <a:tc>
                  <a:txBody>
                    <a:bodyPr/>
                    <a:lstStyle/>
                    <a:p>
                      <a:pPr marL="123825">
                        <a:lnSpc>
                          <a:spcPct val="100000"/>
                        </a:lnSpc>
                        <a:spcBef>
                          <a:spcPts val="810"/>
                        </a:spcBef>
                      </a:pPr>
                      <a:r>
                        <a:rPr sz="2150" spc="70" dirty="0">
                          <a:latin typeface="Segoe UI"/>
                          <a:cs typeface="Segoe UI"/>
                        </a:rPr>
                        <a:t>UI/UX</a:t>
                      </a:r>
                      <a:r>
                        <a:rPr sz="2150" spc="155" dirty="0">
                          <a:latin typeface="Segoe UI"/>
                          <a:cs typeface="Segoe UI"/>
                        </a:rPr>
                        <a:t> </a:t>
                      </a:r>
                      <a:r>
                        <a:rPr sz="2150" spc="45" dirty="0">
                          <a:latin typeface="Segoe UI"/>
                          <a:cs typeface="Segoe UI"/>
                        </a:rPr>
                        <a:t>Designer</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3825">
                        <a:lnSpc>
                          <a:spcPct val="100000"/>
                        </a:lnSpc>
                        <a:spcBef>
                          <a:spcPts val="810"/>
                        </a:spcBef>
                      </a:pPr>
                      <a:r>
                        <a:rPr sz="2150" spc="60" dirty="0">
                          <a:latin typeface="Segoe UI"/>
                          <a:cs typeface="Segoe UI"/>
                        </a:rPr>
                        <a:t>Mark</a:t>
                      </a:r>
                      <a:r>
                        <a:rPr sz="2150" spc="130" dirty="0">
                          <a:latin typeface="Segoe UI"/>
                          <a:cs typeface="Segoe UI"/>
                        </a:rPr>
                        <a:t> </a:t>
                      </a:r>
                      <a:r>
                        <a:rPr sz="2150" spc="35" dirty="0">
                          <a:latin typeface="Segoe UI"/>
                          <a:cs typeface="Segoe UI"/>
                        </a:rPr>
                        <a:t>Lee</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a:lnSpc>
                          <a:spcPct val="100000"/>
                        </a:lnSpc>
                      </a:pPr>
                      <a:endParaRPr sz="2100">
                        <a:latin typeface="Times New Roman"/>
                        <a:cs typeface="Times New Roman"/>
                      </a:endParaRPr>
                    </a:p>
                  </a:txBody>
                  <a:tcPr marL="0" marR="0" marT="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tc>
                  <a:txBody>
                    <a:bodyPr/>
                    <a:lstStyle/>
                    <a:p>
                      <a:pPr marL="123825">
                        <a:lnSpc>
                          <a:spcPct val="100000"/>
                        </a:lnSpc>
                        <a:spcBef>
                          <a:spcPts val="810"/>
                        </a:spcBef>
                      </a:pPr>
                      <a:r>
                        <a:rPr sz="2150" spc="65" dirty="0">
                          <a:latin typeface="Segoe UI"/>
                          <a:cs typeface="Segoe UI"/>
                        </a:rPr>
                        <a:t>April</a:t>
                      </a:r>
                      <a:r>
                        <a:rPr sz="2150" spc="160" dirty="0">
                          <a:latin typeface="Segoe UI"/>
                          <a:cs typeface="Segoe UI"/>
                        </a:rPr>
                        <a:t> </a:t>
                      </a:r>
                      <a:r>
                        <a:rPr sz="2150" spc="65" dirty="0">
                          <a:latin typeface="Segoe UI"/>
                          <a:cs typeface="Segoe UI"/>
                        </a:rPr>
                        <a:t>25,</a:t>
                      </a:r>
                      <a:r>
                        <a:rPr sz="2150" spc="140" dirty="0">
                          <a:latin typeface="Segoe UI"/>
                          <a:cs typeface="Segoe UI"/>
                        </a:rPr>
                        <a:t> </a:t>
                      </a:r>
                      <a:r>
                        <a:rPr sz="2150" spc="55" dirty="0">
                          <a:latin typeface="Segoe UI"/>
                          <a:cs typeface="Segoe UI"/>
                        </a:rPr>
                        <a:t>2024</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solidFill>
                      <a:srgbClr val="F5F7FA"/>
                    </a:solidFill>
                  </a:tcPr>
                </a:tc>
                <a:extLst>
                  <a:ext uri="{0D108BD9-81ED-4DB2-BD59-A6C34878D82A}">
                    <a16:rowId xmlns:a16="http://schemas.microsoft.com/office/drawing/2014/main" val="10004"/>
                  </a:ext>
                </a:extLst>
              </a:tr>
              <a:tr h="532765">
                <a:tc>
                  <a:txBody>
                    <a:bodyPr/>
                    <a:lstStyle/>
                    <a:p>
                      <a:pPr marL="123825">
                        <a:lnSpc>
                          <a:spcPct val="100000"/>
                        </a:lnSpc>
                        <a:spcBef>
                          <a:spcPts val="810"/>
                        </a:spcBef>
                      </a:pPr>
                      <a:r>
                        <a:rPr sz="2150" spc="65" dirty="0">
                          <a:latin typeface="Segoe UI"/>
                          <a:cs typeface="Segoe UI"/>
                        </a:rPr>
                        <a:t>Marketing</a:t>
                      </a:r>
                      <a:r>
                        <a:rPr sz="2150" spc="155" dirty="0">
                          <a:latin typeface="Segoe UI"/>
                          <a:cs typeface="Segoe UI"/>
                        </a:rPr>
                        <a:t> </a:t>
                      </a:r>
                      <a:r>
                        <a:rPr sz="2150" spc="50" dirty="0">
                          <a:latin typeface="Segoe UI"/>
                          <a:cs typeface="Segoe UI"/>
                        </a:rPr>
                        <a:t>Lead</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50" dirty="0">
                          <a:latin typeface="Segoe UI"/>
                          <a:cs typeface="Segoe UI"/>
                        </a:rPr>
                        <a:t>Sara</a:t>
                      </a:r>
                      <a:r>
                        <a:rPr sz="2150" spc="180" dirty="0">
                          <a:latin typeface="Segoe UI"/>
                          <a:cs typeface="Segoe UI"/>
                        </a:rPr>
                        <a:t> </a:t>
                      </a:r>
                      <a:r>
                        <a:rPr sz="2150" spc="30" dirty="0">
                          <a:latin typeface="Segoe UI"/>
                          <a:cs typeface="Segoe UI"/>
                        </a:rPr>
                        <a:t>Kim</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a:lnSpc>
                          <a:spcPct val="100000"/>
                        </a:lnSpc>
                      </a:pPr>
                      <a:endParaRPr sz="2100">
                        <a:latin typeface="Times New Roman"/>
                        <a:cs typeface="Times New Roman"/>
                      </a:endParaRPr>
                    </a:p>
                  </a:txBody>
                  <a:tcPr marL="0" marR="0" marT="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tc>
                  <a:txBody>
                    <a:bodyPr/>
                    <a:lstStyle/>
                    <a:p>
                      <a:pPr marL="123825">
                        <a:lnSpc>
                          <a:spcPct val="100000"/>
                        </a:lnSpc>
                        <a:spcBef>
                          <a:spcPts val="810"/>
                        </a:spcBef>
                      </a:pPr>
                      <a:r>
                        <a:rPr sz="2150" spc="65" dirty="0">
                          <a:latin typeface="Segoe UI"/>
                          <a:cs typeface="Segoe UI"/>
                        </a:rPr>
                        <a:t>April</a:t>
                      </a:r>
                      <a:r>
                        <a:rPr sz="2150" spc="160" dirty="0">
                          <a:latin typeface="Segoe UI"/>
                          <a:cs typeface="Segoe UI"/>
                        </a:rPr>
                        <a:t> </a:t>
                      </a:r>
                      <a:r>
                        <a:rPr sz="2150" spc="65" dirty="0">
                          <a:latin typeface="Segoe UI"/>
                          <a:cs typeface="Segoe UI"/>
                        </a:rPr>
                        <a:t>25,</a:t>
                      </a:r>
                      <a:r>
                        <a:rPr sz="2150" spc="140" dirty="0">
                          <a:latin typeface="Segoe UI"/>
                          <a:cs typeface="Segoe UI"/>
                        </a:rPr>
                        <a:t> </a:t>
                      </a:r>
                      <a:r>
                        <a:rPr sz="2150" spc="55" dirty="0">
                          <a:latin typeface="Segoe UI"/>
                          <a:cs typeface="Segoe UI"/>
                        </a:rPr>
                        <a:t>2024</a:t>
                      </a:r>
                      <a:endParaRPr sz="2150">
                        <a:latin typeface="Segoe UI"/>
                        <a:cs typeface="Segoe UI"/>
                      </a:endParaRPr>
                    </a:p>
                  </a:txBody>
                  <a:tcPr marL="0" marR="0" marT="102870" marB="0">
                    <a:lnL w="9525">
                      <a:solidFill>
                        <a:srgbClr val="D0D6DE"/>
                      </a:solidFill>
                      <a:prstDash val="solid"/>
                    </a:lnL>
                    <a:lnR w="9525">
                      <a:solidFill>
                        <a:srgbClr val="D0D6DE"/>
                      </a:solidFill>
                      <a:prstDash val="solid"/>
                    </a:lnR>
                    <a:lnT w="9525">
                      <a:solidFill>
                        <a:srgbClr val="D0D6DE"/>
                      </a:solidFill>
                      <a:prstDash val="solid"/>
                    </a:lnT>
                    <a:lnB w="9525">
                      <a:solidFill>
                        <a:srgbClr val="D0D6DE"/>
                      </a:solidFill>
                      <a:prstDash val="solid"/>
                    </a:lnB>
                  </a:tcPr>
                </a:tc>
                <a:extLst>
                  <a:ext uri="{0D108BD9-81ED-4DB2-BD59-A6C34878D82A}">
                    <a16:rowId xmlns:a16="http://schemas.microsoft.com/office/drawing/2014/main" val="10005"/>
                  </a:ext>
                </a:extLst>
              </a:tr>
            </a:tbl>
          </a:graphicData>
        </a:graphic>
      </p:graphicFrame>
      <p:sp>
        <p:nvSpPr>
          <p:cNvPr id="4" name="object 4"/>
          <p:cNvSpPr/>
          <p:nvPr/>
        </p:nvSpPr>
        <p:spPr>
          <a:xfrm>
            <a:off x="5310187" y="3118133"/>
            <a:ext cx="2591435" cy="0"/>
          </a:xfrm>
          <a:custGeom>
            <a:avLst/>
            <a:gdLst/>
            <a:ahLst/>
            <a:cxnLst/>
            <a:rect l="l" t="t" r="r" b="b"/>
            <a:pathLst>
              <a:path w="2591434">
                <a:moveTo>
                  <a:pt x="0" y="0"/>
                </a:moveTo>
                <a:lnTo>
                  <a:pt x="2591144" y="0"/>
                </a:lnTo>
              </a:path>
            </a:pathLst>
          </a:custGeom>
          <a:ln w="16046">
            <a:solidFill>
              <a:srgbClr val="000000"/>
            </a:solidFill>
          </a:ln>
        </p:spPr>
        <p:txBody>
          <a:bodyPr wrap="square" lIns="0" tIns="0" rIns="0" bIns="0" rtlCol="0"/>
          <a:lstStyle/>
          <a:p>
            <a:endParaRPr/>
          </a:p>
        </p:txBody>
      </p:sp>
      <p:sp>
        <p:nvSpPr>
          <p:cNvPr id="5" name="object 5"/>
          <p:cNvSpPr/>
          <p:nvPr/>
        </p:nvSpPr>
        <p:spPr>
          <a:xfrm>
            <a:off x="5310187" y="3651533"/>
            <a:ext cx="2591435" cy="0"/>
          </a:xfrm>
          <a:custGeom>
            <a:avLst/>
            <a:gdLst/>
            <a:ahLst/>
            <a:cxnLst/>
            <a:rect l="l" t="t" r="r" b="b"/>
            <a:pathLst>
              <a:path w="2591434">
                <a:moveTo>
                  <a:pt x="0" y="0"/>
                </a:moveTo>
                <a:lnTo>
                  <a:pt x="2591144" y="0"/>
                </a:lnTo>
              </a:path>
            </a:pathLst>
          </a:custGeom>
          <a:ln w="16046">
            <a:solidFill>
              <a:srgbClr val="000000"/>
            </a:solidFill>
          </a:ln>
        </p:spPr>
        <p:txBody>
          <a:bodyPr wrap="square" lIns="0" tIns="0" rIns="0" bIns="0" rtlCol="0"/>
          <a:lstStyle/>
          <a:p>
            <a:endParaRPr/>
          </a:p>
        </p:txBody>
      </p:sp>
      <p:sp>
        <p:nvSpPr>
          <p:cNvPr id="6" name="object 6"/>
          <p:cNvSpPr/>
          <p:nvPr/>
        </p:nvSpPr>
        <p:spPr>
          <a:xfrm>
            <a:off x="5310187" y="4194458"/>
            <a:ext cx="2591435" cy="0"/>
          </a:xfrm>
          <a:custGeom>
            <a:avLst/>
            <a:gdLst/>
            <a:ahLst/>
            <a:cxnLst/>
            <a:rect l="l" t="t" r="r" b="b"/>
            <a:pathLst>
              <a:path w="2591434">
                <a:moveTo>
                  <a:pt x="0" y="0"/>
                </a:moveTo>
                <a:lnTo>
                  <a:pt x="2591144" y="0"/>
                </a:lnTo>
              </a:path>
            </a:pathLst>
          </a:custGeom>
          <a:ln w="16046">
            <a:solidFill>
              <a:srgbClr val="000000"/>
            </a:solidFill>
          </a:ln>
        </p:spPr>
        <p:txBody>
          <a:bodyPr wrap="square" lIns="0" tIns="0" rIns="0" bIns="0" rtlCol="0"/>
          <a:lstStyle/>
          <a:p>
            <a:endParaRPr/>
          </a:p>
        </p:txBody>
      </p:sp>
      <p:sp>
        <p:nvSpPr>
          <p:cNvPr id="7" name="object 7"/>
          <p:cNvSpPr/>
          <p:nvPr/>
        </p:nvSpPr>
        <p:spPr>
          <a:xfrm>
            <a:off x="5310187" y="4727858"/>
            <a:ext cx="2591435" cy="0"/>
          </a:xfrm>
          <a:custGeom>
            <a:avLst/>
            <a:gdLst/>
            <a:ahLst/>
            <a:cxnLst/>
            <a:rect l="l" t="t" r="r" b="b"/>
            <a:pathLst>
              <a:path w="2591434">
                <a:moveTo>
                  <a:pt x="0" y="0"/>
                </a:moveTo>
                <a:lnTo>
                  <a:pt x="2591144" y="0"/>
                </a:lnTo>
              </a:path>
            </a:pathLst>
          </a:custGeom>
          <a:ln w="16046">
            <a:solidFill>
              <a:srgbClr val="000000"/>
            </a:solidFill>
          </a:ln>
        </p:spPr>
        <p:txBody>
          <a:bodyPr wrap="square" lIns="0" tIns="0" rIns="0" bIns="0" rtlCol="0"/>
          <a:lstStyle/>
          <a:p>
            <a:endParaRPr/>
          </a:p>
        </p:txBody>
      </p:sp>
      <p:sp>
        <p:nvSpPr>
          <p:cNvPr id="8" name="object 8"/>
          <p:cNvSpPr/>
          <p:nvPr/>
        </p:nvSpPr>
        <p:spPr>
          <a:xfrm>
            <a:off x="5310187" y="5270783"/>
            <a:ext cx="2591435" cy="0"/>
          </a:xfrm>
          <a:custGeom>
            <a:avLst/>
            <a:gdLst/>
            <a:ahLst/>
            <a:cxnLst/>
            <a:rect l="l" t="t" r="r" b="b"/>
            <a:pathLst>
              <a:path w="2591434">
                <a:moveTo>
                  <a:pt x="0" y="0"/>
                </a:moveTo>
                <a:lnTo>
                  <a:pt x="2591144" y="0"/>
                </a:lnTo>
              </a:path>
            </a:pathLst>
          </a:custGeom>
          <a:ln w="16046">
            <a:solidFill>
              <a:srgbClr val="000000"/>
            </a:solidFill>
          </a:ln>
        </p:spPr>
        <p:txBody>
          <a:bodyPr wrap="square" lIns="0" tIns="0" rIns="0" bIns="0" rtlCol="0"/>
          <a:lstStyle/>
          <a:p>
            <a:endParaRPr/>
          </a:p>
        </p:txBody>
      </p:sp>
      <p:sp>
        <p:nvSpPr>
          <p:cNvPr id="9" name="object 9"/>
          <p:cNvSpPr txBox="1"/>
          <p:nvPr/>
        </p:nvSpPr>
        <p:spPr>
          <a:xfrm>
            <a:off x="11626849" y="6322391"/>
            <a:ext cx="282575" cy="329565"/>
          </a:xfrm>
          <a:prstGeom prst="rect">
            <a:avLst/>
          </a:prstGeom>
        </p:spPr>
        <p:txBody>
          <a:bodyPr vert="horz" wrap="square" lIns="0" tIns="30480" rIns="0" bIns="0" rtlCol="0">
            <a:spAutoFit/>
          </a:bodyPr>
          <a:lstStyle/>
          <a:p>
            <a:pPr marL="12700">
              <a:lnSpc>
                <a:spcPct val="100000"/>
              </a:lnSpc>
              <a:spcBef>
                <a:spcPts val="240"/>
              </a:spcBef>
            </a:pPr>
            <a:r>
              <a:rPr sz="1800" spc="-25" dirty="0">
                <a:solidFill>
                  <a:srgbClr val="777777"/>
                </a:solidFill>
                <a:latin typeface="Segoe UI"/>
                <a:cs typeface="Segoe UI"/>
              </a:rPr>
              <a:t>20</a:t>
            </a:r>
            <a:endParaRPr sz="1800">
              <a:latin typeface="Segoe UI"/>
              <a:cs typeface="Segoe UI"/>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276032"/>
            <a:ext cx="8316595" cy="456565"/>
          </a:xfrm>
          <a:prstGeom prst="rect">
            <a:avLst/>
          </a:prstGeom>
        </p:spPr>
        <p:txBody>
          <a:bodyPr vert="horz" wrap="square" lIns="0" tIns="15875" rIns="0" bIns="0" rtlCol="0">
            <a:spAutoFit/>
          </a:bodyPr>
          <a:lstStyle/>
          <a:p>
            <a:pPr marL="12700">
              <a:lnSpc>
                <a:spcPct val="100000"/>
              </a:lnSpc>
              <a:spcBef>
                <a:spcPts val="125"/>
              </a:spcBef>
            </a:pPr>
            <a:r>
              <a:rPr sz="2800" spc="50" dirty="0"/>
              <a:t>2.</a:t>
            </a:r>
            <a:r>
              <a:rPr sz="2800" spc="130" dirty="0"/>
              <a:t> </a:t>
            </a:r>
            <a:r>
              <a:rPr sz="2800" spc="75" dirty="0"/>
              <a:t>How</a:t>
            </a:r>
            <a:r>
              <a:rPr sz="2800" spc="175" dirty="0"/>
              <a:t> </a:t>
            </a:r>
            <a:r>
              <a:rPr sz="2800" spc="60" dirty="0"/>
              <a:t>the</a:t>
            </a:r>
            <a:r>
              <a:rPr sz="2800" spc="135" dirty="0"/>
              <a:t> </a:t>
            </a:r>
            <a:r>
              <a:rPr sz="2800" spc="70" dirty="0"/>
              <a:t>Project</a:t>
            </a:r>
            <a:r>
              <a:rPr sz="2800" spc="165" dirty="0"/>
              <a:t> </a:t>
            </a:r>
            <a:r>
              <a:rPr sz="2800" spc="90" dirty="0"/>
              <a:t>Charter</a:t>
            </a:r>
            <a:r>
              <a:rPr sz="2800" spc="145" dirty="0"/>
              <a:t> </a:t>
            </a:r>
            <a:r>
              <a:rPr sz="2800" spc="75" dirty="0"/>
              <a:t>Integrates</a:t>
            </a:r>
            <a:r>
              <a:rPr sz="2800" spc="120" dirty="0"/>
              <a:t> </a:t>
            </a:r>
            <a:r>
              <a:rPr sz="2800" spc="80" dirty="0"/>
              <a:t>with</a:t>
            </a:r>
            <a:r>
              <a:rPr sz="2800" spc="140" dirty="0"/>
              <a:t> </a:t>
            </a:r>
            <a:r>
              <a:rPr sz="2800" spc="40" dirty="0"/>
              <a:t>SDLC</a:t>
            </a:r>
            <a:endParaRPr sz="2800"/>
          </a:p>
        </p:txBody>
      </p:sp>
      <p:pic>
        <p:nvPicPr>
          <p:cNvPr id="3" name="object 3"/>
          <p:cNvPicPr/>
          <p:nvPr/>
        </p:nvPicPr>
        <p:blipFill>
          <a:blip r:embed="rId2" cstate="print"/>
          <a:stretch>
            <a:fillRect/>
          </a:stretch>
        </p:blipFill>
        <p:spPr>
          <a:xfrm>
            <a:off x="1038225" y="3124199"/>
            <a:ext cx="104774" cy="104774"/>
          </a:xfrm>
          <a:prstGeom prst="rect">
            <a:avLst/>
          </a:prstGeom>
        </p:spPr>
      </p:pic>
      <p:pic>
        <p:nvPicPr>
          <p:cNvPr id="4" name="object 4"/>
          <p:cNvPicPr/>
          <p:nvPr/>
        </p:nvPicPr>
        <p:blipFill>
          <a:blip r:embed="rId2" cstate="print"/>
          <a:stretch>
            <a:fillRect/>
          </a:stretch>
        </p:blipFill>
        <p:spPr>
          <a:xfrm>
            <a:off x="1038225" y="4019549"/>
            <a:ext cx="104774" cy="104774"/>
          </a:xfrm>
          <a:prstGeom prst="rect">
            <a:avLst/>
          </a:prstGeom>
        </p:spPr>
      </p:pic>
      <p:pic>
        <p:nvPicPr>
          <p:cNvPr id="5" name="object 5"/>
          <p:cNvPicPr/>
          <p:nvPr/>
        </p:nvPicPr>
        <p:blipFill>
          <a:blip r:embed="rId2" cstate="print"/>
          <a:stretch>
            <a:fillRect/>
          </a:stretch>
        </p:blipFill>
        <p:spPr>
          <a:xfrm>
            <a:off x="1038225" y="4914899"/>
            <a:ext cx="104774" cy="104774"/>
          </a:xfrm>
          <a:prstGeom prst="rect">
            <a:avLst/>
          </a:prstGeom>
        </p:spPr>
      </p:pic>
      <p:sp>
        <p:nvSpPr>
          <p:cNvPr id="6" name="object 6"/>
          <p:cNvSpPr txBox="1">
            <a:spLocks noGrp="1"/>
          </p:cNvSpPr>
          <p:nvPr>
            <p:ph type="body" idx="1"/>
          </p:nvPr>
        </p:nvSpPr>
        <p:spPr>
          <a:prstGeom prst="rect">
            <a:avLst/>
          </a:prstGeom>
        </p:spPr>
        <p:txBody>
          <a:bodyPr vert="horz" wrap="square" lIns="0" tIns="75882" rIns="0" bIns="0" rtlCol="0">
            <a:spAutoFit/>
          </a:bodyPr>
          <a:lstStyle/>
          <a:p>
            <a:pPr marL="12700" marR="5080">
              <a:lnSpc>
                <a:spcPct val="125000"/>
              </a:lnSpc>
              <a:spcBef>
                <a:spcPts val="95"/>
              </a:spcBef>
            </a:pPr>
            <a:r>
              <a:rPr dirty="0"/>
              <a:t>The</a:t>
            </a:r>
            <a:r>
              <a:rPr spc="385" dirty="0"/>
              <a:t> </a:t>
            </a:r>
            <a:r>
              <a:rPr spc="60" dirty="0"/>
              <a:t>project</a:t>
            </a:r>
            <a:r>
              <a:rPr spc="420" dirty="0"/>
              <a:t> </a:t>
            </a:r>
            <a:r>
              <a:rPr spc="60" dirty="0"/>
              <a:t>charter</a:t>
            </a:r>
            <a:r>
              <a:rPr spc="395" dirty="0"/>
              <a:t> </a:t>
            </a:r>
            <a:r>
              <a:rPr spc="65" dirty="0"/>
              <a:t>primarily</a:t>
            </a:r>
            <a:r>
              <a:rPr spc="405" dirty="0"/>
              <a:t> </a:t>
            </a:r>
            <a:r>
              <a:rPr spc="60" dirty="0"/>
              <a:t>aligns</a:t>
            </a:r>
            <a:r>
              <a:rPr spc="385" dirty="0"/>
              <a:t> </a:t>
            </a:r>
            <a:r>
              <a:rPr spc="65" dirty="0"/>
              <a:t>with</a:t>
            </a:r>
            <a:r>
              <a:rPr spc="370" dirty="0"/>
              <a:t> </a:t>
            </a:r>
            <a:r>
              <a:rPr spc="50" dirty="0"/>
              <a:t>the</a:t>
            </a:r>
            <a:r>
              <a:rPr spc="395" dirty="0"/>
              <a:t> </a:t>
            </a:r>
            <a:r>
              <a:rPr spc="75" dirty="0">
                <a:latin typeface="Segoe UI Semibold"/>
                <a:cs typeface="Segoe UI Semibold"/>
              </a:rPr>
              <a:t>Planning</a:t>
            </a:r>
            <a:r>
              <a:rPr spc="365" dirty="0">
                <a:latin typeface="Segoe UI Semibold"/>
                <a:cs typeface="Segoe UI Semibold"/>
              </a:rPr>
              <a:t> </a:t>
            </a:r>
            <a:r>
              <a:rPr spc="55" dirty="0"/>
              <a:t>phase</a:t>
            </a:r>
            <a:r>
              <a:rPr spc="395" dirty="0"/>
              <a:t> </a:t>
            </a:r>
            <a:r>
              <a:rPr dirty="0"/>
              <a:t>of</a:t>
            </a:r>
            <a:r>
              <a:rPr spc="400" dirty="0"/>
              <a:t> </a:t>
            </a:r>
            <a:r>
              <a:rPr spc="50" dirty="0"/>
              <a:t>the</a:t>
            </a:r>
            <a:r>
              <a:rPr spc="390" dirty="0"/>
              <a:t> </a:t>
            </a:r>
            <a:r>
              <a:rPr dirty="0"/>
              <a:t>SDLC.</a:t>
            </a:r>
            <a:r>
              <a:rPr spc="385" dirty="0"/>
              <a:t> </a:t>
            </a:r>
            <a:r>
              <a:rPr spc="50" dirty="0"/>
              <a:t>It</a:t>
            </a:r>
            <a:r>
              <a:rPr spc="420" dirty="0"/>
              <a:t> </a:t>
            </a:r>
            <a:r>
              <a:rPr spc="35" dirty="0"/>
              <a:t>sets </a:t>
            </a:r>
            <a:r>
              <a:rPr spc="50" dirty="0"/>
              <a:t>the</a:t>
            </a:r>
            <a:r>
              <a:rPr spc="155" dirty="0"/>
              <a:t> </a:t>
            </a:r>
            <a:r>
              <a:rPr spc="65" dirty="0"/>
              <a:t>foundation</a:t>
            </a:r>
            <a:r>
              <a:rPr spc="135" dirty="0"/>
              <a:t> </a:t>
            </a:r>
            <a:r>
              <a:rPr spc="30" dirty="0"/>
              <a:t>by:</a:t>
            </a:r>
          </a:p>
          <a:p>
            <a:pPr marL="564515" marR="6985">
              <a:lnSpc>
                <a:spcPct val="125000"/>
              </a:lnSpc>
              <a:spcBef>
                <a:spcPts val="1275"/>
              </a:spcBef>
              <a:tabLst>
                <a:tab pos="1899285" algn="l"/>
                <a:tab pos="3481704" algn="l"/>
                <a:tab pos="4159250" algn="l"/>
                <a:tab pos="5217795" algn="l"/>
                <a:tab pos="6285865" algn="l"/>
                <a:tab pos="6887209" algn="l"/>
                <a:tab pos="8783955" algn="l"/>
                <a:tab pos="10222865" algn="l"/>
              </a:tabLst>
            </a:pPr>
            <a:r>
              <a:rPr spc="70" dirty="0">
                <a:latin typeface="Segoe UI Semibold"/>
                <a:cs typeface="Segoe UI Semibold"/>
              </a:rPr>
              <a:t>Defining</a:t>
            </a:r>
            <a:r>
              <a:rPr dirty="0">
                <a:latin typeface="Segoe UI Semibold"/>
                <a:cs typeface="Segoe UI Semibold"/>
              </a:rPr>
              <a:t>	</a:t>
            </a:r>
            <a:r>
              <a:rPr spc="60" dirty="0">
                <a:latin typeface="Segoe UI Semibold"/>
                <a:cs typeface="Segoe UI Semibold"/>
              </a:rPr>
              <a:t>Objectives</a:t>
            </a:r>
            <a:r>
              <a:rPr dirty="0">
                <a:latin typeface="Segoe UI Semibold"/>
                <a:cs typeface="Segoe UI Semibold"/>
              </a:rPr>
              <a:t>	</a:t>
            </a:r>
            <a:r>
              <a:rPr spc="25" dirty="0">
                <a:latin typeface="Segoe UI Semibold"/>
                <a:cs typeface="Segoe UI Semibold"/>
              </a:rPr>
              <a:t>and</a:t>
            </a:r>
            <a:r>
              <a:rPr dirty="0">
                <a:latin typeface="Segoe UI Semibold"/>
                <a:cs typeface="Segoe UI Semibold"/>
              </a:rPr>
              <a:t>	</a:t>
            </a:r>
            <a:r>
              <a:rPr spc="45" dirty="0">
                <a:latin typeface="Segoe UI Semibold"/>
                <a:cs typeface="Segoe UI Semibold"/>
              </a:rPr>
              <a:t>Scope:</a:t>
            </a:r>
            <a:r>
              <a:rPr dirty="0">
                <a:latin typeface="Segoe UI Semibold"/>
                <a:cs typeface="Segoe UI Semibold"/>
              </a:rPr>
              <a:t>	</a:t>
            </a:r>
            <a:r>
              <a:rPr spc="50" dirty="0"/>
              <a:t>Guides</a:t>
            </a:r>
            <a:r>
              <a:rPr dirty="0"/>
              <a:t>	</a:t>
            </a:r>
            <a:r>
              <a:rPr spc="25" dirty="0"/>
              <a:t>the</a:t>
            </a:r>
            <a:r>
              <a:rPr dirty="0"/>
              <a:t>	</a:t>
            </a:r>
            <a:r>
              <a:rPr spc="55" dirty="0"/>
              <a:t>requirements</a:t>
            </a:r>
            <a:r>
              <a:rPr dirty="0"/>
              <a:t>	</a:t>
            </a:r>
            <a:r>
              <a:rPr spc="50" dirty="0"/>
              <a:t>gathering</a:t>
            </a:r>
            <a:r>
              <a:rPr dirty="0"/>
              <a:t>	</a:t>
            </a:r>
            <a:r>
              <a:rPr spc="25" dirty="0"/>
              <a:t>and </a:t>
            </a:r>
            <a:r>
              <a:rPr spc="50" dirty="0"/>
              <a:t>analysis.</a:t>
            </a:r>
          </a:p>
          <a:p>
            <a:pPr marL="564515" marR="6350">
              <a:lnSpc>
                <a:spcPct val="127899"/>
              </a:lnSpc>
              <a:spcBef>
                <a:spcPts val="525"/>
              </a:spcBef>
              <a:tabLst>
                <a:tab pos="2148840" algn="l"/>
                <a:tab pos="3790950" algn="l"/>
                <a:tab pos="4994275" algn="l"/>
                <a:tab pos="5740400" algn="l"/>
                <a:tab pos="6381750" algn="l"/>
                <a:tab pos="7223125" algn="l"/>
                <a:tab pos="8721725" algn="l"/>
                <a:tab pos="9429750" algn="l"/>
                <a:tab pos="10299700" algn="l"/>
              </a:tabLst>
            </a:pPr>
            <a:r>
              <a:rPr spc="60" dirty="0">
                <a:latin typeface="Segoe UI Semibold"/>
                <a:cs typeface="Segoe UI Semibold"/>
              </a:rPr>
              <a:t>Allocating</a:t>
            </a:r>
            <a:r>
              <a:rPr dirty="0">
                <a:latin typeface="Segoe UI Semibold"/>
                <a:cs typeface="Segoe UI Semibold"/>
              </a:rPr>
              <a:t>	</a:t>
            </a:r>
            <a:r>
              <a:rPr spc="60" dirty="0">
                <a:latin typeface="Segoe UI Semibold"/>
                <a:cs typeface="Segoe UI Semibold"/>
              </a:rPr>
              <a:t>Resources:</a:t>
            </a:r>
            <a:r>
              <a:rPr dirty="0">
                <a:latin typeface="Segoe UI Semibold"/>
                <a:cs typeface="Segoe UI Semibold"/>
              </a:rPr>
              <a:t>	</a:t>
            </a:r>
            <a:r>
              <a:rPr spc="45" dirty="0"/>
              <a:t>Ensures</a:t>
            </a:r>
            <a:r>
              <a:rPr dirty="0"/>
              <a:t>	</a:t>
            </a:r>
            <a:r>
              <a:rPr spc="40" dirty="0"/>
              <a:t>that</a:t>
            </a:r>
            <a:r>
              <a:rPr dirty="0"/>
              <a:t>	</a:t>
            </a:r>
            <a:r>
              <a:rPr spc="25" dirty="0"/>
              <a:t>the</a:t>
            </a:r>
            <a:r>
              <a:rPr dirty="0"/>
              <a:t>	</a:t>
            </a:r>
            <a:r>
              <a:rPr spc="40" dirty="0"/>
              <a:t>right</a:t>
            </a:r>
            <a:r>
              <a:rPr dirty="0"/>
              <a:t>	</a:t>
            </a:r>
            <a:r>
              <a:rPr spc="45" dirty="0"/>
              <a:t>personnel</a:t>
            </a:r>
            <a:r>
              <a:rPr dirty="0"/>
              <a:t>	</a:t>
            </a:r>
            <a:r>
              <a:rPr spc="25" dirty="0"/>
              <a:t>and</a:t>
            </a:r>
            <a:r>
              <a:rPr dirty="0"/>
              <a:t>	</a:t>
            </a:r>
            <a:r>
              <a:rPr spc="50" dirty="0"/>
              <a:t>tools</a:t>
            </a:r>
            <a:r>
              <a:rPr dirty="0"/>
              <a:t>	</a:t>
            </a:r>
            <a:r>
              <a:rPr spc="30" dirty="0"/>
              <a:t>are </a:t>
            </a:r>
            <a:r>
              <a:rPr spc="70" dirty="0"/>
              <a:t>available</a:t>
            </a:r>
            <a:r>
              <a:rPr spc="165" dirty="0"/>
              <a:t> </a:t>
            </a:r>
            <a:r>
              <a:rPr spc="50" dirty="0"/>
              <a:t>during</a:t>
            </a:r>
            <a:r>
              <a:rPr spc="175" dirty="0"/>
              <a:t> </a:t>
            </a:r>
            <a:r>
              <a:rPr spc="60" dirty="0"/>
              <a:t>design</a:t>
            </a:r>
            <a:r>
              <a:rPr spc="145" dirty="0"/>
              <a:t> </a:t>
            </a:r>
            <a:r>
              <a:rPr spc="50" dirty="0"/>
              <a:t>and</a:t>
            </a:r>
            <a:r>
              <a:rPr spc="175" dirty="0"/>
              <a:t> </a:t>
            </a:r>
            <a:r>
              <a:rPr spc="60" dirty="0"/>
              <a:t>implementation.</a:t>
            </a:r>
          </a:p>
          <a:p>
            <a:pPr marL="564515" marR="5080">
              <a:lnSpc>
                <a:spcPct val="127899"/>
              </a:lnSpc>
              <a:spcBef>
                <a:spcPts val="450"/>
              </a:spcBef>
              <a:tabLst>
                <a:tab pos="2348230" algn="l"/>
                <a:tab pos="4046220" algn="l"/>
                <a:tab pos="5315585" algn="l"/>
                <a:tab pos="6717665" algn="l"/>
                <a:tab pos="7406005" algn="l"/>
                <a:tab pos="8208645" algn="l"/>
                <a:tab pos="8925560" algn="l"/>
                <a:tab pos="9756140" algn="l"/>
              </a:tabLst>
            </a:pPr>
            <a:r>
              <a:rPr spc="70" dirty="0">
                <a:latin typeface="Segoe UI Semibold"/>
                <a:cs typeface="Segoe UI Semibold"/>
              </a:rPr>
              <a:t>Establishing</a:t>
            </a:r>
            <a:r>
              <a:rPr dirty="0">
                <a:latin typeface="Segoe UI Semibold"/>
                <a:cs typeface="Segoe UI Semibold"/>
              </a:rPr>
              <a:t>	</a:t>
            </a:r>
            <a:r>
              <a:rPr spc="65" dirty="0">
                <a:latin typeface="Segoe UI Semibold"/>
                <a:cs typeface="Segoe UI Semibold"/>
              </a:rPr>
              <a:t>Milestones:</a:t>
            </a:r>
            <a:r>
              <a:rPr dirty="0">
                <a:latin typeface="Segoe UI Semibold"/>
                <a:cs typeface="Segoe UI Semibold"/>
              </a:rPr>
              <a:t>	</a:t>
            </a:r>
            <a:r>
              <a:rPr spc="55" dirty="0"/>
              <a:t>Provides</a:t>
            </a:r>
            <a:r>
              <a:rPr dirty="0"/>
              <a:t>	</a:t>
            </a:r>
            <a:r>
              <a:rPr spc="55" dirty="0"/>
              <a:t>deadlines</a:t>
            </a:r>
            <a:r>
              <a:rPr dirty="0"/>
              <a:t>	</a:t>
            </a:r>
            <a:r>
              <a:rPr spc="40" dirty="0"/>
              <a:t>that</a:t>
            </a:r>
            <a:r>
              <a:rPr dirty="0"/>
              <a:t>	</a:t>
            </a:r>
            <a:r>
              <a:rPr spc="50" dirty="0"/>
              <a:t>align</a:t>
            </a:r>
            <a:r>
              <a:rPr dirty="0"/>
              <a:t>	</a:t>
            </a:r>
            <a:r>
              <a:rPr spc="45" dirty="0"/>
              <a:t>with</a:t>
            </a:r>
            <a:r>
              <a:rPr dirty="0"/>
              <a:t>	</a:t>
            </a:r>
            <a:r>
              <a:rPr spc="-20" dirty="0"/>
              <a:t>SDLC</a:t>
            </a:r>
            <a:r>
              <a:rPr dirty="0"/>
              <a:t>	</a:t>
            </a:r>
            <a:r>
              <a:rPr spc="45" dirty="0"/>
              <a:t>phases, </a:t>
            </a:r>
            <a:r>
              <a:rPr dirty="0"/>
              <a:t>such</a:t>
            </a:r>
            <a:r>
              <a:rPr spc="180" dirty="0"/>
              <a:t> </a:t>
            </a:r>
            <a:r>
              <a:rPr dirty="0"/>
              <a:t>as</a:t>
            </a:r>
            <a:r>
              <a:rPr spc="190" dirty="0"/>
              <a:t> </a:t>
            </a:r>
            <a:r>
              <a:rPr spc="60" dirty="0"/>
              <a:t>design</a:t>
            </a:r>
            <a:r>
              <a:rPr spc="190" dirty="0"/>
              <a:t> </a:t>
            </a:r>
            <a:r>
              <a:rPr spc="65" dirty="0"/>
              <a:t>completion</a:t>
            </a:r>
            <a:r>
              <a:rPr spc="190" dirty="0"/>
              <a:t> </a:t>
            </a:r>
            <a:r>
              <a:rPr spc="60" dirty="0"/>
              <a:t>before</a:t>
            </a:r>
            <a:r>
              <a:rPr spc="204" dirty="0"/>
              <a:t> </a:t>
            </a:r>
            <a:r>
              <a:rPr spc="55" dirty="0"/>
              <a:t>coding</a:t>
            </a:r>
            <a:r>
              <a:rPr spc="215" dirty="0"/>
              <a:t> </a:t>
            </a:r>
            <a:r>
              <a:rPr spc="45" dirty="0"/>
              <a:t>begins.</a:t>
            </a:r>
          </a:p>
        </p:txBody>
      </p:sp>
      <p:sp>
        <p:nvSpPr>
          <p:cNvPr id="7" name="object 7"/>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21</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22</a:t>
            </a:r>
          </a:p>
        </p:txBody>
      </p:sp>
      <p:sp>
        <p:nvSpPr>
          <p:cNvPr id="2" name="object 2"/>
          <p:cNvSpPr txBox="1">
            <a:spLocks noGrp="1"/>
          </p:cNvSpPr>
          <p:nvPr>
            <p:ph type="title"/>
          </p:nvPr>
        </p:nvSpPr>
        <p:spPr>
          <a:xfrm>
            <a:off x="735012" y="2121852"/>
            <a:ext cx="2994025" cy="390525"/>
          </a:xfrm>
          <a:prstGeom prst="rect">
            <a:avLst/>
          </a:prstGeom>
        </p:spPr>
        <p:txBody>
          <a:bodyPr vert="horz" wrap="square" lIns="0" tIns="11430" rIns="0" bIns="0" rtlCol="0">
            <a:spAutoFit/>
          </a:bodyPr>
          <a:lstStyle/>
          <a:p>
            <a:pPr marL="12700">
              <a:lnSpc>
                <a:spcPct val="100000"/>
              </a:lnSpc>
              <a:spcBef>
                <a:spcPts val="90"/>
              </a:spcBef>
            </a:pPr>
            <a:r>
              <a:rPr sz="2400" spc="50" dirty="0"/>
              <a:t>Example</a:t>
            </a:r>
            <a:r>
              <a:rPr sz="2400" spc="180" dirty="0"/>
              <a:t> </a:t>
            </a:r>
            <a:r>
              <a:rPr sz="2400" spc="50" dirty="0"/>
              <a:t>Integration</a:t>
            </a:r>
            <a:endParaRPr sz="2400"/>
          </a:p>
        </p:txBody>
      </p:sp>
      <p:sp>
        <p:nvSpPr>
          <p:cNvPr id="3" name="object 3"/>
          <p:cNvSpPr txBox="1"/>
          <p:nvPr/>
        </p:nvSpPr>
        <p:spPr>
          <a:xfrm>
            <a:off x="735012" y="2595245"/>
            <a:ext cx="10714355" cy="2101850"/>
          </a:xfrm>
          <a:prstGeom prst="rect">
            <a:avLst/>
          </a:prstGeom>
        </p:spPr>
        <p:txBody>
          <a:bodyPr vert="horz" wrap="square" lIns="0" tIns="16510" rIns="0" bIns="0" rtlCol="0">
            <a:spAutoFit/>
          </a:bodyPr>
          <a:lstStyle/>
          <a:p>
            <a:pPr marL="12700" marR="5080" algn="just">
              <a:lnSpc>
                <a:spcPct val="126499"/>
              </a:lnSpc>
              <a:spcBef>
                <a:spcPts val="130"/>
              </a:spcBef>
            </a:pPr>
            <a:r>
              <a:rPr sz="2150" spc="55" dirty="0">
                <a:latin typeface="Segoe UI"/>
                <a:cs typeface="Segoe UI"/>
              </a:rPr>
              <a:t>Suppose</a:t>
            </a:r>
            <a:r>
              <a:rPr sz="2150" spc="300" dirty="0">
                <a:latin typeface="Segoe UI"/>
                <a:cs typeface="Segoe UI"/>
              </a:rPr>
              <a:t> </a:t>
            </a:r>
            <a:r>
              <a:rPr sz="2150" spc="50" dirty="0">
                <a:latin typeface="Segoe UI"/>
                <a:cs typeface="Segoe UI"/>
              </a:rPr>
              <a:t>the</a:t>
            </a:r>
            <a:r>
              <a:rPr sz="2150" spc="310" dirty="0">
                <a:latin typeface="Segoe UI"/>
                <a:cs typeface="Segoe UI"/>
              </a:rPr>
              <a:t> </a:t>
            </a:r>
            <a:r>
              <a:rPr sz="2150" spc="60" dirty="0">
                <a:latin typeface="Segoe UI"/>
                <a:cs typeface="Segoe UI"/>
              </a:rPr>
              <a:t>project</a:t>
            </a:r>
            <a:r>
              <a:rPr sz="2150" spc="330" dirty="0">
                <a:latin typeface="Segoe UI"/>
                <a:cs typeface="Segoe UI"/>
              </a:rPr>
              <a:t> </a:t>
            </a:r>
            <a:r>
              <a:rPr sz="2150" spc="60" dirty="0">
                <a:latin typeface="Segoe UI"/>
                <a:cs typeface="Segoe UI"/>
              </a:rPr>
              <a:t>charter</a:t>
            </a:r>
            <a:r>
              <a:rPr sz="2150" spc="310" dirty="0">
                <a:latin typeface="Segoe UI"/>
                <a:cs typeface="Segoe UI"/>
              </a:rPr>
              <a:t> </a:t>
            </a:r>
            <a:r>
              <a:rPr sz="2150" spc="60" dirty="0">
                <a:latin typeface="Segoe UI"/>
                <a:cs typeface="Segoe UI"/>
              </a:rPr>
              <a:t>outlines</a:t>
            </a:r>
            <a:r>
              <a:rPr sz="2150" spc="300" dirty="0">
                <a:latin typeface="Segoe UI"/>
                <a:cs typeface="Segoe UI"/>
              </a:rPr>
              <a:t> </a:t>
            </a:r>
            <a:r>
              <a:rPr sz="2150" spc="50" dirty="0">
                <a:latin typeface="Segoe UI"/>
                <a:cs typeface="Segoe UI"/>
              </a:rPr>
              <a:t>the</a:t>
            </a:r>
            <a:r>
              <a:rPr sz="2150" spc="310" dirty="0">
                <a:latin typeface="Segoe UI"/>
                <a:cs typeface="Segoe UI"/>
              </a:rPr>
              <a:t> </a:t>
            </a:r>
            <a:r>
              <a:rPr sz="2150" spc="65" dirty="0">
                <a:latin typeface="Segoe UI"/>
                <a:cs typeface="Segoe UI"/>
              </a:rPr>
              <a:t>development</a:t>
            </a:r>
            <a:r>
              <a:rPr sz="2150" spc="335" dirty="0">
                <a:latin typeface="Segoe UI"/>
                <a:cs typeface="Segoe UI"/>
              </a:rPr>
              <a:t> </a:t>
            </a:r>
            <a:r>
              <a:rPr sz="2150" dirty="0">
                <a:latin typeface="Segoe UI"/>
                <a:cs typeface="Segoe UI"/>
              </a:rPr>
              <a:t>of</a:t>
            </a:r>
            <a:r>
              <a:rPr sz="2150" spc="310" dirty="0">
                <a:latin typeface="Segoe UI"/>
                <a:cs typeface="Segoe UI"/>
              </a:rPr>
              <a:t> </a:t>
            </a:r>
            <a:r>
              <a:rPr sz="2150" dirty="0">
                <a:latin typeface="Segoe UI"/>
                <a:cs typeface="Segoe UI"/>
              </a:rPr>
              <a:t>a</a:t>
            </a:r>
            <a:r>
              <a:rPr sz="2150" spc="335" dirty="0">
                <a:latin typeface="Segoe UI"/>
                <a:cs typeface="Segoe UI"/>
              </a:rPr>
              <a:t> </a:t>
            </a:r>
            <a:r>
              <a:rPr sz="2150" spc="60" dirty="0">
                <a:latin typeface="Segoe UI"/>
                <a:cs typeface="Segoe UI"/>
              </a:rPr>
              <a:t>customer</a:t>
            </a:r>
            <a:r>
              <a:rPr sz="2150" spc="310" dirty="0">
                <a:latin typeface="Segoe UI"/>
                <a:cs typeface="Segoe UI"/>
              </a:rPr>
              <a:t> </a:t>
            </a:r>
            <a:r>
              <a:rPr sz="2150" spc="55" dirty="0">
                <a:latin typeface="Segoe UI"/>
                <a:cs typeface="Segoe UI"/>
              </a:rPr>
              <a:t>relationship </a:t>
            </a:r>
            <a:r>
              <a:rPr sz="2150" spc="65" dirty="0">
                <a:latin typeface="Segoe UI"/>
                <a:cs typeface="Segoe UI"/>
              </a:rPr>
              <a:t>management</a:t>
            </a:r>
            <a:r>
              <a:rPr sz="2150" spc="70" dirty="0">
                <a:latin typeface="Segoe UI"/>
                <a:cs typeface="Segoe UI"/>
              </a:rPr>
              <a:t>  </a:t>
            </a:r>
            <a:r>
              <a:rPr sz="2150" spc="65" dirty="0">
                <a:latin typeface="Segoe UI"/>
                <a:cs typeface="Segoe UI"/>
              </a:rPr>
              <a:t>(CRM)</a:t>
            </a:r>
            <a:r>
              <a:rPr sz="2150" spc="70" dirty="0">
                <a:latin typeface="Segoe UI"/>
                <a:cs typeface="Segoe UI"/>
              </a:rPr>
              <a:t>  </a:t>
            </a:r>
            <a:r>
              <a:rPr sz="2150" spc="60" dirty="0">
                <a:latin typeface="Segoe UI"/>
                <a:cs typeface="Segoe UI"/>
              </a:rPr>
              <a:t>tool.</a:t>
            </a:r>
            <a:r>
              <a:rPr sz="2150" spc="50" dirty="0">
                <a:latin typeface="Segoe UI"/>
                <a:cs typeface="Segoe UI"/>
              </a:rPr>
              <a:t>  During</a:t>
            </a:r>
            <a:r>
              <a:rPr sz="2150" spc="60" dirty="0">
                <a:latin typeface="Segoe UI"/>
                <a:cs typeface="Segoe UI"/>
              </a:rPr>
              <a:t>  </a:t>
            </a:r>
            <a:r>
              <a:rPr sz="2150" spc="50" dirty="0">
                <a:latin typeface="Segoe UI"/>
                <a:cs typeface="Segoe UI"/>
              </a:rPr>
              <a:t>the  </a:t>
            </a:r>
            <a:r>
              <a:rPr sz="2150" spc="80" dirty="0">
                <a:latin typeface="Segoe UI Semibold"/>
                <a:cs typeface="Segoe UI Semibold"/>
              </a:rPr>
              <a:t>Analysis</a:t>
            </a:r>
            <a:r>
              <a:rPr sz="2150" spc="85" dirty="0">
                <a:latin typeface="Segoe UI Semibold"/>
                <a:cs typeface="Segoe UI Semibold"/>
              </a:rPr>
              <a:t>  </a:t>
            </a:r>
            <a:r>
              <a:rPr sz="2150" spc="60" dirty="0">
                <a:latin typeface="Segoe UI"/>
                <a:cs typeface="Segoe UI"/>
              </a:rPr>
              <a:t>phase,</a:t>
            </a:r>
            <a:r>
              <a:rPr sz="2150" spc="45" dirty="0">
                <a:latin typeface="Segoe UI"/>
                <a:cs typeface="Segoe UI"/>
              </a:rPr>
              <a:t>  </a:t>
            </a:r>
            <a:r>
              <a:rPr sz="2150" spc="50" dirty="0">
                <a:latin typeface="Segoe UI"/>
                <a:cs typeface="Segoe UI"/>
              </a:rPr>
              <a:t>the</a:t>
            </a:r>
            <a:r>
              <a:rPr sz="2150" spc="55" dirty="0">
                <a:latin typeface="Segoe UI"/>
                <a:cs typeface="Segoe UI"/>
              </a:rPr>
              <a:t>  </a:t>
            </a:r>
            <a:r>
              <a:rPr sz="2150" spc="65" dirty="0">
                <a:latin typeface="Segoe UI"/>
                <a:cs typeface="Segoe UI"/>
              </a:rPr>
              <a:t>team</a:t>
            </a:r>
            <a:r>
              <a:rPr sz="2150" spc="60" dirty="0">
                <a:latin typeface="Segoe UI"/>
                <a:cs typeface="Segoe UI"/>
              </a:rPr>
              <a:t>  </a:t>
            </a:r>
            <a:r>
              <a:rPr sz="2150" spc="55" dirty="0">
                <a:latin typeface="Segoe UI"/>
                <a:cs typeface="Segoe UI"/>
              </a:rPr>
              <a:t>references</a:t>
            </a:r>
            <a:r>
              <a:rPr sz="2150" spc="50" dirty="0">
                <a:latin typeface="Segoe UI"/>
                <a:cs typeface="Segoe UI"/>
              </a:rPr>
              <a:t>  </a:t>
            </a:r>
            <a:r>
              <a:rPr sz="2150" spc="25" dirty="0">
                <a:latin typeface="Segoe UI"/>
                <a:cs typeface="Segoe UI"/>
              </a:rPr>
              <a:t>the </a:t>
            </a:r>
            <a:r>
              <a:rPr sz="2150" spc="60" dirty="0">
                <a:latin typeface="Segoe UI"/>
                <a:cs typeface="Segoe UI"/>
              </a:rPr>
              <a:t>charter</a:t>
            </a:r>
            <a:r>
              <a:rPr sz="2150" spc="370" dirty="0">
                <a:latin typeface="Segoe UI"/>
                <a:cs typeface="Segoe UI"/>
              </a:rPr>
              <a:t> </a:t>
            </a:r>
            <a:r>
              <a:rPr sz="2150" dirty="0">
                <a:latin typeface="Segoe UI"/>
                <a:cs typeface="Segoe UI"/>
              </a:rPr>
              <a:t>to</a:t>
            </a:r>
            <a:r>
              <a:rPr sz="2150" spc="390" dirty="0">
                <a:latin typeface="Segoe UI"/>
                <a:cs typeface="Segoe UI"/>
              </a:rPr>
              <a:t> </a:t>
            </a:r>
            <a:r>
              <a:rPr sz="2150" spc="50" dirty="0">
                <a:latin typeface="Segoe UI"/>
                <a:cs typeface="Segoe UI"/>
              </a:rPr>
              <a:t>ensure</a:t>
            </a:r>
            <a:r>
              <a:rPr sz="2150" spc="380" dirty="0">
                <a:latin typeface="Segoe UI"/>
                <a:cs typeface="Segoe UI"/>
              </a:rPr>
              <a:t> </a:t>
            </a:r>
            <a:r>
              <a:rPr sz="2150" spc="60" dirty="0">
                <a:latin typeface="Segoe UI"/>
                <a:cs typeface="Segoe UI"/>
              </a:rPr>
              <a:t>that</a:t>
            </a:r>
            <a:r>
              <a:rPr sz="2150" spc="400" dirty="0">
                <a:latin typeface="Segoe UI"/>
                <a:cs typeface="Segoe UI"/>
              </a:rPr>
              <a:t> </a:t>
            </a:r>
            <a:r>
              <a:rPr sz="2150" spc="50" dirty="0">
                <a:latin typeface="Segoe UI"/>
                <a:cs typeface="Segoe UI"/>
              </a:rPr>
              <a:t>the</a:t>
            </a:r>
            <a:r>
              <a:rPr sz="2150" spc="375" dirty="0">
                <a:latin typeface="Segoe UI"/>
                <a:cs typeface="Segoe UI"/>
              </a:rPr>
              <a:t> </a:t>
            </a:r>
            <a:r>
              <a:rPr sz="2150" spc="65" dirty="0">
                <a:latin typeface="Segoe UI"/>
                <a:cs typeface="Segoe UI"/>
              </a:rPr>
              <a:t>requirements</a:t>
            </a:r>
            <a:r>
              <a:rPr sz="2150" spc="365" dirty="0">
                <a:latin typeface="Segoe UI"/>
                <a:cs typeface="Segoe UI"/>
              </a:rPr>
              <a:t> </a:t>
            </a:r>
            <a:r>
              <a:rPr sz="2150" spc="60" dirty="0">
                <a:latin typeface="Segoe UI"/>
                <a:cs typeface="Segoe UI"/>
              </a:rPr>
              <a:t>align</a:t>
            </a:r>
            <a:r>
              <a:rPr sz="2150" spc="360" dirty="0">
                <a:latin typeface="Segoe UI"/>
                <a:cs typeface="Segoe UI"/>
              </a:rPr>
              <a:t> </a:t>
            </a:r>
            <a:r>
              <a:rPr sz="2150" spc="65" dirty="0">
                <a:latin typeface="Segoe UI"/>
                <a:cs typeface="Segoe UI"/>
              </a:rPr>
              <a:t>with</a:t>
            </a:r>
            <a:r>
              <a:rPr sz="2150" spc="360" dirty="0">
                <a:latin typeface="Segoe UI"/>
                <a:cs typeface="Segoe UI"/>
              </a:rPr>
              <a:t> </a:t>
            </a:r>
            <a:r>
              <a:rPr sz="2150" spc="50" dirty="0">
                <a:latin typeface="Segoe UI"/>
                <a:cs typeface="Segoe UI"/>
              </a:rPr>
              <a:t>the</a:t>
            </a:r>
            <a:r>
              <a:rPr sz="2150" spc="380" dirty="0">
                <a:latin typeface="Segoe UI"/>
                <a:cs typeface="Segoe UI"/>
              </a:rPr>
              <a:t> </a:t>
            </a:r>
            <a:r>
              <a:rPr sz="2150" spc="60" dirty="0">
                <a:latin typeface="Segoe UI"/>
                <a:cs typeface="Segoe UI"/>
              </a:rPr>
              <a:t>defined</a:t>
            </a:r>
            <a:r>
              <a:rPr sz="2150" spc="385" dirty="0">
                <a:latin typeface="Segoe UI"/>
                <a:cs typeface="Segoe UI"/>
              </a:rPr>
              <a:t> </a:t>
            </a:r>
            <a:r>
              <a:rPr sz="2150" spc="65" dirty="0">
                <a:latin typeface="Segoe UI"/>
                <a:cs typeface="Segoe UI"/>
              </a:rPr>
              <a:t>objectives.</a:t>
            </a:r>
            <a:r>
              <a:rPr sz="2150" spc="365" dirty="0">
                <a:latin typeface="Segoe UI"/>
                <a:cs typeface="Segoe UI"/>
              </a:rPr>
              <a:t> </a:t>
            </a:r>
            <a:r>
              <a:rPr sz="2150" spc="50" dirty="0">
                <a:latin typeface="Segoe UI"/>
                <a:cs typeface="Segoe UI"/>
              </a:rPr>
              <a:t>In</a:t>
            </a:r>
            <a:r>
              <a:rPr sz="2150" spc="360" dirty="0">
                <a:latin typeface="Segoe UI"/>
                <a:cs typeface="Segoe UI"/>
              </a:rPr>
              <a:t> </a:t>
            </a:r>
            <a:r>
              <a:rPr sz="2150" spc="25" dirty="0">
                <a:latin typeface="Segoe UI"/>
                <a:cs typeface="Segoe UI"/>
              </a:rPr>
              <a:t>the </a:t>
            </a:r>
            <a:r>
              <a:rPr sz="2150" spc="70" dirty="0">
                <a:latin typeface="Segoe UI Semibold"/>
                <a:cs typeface="Segoe UI Semibold"/>
              </a:rPr>
              <a:t>Design</a:t>
            </a:r>
            <a:r>
              <a:rPr sz="2150" spc="190" dirty="0">
                <a:latin typeface="Segoe UI Semibold"/>
                <a:cs typeface="Segoe UI Semibold"/>
              </a:rPr>
              <a:t> </a:t>
            </a:r>
            <a:r>
              <a:rPr sz="2150" spc="60" dirty="0">
                <a:latin typeface="Segoe UI"/>
                <a:cs typeface="Segoe UI"/>
              </a:rPr>
              <a:t>phase,</a:t>
            </a:r>
            <a:r>
              <a:rPr sz="2150" spc="165" dirty="0">
                <a:latin typeface="Segoe UI"/>
                <a:cs typeface="Segoe UI"/>
              </a:rPr>
              <a:t> </a:t>
            </a:r>
            <a:r>
              <a:rPr sz="2150" spc="50" dirty="0">
                <a:latin typeface="Segoe UI"/>
                <a:cs typeface="Segoe UI"/>
              </a:rPr>
              <a:t>the</a:t>
            </a:r>
            <a:r>
              <a:rPr sz="2150" spc="170" dirty="0">
                <a:latin typeface="Segoe UI"/>
                <a:cs typeface="Segoe UI"/>
              </a:rPr>
              <a:t> </a:t>
            </a:r>
            <a:r>
              <a:rPr sz="2150" spc="55" dirty="0">
                <a:latin typeface="Segoe UI"/>
                <a:cs typeface="Segoe UI"/>
              </a:rPr>
              <a:t>scope</a:t>
            </a:r>
            <a:r>
              <a:rPr sz="2150" spc="165" dirty="0">
                <a:latin typeface="Segoe UI"/>
                <a:cs typeface="Segoe UI"/>
              </a:rPr>
              <a:t> </a:t>
            </a:r>
            <a:r>
              <a:rPr sz="2150" spc="60" dirty="0">
                <a:latin typeface="Segoe UI"/>
                <a:cs typeface="Segoe UI"/>
              </a:rPr>
              <a:t>defined</a:t>
            </a:r>
            <a:r>
              <a:rPr sz="2150" spc="180" dirty="0">
                <a:latin typeface="Segoe UI"/>
                <a:cs typeface="Segoe UI"/>
              </a:rPr>
              <a:t> </a:t>
            </a:r>
            <a:r>
              <a:rPr sz="2150" dirty="0">
                <a:latin typeface="Segoe UI"/>
                <a:cs typeface="Segoe UI"/>
              </a:rPr>
              <a:t>in</a:t>
            </a:r>
            <a:r>
              <a:rPr sz="2150" spc="155" dirty="0">
                <a:latin typeface="Segoe UI"/>
                <a:cs typeface="Segoe UI"/>
              </a:rPr>
              <a:t> </a:t>
            </a:r>
            <a:r>
              <a:rPr sz="2150" spc="50" dirty="0">
                <a:latin typeface="Segoe UI"/>
                <a:cs typeface="Segoe UI"/>
              </a:rPr>
              <a:t>the</a:t>
            </a:r>
            <a:r>
              <a:rPr sz="2150" spc="170" dirty="0">
                <a:latin typeface="Segoe UI"/>
                <a:cs typeface="Segoe UI"/>
              </a:rPr>
              <a:t> </a:t>
            </a:r>
            <a:r>
              <a:rPr sz="2150" spc="60" dirty="0">
                <a:latin typeface="Segoe UI"/>
                <a:cs typeface="Segoe UI"/>
              </a:rPr>
              <a:t>charter</a:t>
            </a:r>
            <a:r>
              <a:rPr sz="2150" spc="180" dirty="0">
                <a:latin typeface="Segoe UI"/>
                <a:cs typeface="Segoe UI"/>
              </a:rPr>
              <a:t> </a:t>
            </a:r>
            <a:r>
              <a:rPr sz="2150" spc="65" dirty="0">
                <a:latin typeface="Segoe UI"/>
                <a:cs typeface="Segoe UI"/>
              </a:rPr>
              <a:t>prevents</a:t>
            </a:r>
            <a:r>
              <a:rPr sz="2150" spc="160" dirty="0">
                <a:latin typeface="Segoe UI"/>
                <a:cs typeface="Segoe UI"/>
              </a:rPr>
              <a:t> </a:t>
            </a:r>
            <a:r>
              <a:rPr sz="2150" spc="50" dirty="0">
                <a:latin typeface="Segoe UI"/>
                <a:cs typeface="Segoe UI"/>
              </a:rPr>
              <a:t>the</a:t>
            </a:r>
            <a:r>
              <a:rPr sz="2150" spc="165" dirty="0">
                <a:latin typeface="Segoe UI"/>
                <a:cs typeface="Segoe UI"/>
              </a:rPr>
              <a:t> </a:t>
            </a:r>
            <a:r>
              <a:rPr sz="2150" spc="55" dirty="0">
                <a:latin typeface="Segoe UI"/>
                <a:cs typeface="Segoe UI"/>
              </a:rPr>
              <a:t>inclusion</a:t>
            </a:r>
            <a:r>
              <a:rPr sz="2150" spc="155" dirty="0">
                <a:latin typeface="Segoe UI"/>
                <a:cs typeface="Segoe UI"/>
              </a:rPr>
              <a:t> </a:t>
            </a:r>
            <a:r>
              <a:rPr sz="2150" dirty="0">
                <a:latin typeface="Segoe UI"/>
                <a:cs typeface="Segoe UI"/>
              </a:rPr>
              <a:t>of</a:t>
            </a:r>
            <a:r>
              <a:rPr sz="2150" spc="180" dirty="0">
                <a:latin typeface="Segoe UI"/>
                <a:cs typeface="Segoe UI"/>
              </a:rPr>
              <a:t> </a:t>
            </a:r>
            <a:r>
              <a:rPr sz="2150" spc="50" dirty="0">
                <a:latin typeface="Segoe UI"/>
                <a:cs typeface="Segoe UI"/>
              </a:rPr>
              <a:t>unrelated </a:t>
            </a:r>
            <a:r>
              <a:rPr sz="2150" spc="60" dirty="0">
                <a:latin typeface="Segoe UI"/>
                <a:cs typeface="Segoe UI"/>
              </a:rPr>
              <a:t>features,</a:t>
            </a:r>
            <a:r>
              <a:rPr sz="2150" spc="155" dirty="0">
                <a:latin typeface="Segoe UI"/>
                <a:cs typeface="Segoe UI"/>
              </a:rPr>
              <a:t> </a:t>
            </a:r>
            <a:r>
              <a:rPr sz="2150" spc="65" dirty="0">
                <a:latin typeface="Segoe UI"/>
                <a:cs typeface="Segoe UI"/>
              </a:rPr>
              <a:t>maintaining</a:t>
            </a:r>
            <a:r>
              <a:rPr sz="2150" spc="180" dirty="0">
                <a:latin typeface="Segoe UI"/>
                <a:cs typeface="Segoe UI"/>
              </a:rPr>
              <a:t> </a:t>
            </a:r>
            <a:r>
              <a:rPr sz="2150" spc="60" dirty="0">
                <a:latin typeface="Segoe UI"/>
                <a:cs typeface="Segoe UI"/>
              </a:rPr>
              <a:t>project</a:t>
            </a:r>
            <a:r>
              <a:rPr sz="2150" spc="190" dirty="0">
                <a:latin typeface="Segoe UI"/>
                <a:cs typeface="Segoe UI"/>
              </a:rPr>
              <a:t> </a:t>
            </a:r>
            <a:r>
              <a:rPr sz="2150" spc="40" dirty="0">
                <a:latin typeface="Segoe UI"/>
                <a:cs typeface="Segoe UI"/>
              </a:rPr>
              <a:t>focus.</a:t>
            </a:r>
            <a:endParaRPr sz="2150">
              <a:latin typeface="Segoe UI"/>
              <a:cs typeface="Segoe UI"/>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23</a:t>
            </a:r>
          </a:p>
        </p:txBody>
      </p:sp>
      <p:sp>
        <p:nvSpPr>
          <p:cNvPr id="2" name="object 2"/>
          <p:cNvSpPr txBox="1">
            <a:spLocks noGrp="1"/>
          </p:cNvSpPr>
          <p:nvPr>
            <p:ph type="ctrTitle"/>
          </p:nvPr>
        </p:nvSpPr>
        <p:spPr>
          <a:prstGeom prst="rect">
            <a:avLst/>
          </a:prstGeom>
        </p:spPr>
        <p:txBody>
          <a:bodyPr vert="horz" wrap="square" lIns="0" tIns="15875" rIns="0" bIns="0" rtlCol="0">
            <a:spAutoFit/>
          </a:bodyPr>
          <a:lstStyle/>
          <a:p>
            <a:pPr marL="12700">
              <a:lnSpc>
                <a:spcPct val="100000"/>
              </a:lnSpc>
              <a:spcBef>
                <a:spcPts val="125"/>
              </a:spcBef>
            </a:pPr>
            <a:r>
              <a:rPr sz="2800" spc="50" dirty="0"/>
              <a:t>3.</a:t>
            </a:r>
            <a:r>
              <a:rPr sz="2800" spc="135" dirty="0"/>
              <a:t> </a:t>
            </a:r>
            <a:r>
              <a:rPr sz="2800" spc="75" dirty="0"/>
              <a:t>Managing</a:t>
            </a:r>
            <a:r>
              <a:rPr sz="2800" spc="170" dirty="0"/>
              <a:t> </a:t>
            </a:r>
            <a:r>
              <a:rPr sz="2800" spc="80" dirty="0"/>
              <a:t>Interfaces</a:t>
            </a:r>
            <a:r>
              <a:rPr sz="2800" spc="130" dirty="0"/>
              <a:t> </a:t>
            </a:r>
            <a:r>
              <a:rPr sz="2800" spc="55" dirty="0"/>
              <a:t>and</a:t>
            </a:r>
            <a:r>
              <a:rPr sz="2800" spc="165" dirty="0"/>
              <a:t> </a:t>
            </a:r>
            <a:r>
              <a:rPr sz="2800" spc="60" dirty="0"/>
              <a:t>Dependencies</a:t>
            </a:r>
            <a:endParaRPr sz="2800"/>
          </a:p>
        </p:txBody>
      </p:sp>
      <p:sp>
        <p:nvSpPr>
          <p:cNvPr id="3" name="object 3"/>
          <p:cNvSpPr txBox="1"/>
          <p:nvPr/>
        </p:nvSpPr>
        <p:spPr>
          <a:xfrm>
            <a:off x="735012" y="3109595"/>
            <a:ext cx="10713720" cy="1263650"/>
          </a:xfrm>
          <a:prstGeom prst="rect">
            <a:avLst/>
          </a:prstGeom>
        </p:spPr>
        <p:txBody>
          <a:bodyPr vert="horz" wrap="square" lIns="0" tIns="6985" rIns="0" bIns="0" rtlCol="0">
            <a:spAutoFit/>
          </a:bodyPr>
          <a:lstStyle/>
          <a:p>
            <a:pPr marL="12700" marR="5080" algn="just">
              <a:lnSpc>
                <a:spcPct val="126499"/>
              </a:lnSpc>
              <a:spcBef>
                <a:spcPts val="55"/>
              </a:spcBef>
            </a:pPr>
            <a:r>
              <a:rPr sz="2150" spc="65" dirty="0">
                <a:latin typeface="Segoe UI"/>
                <a:cs typeface="Segoe UI"/>
              </a:rPr>
              <a:t>Effective</a:t>
            </a:r>
            <a:r>
              <a:rPr sz="2150" spc="225" dirty="0">
                <a:latin typeface="Segoe UI"/>
                <a:cs typeface="Segoe UI"/>
              </a:rPr>
              <a:t>   </a:t>
            </a:r>
            <a:r>
              <a:rPr sz="2150" spc="60" dirty="0">
                <a:latin typeface="Segoe UI"/>
                <a:cs typeface="Segoe UI"/>
              </a:rPr>
              <a:t>project</a:t>
            </a:r>
            <a:r>
              <a:rPr sz="2150" spc="240" dirty="0">
                <a:latin typeface="Segoe UI"/>
                <a:cs typeface="Segoe UI"/>
              </a:rPr>
              <a:t>   </a:t>
            </a:r>
            <a:r>
              <a:rPr sz="2150" spc="65" dirty="0">
                <a:latin typeface="Segoe UI"/>
                <a:cs typeface="Segoe UI"/>
              </a:rPr>
              <a:t>management</a:t>
            </a:r>
            <a:r>
              <a:rPr sz="2150" spc="240" dirty="0">
                <a:latin typeface="Segoe UI"/>
                <a:cs typeface="Segoe UI"/>
              </a:rPr>
              <a:t>   </a:t>
            </a:r>
            <a:r>
              <a:rPr sz="2150" spc="65" dirty="0">
                <a:latin typeface="Segoe UI"/>
                <a:cs typeface="Segoe UI"/>
              </a:rPr>
              <a:t>involves</a:t>
            </a:r>
            <a:r>
              <a:rPr sz="2150" spc="229" dirty="0">
                <a:latin typeface="Segoe UI"/>
                <a:cs typeface="Segoe UI"/>
              </a:rPr>
              <a:t>   </a:t>
            </a:r>
            <a:r>
              <a:rPr sz="2150" spc="55" dirty="0">
                <a:latin typeface="Segoe UI"/>
                <a:cs typeface="Segoe UI"/>
              </a:rPr>
              <a:t>handling</a:t>
            </a:r>
            <a:r>
              <a:rPr sz="2150" spc="235" dirty="0">
                <a:latin typeface="Segoe UI"/>
                <a:cs typeface="Segoe UI"/>
              </a:rPr>
              <a:t>   </a:t>
            </a:r>
            <a:r>
              <a:rPr sz="2150" spc="60" dirty="0">
                <a:latin typeface="Segoe UI"/>
                <a:cs typeface="Segoe UI"/>
              </a:rPr>
              <a:t>various</a:t>
            </a:r>
            <a:r>
              <a:rPr sz="2150" spc="229" dirty="0">
                <a:latin typeface="Segoe UI"/>
                <a:cs typeface="Segoe UI"/>
              </a:rPr>
              <a:t>   </a:t>
            </a:r>
            <a:r>
              <a:rPr sz="2150" spc="60" dirty="0">
                <a:latin typeface="Segoe UI"/>
                <a:cs typeface="Segoe UI"/>
              </a:rPr>
              <a:t>interfaces</a:t>
            </a:r>
            <a:r>
              <a:rPr sz="2150" spc="229" dirty="0">
                <a:latin typeface="Segoe UI"/>
                <a:cs typeface="Segoe UI"/>
              </a:rPr>
              <a:t>   </a:t>
            </a:r>
            <a:r>
              <a:rPr sz="2150" spc="25" dirty="0">
                <a:latin typeface="Segoe UI"/>
                <a:cs typeface="Segoe UI"/>
              </a:rPr>
              <a:t>and </a:t>
            </a:r>
            <a:r>
              <a:rPr sz="2150" spc="60" dirty="0">
                <a:latin typeface="Segoe UI"/>
                <a:cs typeface="Segoe UI"/>
              </a:rPr>
              <a:t>dependencies</a:t>
            </a:r>
            <a:r>
              <a:rPr sz="2150" spc="270" dirty="0">
                <a:latin typeface="Segoe UI"/>
                <a:cs typeface="Segoe UI"/>
              </a:rPr>
              <a:t>  </a:t>
            </a:r>
            <a:r>
              <a:rPr sz="2150" spc="60" dirty="0">
                <a:latin typeface="Segoe UI"/>
                <a:cs typeface="Segoe UI"/>
              </a:rPr>
              <a:t>that</a:t>
            </a:r>
            <a:r>
              <a:rPr sz="2150" spc="285" dirty="0">
                <a:latin typeface="Segoe UI"/>
                <a:cs typeface="Segoe UI"/>
              </a:rPr>
              <a:t>  </a:t>
            </a:r>
            <a:r>
              <a:rPr sz="2150" spc="50" dirty="0">
                <a:latin typeface="Segoe UI"/>
                <a:cs typeface="Segoe UI"/>
              </a:rPr>
              <a:t>can</a:t>
            </a:r>
            <a:r>
              <a:rPr sz="2150" spc="265" dirty="0">
                <a:latin typeface="Segoe UI"/>
                <a:cs typeface="Segoe UI"/>
              </a:rPr>
              <a:t>  </a:t>
            </a:r>
            <a:r>
              <a:rPr sz="2150" spc="65" dirty="0">
                <a:latin typeface="Segoe UI"/>
                <a:cs typeface="Segoe UI"/>
              </a:rPr>
              <a:t>impact</a:t>
            </a:r>
            <a:r>
              <a:rPr sz="2150" spc="285" dirty="0">
                <a:latin typeface="Segoe UI"/>
                <a:cs typeface="Segoe UI"/>
              </a:rPr>
              <a:t>  </a:t>
            </a:r>
            <a:r>
              <a:rPr sz="2150" spc="50" dirty="0">
                <a:latin typeface="Segoe UI"/>
                <a:cs typeface="Segoe UI"/>
              </a:rPr>
              <a:t>the</a:t>
            </a:r>
            <a:r>
              <a:rPr sz="2150" spc="270" dirty="0">
                <a:latin typeface="Segoe UI"/>
                <a:cs typeface="Segoe UI"/>
              </a:rPr>
              <a:t>  </a:t>
            </a:r>
            <a:r>
              <a:rPr sz="2150" spc="65" dirty="0">
                <a:latin typeface="Segoe UI"/>
                <a:cs typeface="Segoe UI"/>
              </a:rPr>
              <a:t>project's</a:t>
            </a:r>
            <a:r>
              <a:rPr sz="2150" spc="270" dirty="0">
                <a:latin typeface="Segoe UI"/>
                <a:cs typeface="Segoe UI"/>
              </a:rPr>
              <a:t>  </a:t>
            </a:r>
            <a:r>
              <a:rPr sz="2150" spc="50" dirty="0">
                <a:latin typeface="Segoe UI"/>
                <a:cs typeface="Segoe UI"/>
              </a:rPr>
              <a:t>success.</a:t>
            </a:r>
            <a:r>
              <a:rPr sz="2150" spc="270" dirty="0">
                <a:latin typeface="Segoe UI"/>
                <a:cs typeface="Segoe UI"/>
              </a:rPr>
              <a:t>  </a:t>
            </a:r>
            <a:r>
              <a:rPr sz="2150" spc="50" dirty="0">
                <a:latin typeface="Segoe UI"/>
                <a:cs typeface="Segoe UI"/>
              </a:rPr>
              <a:t>This</a:t>
            </a:r>
            <a:r>
              <a:rPr sz="2150" spc="265" dirty="0">
                <a:latin typeface="Segoe UI"/>
                <a:cs typeface="Segoe UI"/>
              </a:rPr>
              <a:t>  </a:t>
            </a:r>
            <a:r>
              <a:rPr sz="2150" spc="55" dirty="0">
                <a:latin typeface="Segoe UI"/>
                <a:cs typeface="Segoe UI"/>
              </a:rPr>
              <a:t>includes</a:t>
            </a:r>
            <a:r>
              <a:rPr sz="2150" spc="270" dirty="0">
                <a:latin typeface="Segoe UI"/>
                <a:cs typeface="Segoe UI"/>
              </a:rPr>
              <a:t>  </a:t>
            </a:r>
            <a:r>
              <a:rPr sz="2150" spc="50" dirty="0">
                <a:latin typeface="Segoe UI"/>
                <a:cs typeface="Segoe UI"/>
              </a:rPr>
              <a:t>aligning </a:t>
            </a:r>
            <a:r>
              <a:rPr sz="2150" spc="65" dirty="0">
                <a:latin typeface="Segoe UI"/>
                <a:cs typeface="Segoe UI"/>
              </a:rPr>
              <a:t>stakeholders</a:t>
            </a:r>
            <a:r>
              <a:rPr sz="2150" spc="145" dirty="0">
                <a:latin typeface="Segoe UI"/>
                <a:cs typeface="Segoe UI"/>
              </a:rPr>
              <a:t> </a:t>
            </a:r>
            <a:r>
              <a:rPr sz="2150" spc="50" dirty="0">
                <a:latin typeface="Segoe UI"/>
                <a:cs typeface="Segoe UI"/>
              </a:rPr>
              <a:t>and</a:t>
            </a:r>
            <a:r>
              <a:rPr sz="2150" spc="170" dirty="0">
                <a:latin typeface="Segoe UI"/>
                <a:cs typeface="Segoe UI"/>
              </a:rPr>
              <a:t> </a:t>
            </a:r>
            <a:r>
              <a:rPr sz="2150" spc="65" dirty="0">
                <a:latin typeface="Segoe UI"/>
                <a:cs typeface="Segoe UI"/>
              </a:rPr>
              <a:t>coordinating</a:t>
            </a:r>
            <a:r>
              <a:rPr sz="2150" spc="165" dirty="0">
                <a:latin typeface="Segoe UI"/>
                <a:cs typeface="Segoe UI"/>
              </a:rPr>
              <a:t> </a:t>
            </a:r>
            <a:r>
              <a:rPr sz="2150" spc="65" dirty="0">
                <a:latin typeface="Segoe UI"/>
                <a:cs typeface="Segoe UI"/>
              </a:rPr>
              <a:t>cross-</a:t>
            </a:r>
            <a:r>
              <a:rPr sz="2150" spc="60" dirty="0">
                <a:latin typeface="Segoe UI"/>
                <a:cs typeface="Segoe UI"/>
              </a:rPr>
              <a:t>functional</a:t>
            </a:r>
            <a:r>
              <a:rPr sz="2150" spc="165" dirty="0">
                <a:latin typeface="Segoe UI"/>
                <a:cs typeface="Segoe UI"/>
              </a:rPr>
              <a:t> </a:t>
            </a:r>
            <a:r>
              <a:rPr sz="2150" spc="55" dirty="0">
                <a:latin typeface="Segoe UI"/>
                <a:cs typeface="Segoe UI"/>
              </a:rPr>
              <a:t>teams.</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24</a:t>
            </a:r>
          </a:p>
        </p:txBody>
      </p:sp>
      <p:sp>
        <p:nvSpPr>
          <p:cNvPr id="2" name="object 2"/>
          <p:cNvSpPr txBox="1">
            <a:spLocks noGrp="1"/>
          </p:cNvSpPr>
          <p:nvPr>
            <p:ph type="ctrTitle"/>
          </p:nvPr>
        </p:nvSpPr>
        <p:spPr>
          <a:prstGeom prst="rect">
            <a:avLst/>
          </a:prstGeom>
        </p:spPr>
        <p:txBody>
          <a:bodyPr vert="horz" wrap="square" lIns="0" tIns="95249" rIns="0" bIns="0" rtlCol="0">
            <a:spAutoFit/>
          </a:bodyPr>
          <a:lstStyle/>
          <a:p>
            <a:pPr marL="12700">
              <a:lnSpc>
                <a:spcPct val="100000"/>
              </a:lnSpc>
              <a:spcBef>
                <a:spcPts val="90"/>
              </a:spcBef>
            </a:pPr>
            <a:r>
              <a:rPr sz="2400" spc="60" dirty="0"/>
              <a:t>What</a:t>
            </a:r>
            <a:r>
              <a:rPr sz="2400" spc="215" dirty="0"/>
              <a:t> </a:t>
            </a:r>
            <a:r>
              <a:rPr sz="2400" dirty="0"/>
              <a:t>is</a:t>
            </a:r>
            <a:r>
              <a:rPr sz="2400" spc="195" dirty="0"/>
              <a:t> </a:t>
            </a:r>
            <a:r>
              <a:rPr sz="2400" spc="45" dirty="0"/>
              <a:t>Stakeholder</a:t>
            </a:r>
            <a:r>
              <a:rPr sz="2400" spc="190" dirty="0"/>
              <a:t> </a:t>
            </a:r>
            <a:r>
              <a:rPr sz="2400" spc="-10" dirty="0"/>
              <a:t>Alignment?</a:t>
            </a:r>
            <a:endParaRPr sz="2400"/>
          </a:p>
        </p:txBody>
      </p:sp>
      <p:sp>
        <p:nvSpPr>
          <p:cNvPr id="3" name="object 3"/>
          <p:cNvSpPr txBox="1"/>
          <p:nvPr/>
        </p:nvSpPr>
        <p:spPr>
          <a:xfrm>
            <a:off x="735012" y="3023870"/>
            <a:ext cx="10715625" cy="1263650"/>
          </a:xfrm>
          <a:prstGeom prst="rect">
            <a:avLst/>
          </a:prstGeom>
        </p:spPr>
        <p:txBody>
          <a:bodyPr vert="horz" wrap="square" lIns="0" tIns="6985" rIns="0" bIns="0" rtlCol="0">
            <a:spAutoFit/>
          </a:bodyPr>
          <a:lstStyle/>
          <a:p>
            <a:pPr marL="12700" marR="5080" algn="just">
              <a:lnSpc>
                <a:spcPct val="126499"/>
              </a:lnSpc>
              <a:spcBef>
                <a:spcPts val="55"/>
              </a:spcBef>
            </a:pPr>
            <a:r>
              <a:rPr sz="2150" spc="55" dirty="0">
                <a:latin typeface="Segoe UI"/>
                <a:cs typeface="Segoe UI"/>
              </a:rPr>
              <a:t>Ensuring</a:t>
            </a:r>
            <a:r>
              <a:rPr sz="2150" spc="375" dirty="0">
                <a:latin typeface="Segoe UI"/>
                <a:cs typeface="Segoe UI"/>
              </a:rPr>
              <a:t> </a:t>
            </a:r>
            <a:r>
              <a:rPr sz="2150" spc="60" dirty="0">
                <a:latin typeface="Segoe UI"/>
                <a:cs typeface="Segoe UI"/>
              </a:rPr>
              <a:t>that</a:t>
            </a:r>
            <a:r>
              <a:rPr sz="2150" spc="400" dirty="0">
                <a:latin typeface="Segoe UI"/>
                <a:cs typeface="Segoe UI"/>
              </a:rPr>
              <a:t> </a:t>
            </a:r>
            <a:r>
              <a:rPr sz="2150" spc="50" dirty="0">
                <a:latin typeface="Segoe UI"/>
                <a:cs typeface="Segoe UI"/>
              </a:rPr>
              <a:t>all</a:t>
            </a:r>
            <a:r>
              <a:rPr sz="2150" spc="390" dirty="0">
                <a:latin typeface="Segoe UI"/>
                <a:cs typeface="Segoe UI"/>
              </a:rPr>
              <a:t> </a:t>
            </a:r>
            <a:r>
              <a:rPr sz="2150" spc="65" dirty="0">
                <a:latin typeface="Segoe UI"/>
                <a:cs typeface="Segoe UI"/>
              </a:rPr>
              <a:t>stakeholders</a:t>
            </a:r>
            <a:r>
              <a:rPr sz="2150" spc="365" dirty="0">
                <a:latin typeface="Segoe UI"/>
                <a:cs typeface="Segoe UI"/>
              </a:rPr>
              <a:t> </a:t>
            </a:r>
            <a:r>
              <a:rPr sz="2150" spc="60" dirty="0">
                <a:latin typeface="Segoe UI"/>
                <a:cs typeface="Segoe UI"/>
              </a:rPr>
              <a:t>have</a:t>
            </a:r>
            <a:r>
              <a:rPr sz="2150" spc="380" dirty="0">
                <a:latin typeface="Segoe UI"/>
                <a:cs typeface="Segoe UI"/>
              </a:rPr>
              <a:t> </a:t>
            </a:r>
            <a:r>
              <a:rPr sz="2150" dirty="0">
                <a:latin typeface="Segoe UI"/>
                <a:cs typeface="Segoe UI"/>
              </a:rPr>
              <a:t>a</a:t>
            </a:r>
            <a:r>
              <a:rPr sz="2150" spc="409" dirty="0">
                <a:latin typeface="Segoe UI"/>
                <a:cs typeface="Segoe UI"/>
              </a:rPr>
              <a:t> </a:t>
            </a:r>
            <a:r>
              <a:rPr sz="2150" spc="55" dirty="0">
                <a:latin typeface="Segoe UI"/>
                <a:cs typeface="Segoe UI"/>
              </a:rPr>
              <a:t>shared</a:t>
            </a:r>
            <a:r>
              <a:rPr sz="2150" spc="380" dirty="0">
                <a:latin typeface="Segoe UI"/>
                <a:cs typeface="Segoe UI"/>
              </a:rPr>
              <a:t> </a:t>
            </a:r>
            <a:r>
              <a:rPr sz="2150" spc="60" dirty="0">
                <a:latin typeface="Segoe UI"/>
                <a:cs typeface="Segoe UI"/>
              </a:rPr>
              <a:t>understanding</a:t>
            </a:r>
            <a:r>
              <a:rPr sz="2150" spc="385" dirty="0">
                <a:latin typeface="Segoe UI"/>
                <a:cs typeface="Segoe UI"/>
              </a:rPr>
              <a:t> </a:t>
            </a:r>
            <a:r>
              <a:rPr sz="2150" dirty="0">
                <a:latin typeface="Segoe UI"/>
                <a:cs typeface="Segoe UI"/>
              </a:rPr>
              <a:t>of</a:t>
            </a:r>
            <a:r>
              <a:rPr sz="2150" spc="380" dirty="0">
                <a:latin typeface="Segoe UI"/>
                <a:cs typeface="Segoe UI"/>
              </a:rPr>
              <a:t> </a:t>
            </a:r>
            <a:r>
              <a:rPr sz="2150" spc="50" dirty="0">
                <a:latin typeface="Segoe UI"/>
                <a:cs typeface="Segoe UI"/>
              </a:rPr>
              <a:t>the</a:t>
            </a:r>
            <a:r>
              <a:rPr sz="2150" spc="380" dirty="0">
                <a:latin typeface="Segoe UI"/>
                <a:cs typeface="Segoe UI"/>
              </a:rPr>
              <a:t> </a:t>
            </a:r>
            <a:r>
              <a:rPr sz="2150" spc="60" dirty="0">
                <a:latin typeface="Segoe UI"/>
                <a:cs typeface="Segoe UI"/>
              </a:rPr>
              <a:t>project</a:t>
            </a:r>
            <a:r>
              <a:rPr sz="2150" spc="405" dirty="0">
                <a:latin typeface="Segoe UI"/>
                <a:cs typeface="Segoe UI"/>
              </a:rPr>
              <a:t> </a:t>
            </a:r>
            <a:r>
              <a:rPr sz="2150" spc="50" dirty="0">
                <a:latin typeface="Segoe UI"/>
                <a:cs typeface="Segoe UI"/>
              </a:rPr>
              <a:t>goals, </a:t>
            </a:r>
            <a:r>
              <a:rPr sz="2150" spc="65" dirty="0">
                <a:latin typeface="Segoe UI"/>
                <a:cs typeface="Segoe UI"/>
              </a:rPr>
              <a:t>expectations,</a:t>
            </a:r>
            <a:r>
              <a:rPr sz="2150" spc="-5" dirty="0">
                <a:latin typeface="Segoe UI"/>
                <a:cs typeface="Segoe UI"/>
              </a:rPr>
              <a:t>  </a:t>
            </a:r>
            <a:r>
              <a:rPr sz="2150" spc="50" dirty="0">
                <a:latin typeface="Segoe UI"/>
                <a:cs typeface="Segoe UI"/>
              </a:rPr>
              <a:t>and</a:t>
            </a:r>
            <a:r>
              <a:rPr sz="2150" spc="5" dirty="0">
                <a:latin typeface="Segoe UI"/>
                <a:cs typeface="Segoe UI"/>
              </a:rPr>
              <a:t>  </a:t>
            </a:r>
            <a:r>
              <a:rPr sz="2150" spc="55" dirty="0">
                <a:latin typeface="Segoe UI"/>
                <a:cs typeface="Segoe UI"/>
              </a:rPr>
              <a:t>roles.</a:t>
            </a:r>
            <a:r>
              <a:rPr sz="2150" dirty="0">
                <a:latin typeface="Segoe UI"/>
                <a:cs typeface="Segoe UI"/>
              </a:rPr>
              <a:t>  </a:t>
            </a:r>
            <a:r>
              <a:rPr sz="2150" spc="65" dirty="0">
                <a:latin typeface="Segoe UI"/>
                <a:cs typeface="Segoe UI"/>
              </a:rPr>
              <a:t>Misalignment</a:t>
            </a:r>
            <a:r>
              <a:rPr sz="2150" spc="15" dirty="0">
                <a:latin typeface="Segoe UI"/>
                <a:cs typeface="Segoe UI"/>
              </a:rPr>
              <a:t>  </a:t>
            </a:r>
            <a:r>
              <a:rPr sz="2150" spc="50" dirty="0">
                <a:latin typeface="Segoe UI"/>
                <a:cs typeface="Segoe UI"/>
              </a:rPr>
              <a:t>can</a:t>
            </a:r>
            <a:r>
              <a:rPr sz="2150" spc="-10" dirty="0">
                <a:latin typeface="Segoe UI"/>
                <a:cs typeface="Segoe UI"/>
              </a:rPr>
              <a:t>  </a:t>
            </a:r>
            <a:r>
              <a:rPr sz="2150" spc="60" dirty="0">
                <a:latin typeface="Segoe UI"/>
                <a:cs typeface="Segoe UI"/>
              </a:rPr>
              <a:t>lead</a:t>
            </a:r>
            <a:r>
              <a:rPr sz="2150" spc="5" dirty="0">
                <a:latin typeface="Segoe UI"/>
                <a:cs typeface="Segoe UI"/>
              </a:rPr>
              <a:t>  </a:t>
            </a:r>
            <a:r>
              <a:rPr sz="2150" dirty="0">
                <a:latin typeface="Segoe UI"/>
                <a:cs typeface="Segoe UI"/>
              </a:rPr>
              <a:t>to</a:t>
            </a:r>
            <a:r>
              <a:rPr sz="2150" spc="10" dirty="0">
                <a:latin typeface="Segoe UI"/>
                <a:cs typeface="Segoe UI"/>
              </a:rPr>
              <a:t>  </a:t>
            </a:r>
            <a:r>
              <a:rPr sz="2150" spc="55" dirty="0">
                <a:latin typeface="Segoe UI"/>
                <a:cs typeface="Segoe UI"/>
              </a:rPr>
              <a:t>conflicts,</a:t>
            </a:r>
            <a:r>
              <a:rPr sz="2150" spc="-5" dirty="0">
                <a:latin typeface="Segoe UI"/>
                <a:cs typeface="Segoe UI"/>
              </a:rPr>
              <a:t>  </a:t>
            </a:r>
            <a:r>
              <a:rPr sz="2150" spc="55" dirty="0">
                <a:latin typeface="Segoe UI"/>
                <a:cs typeface="Segoe UI"/>
              </a:rPr>
              <a:t>misunderstandings, </a:t>
            </a:r>
            <a:r>
              <a:rPr sz="2150" spc="50" dirty="0">
                <a:latin typeface="Segoe UI"/>
                <a:cs typeface="Segoe UI"/>
              </a:rPr>
              <a:t>and</a:t>
            </a:r>
            <a:r>
              <a:rPr sz="2150" spc="160" dirty="0">
                <a:latin typeface="Segoe UI"/>
                <a:cs typeface="Segoe UI"/>
              </a:rPr>
              <a:t> </a:t>
            </a:r>
            <a:r>
              <a:rPr sz="2150" spc="60" dirty="0">
                <a:latin typeface="Segoe UI"/>
                <a:cs typeface="Segoe UI"/>
              </a:rPr>
              <a:t>project</a:t>
            </a:r>
            <a:r>
              <a:rPr sz="2150" spc="175" dirty="0">
                <a:latin typeface="Segoe UI"/>
                <a:cs typeface="Segoe UI"/>
              </a:rPr>
              <a:t> </a:t>
            </a:r>
            <a:r>
              <a:rPr sz="2150" spc="50" dirty="0">
                <a:latin typeface="Segoe UI"/>
                <a:cs typeface="Segoe UI"/>
              </a:rPr>
              <a:t>delays.</a:t>
            </a:r>
            <a:endParaRPr sz="2150">
              <a:latin typeface="Segoe UI"/>
              <a:cs typeface="Segoe U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325913"/>
            <a:ext cx="5569585" cy="374015"/>
          </a:xfrm>
          <a:prstGeom prst="rect">
            <a:avLst/>
          </a:prstGeom>
        </p:spPr>
        <p:txBody>
          <a:bodyPr vert="horz" wrap="square" lIns="0" tIns="16510" rIns="0" bIns="0" rtlCol="0">
            <a:spAutoFit/>
          </a:bodyPr>
          <a:lstStyle/>
          <a:p>
            <a:pPr marL="12700">
              <a:lnSpc>
                <a:spcPct val="100000"/>
              </a:lnSpc>
              <a:spcBef>
                <a:spcPts val="130"/>
              </a:spcBef>
            </a:pPr>
            <a:r>
              <a:rPr dirty="0"/>
              <a:t>Steps</a:t>
            </a:r>
            <a:r>
              <a:rPr spc="180" dirty="0"/>
              <a:t> </a:t>
            </a:r>
            <a:r>
              <a:rPr dirty="0"/>
              <a:t>to</a:t>
            </a:r>
            <a:r>
              <a:rPr spc="185" dirty="0"/>
              <a:t> </a:t>
            </a:r>
            <a:r>
              <a:rPr spc="50" dirty="0"/>
              <a:t>Achieve</a:t>
            </a:r>
            <a:r>
              <a:rPr spc="190" dirty="0"/>
              <a:t> </a:t>
            </a:r>
            <a:r>
              <a:rPr spc="50" dirty="0"/>
              <a:t>Stakeholder</a:t>
            </a:r>
            <a:r>
              <a:rPr spc="180" dirty="0"/>
              <a:t> </a:t>
            </a:r>
            <a:r>
              <a:rPr spc="60" dirty="0"/>
              <a:t>Alignment</a:t>
            </a:r>
          </a:p>
        </p:txBody>
      </p:sp>
      <p:pic>
        <p:nvPicPr>
          <p:cNvPr id="3" name="object 3"/>
          <p:cNvPicPr/>
          <p:nvPr/>
        </p:nvPicPr>
        <p:blipFill>
          <a:blip r:embed="rId2" cstate="print"/>
          <a:stretch>
            <a:fillRect/>
          </a:stretch>
        </p:blipFill>
        <p:spPr>
          <a:xfrm>
            <a:off x="1585912" y="1728787"/>
            <a:ext cx="114299" cy="114299"/>
          </a:xfrm>
          <a:prstGeom prst="rect">
            <a:avLst/>
          </a:prstGeom>
        </p:spPr>
      </p:pic>
      <p:pic>
        <p:nvPicPr>
          <p:cNvPr id="4" name="object 4"/>
          <p:cNvPicPr/>
          <p:nvPr/>
        </p:nvPicPr>
        <p:blipFill>
          <a:blip r:embed="rId3" cstate="print"/>
          <a:stretch>
            <a:fillRect/>
          </a:stretch>
        </p:blipFill>
        <p:spPr>
          <a:xfrm>
            <a:off x="1585912" y="2862262"/>
            <a:ext cx="114299" cy="114299"/>
          </a:xfrm>
          <a:prstGeom prst="rect">
            <a:avLst/>
          </a:prstGeom>
        </p:spPr>
      </p:pic>
      <p:pic>
        <p:nvPicPr>
          <p:cNvPr id="5" name="object 5"/>
          <p:cNvPicPr/>
          <p:nvPr/>
        </p:nvPicPr>
        <p:blipFill>
          <a:blip r:embed="rId4" cstate="print"/>
          <a:stretch>
            <a:fillRect/>
          </a:stretch>
        </p:blipFill>
        <p:spPr>
          <a:xfrm>
            <a:off x="1585912" y="3995737"/>
            <a:ext cx="114299" cy="114299"/>
          </a:xfrm>
          <a:prstGeom prst="rect">
            <a:avLst/>
          </a:prstGeom>
        </p:spPr>
      </p:pic>
      <p:pic>
        <p:nvPicPr>
          <p:cNvPr id="6" name="object 6"/>
          <p:cNvPicPr/>
          <p:nvPr/>
        </p:nvPicPr>
        <p:blipFill>
          <a:blip r:embed="rId5" cstate="print"/>
          <a:stretch>
            <a:fillRect/>
          </a:stretch>
        </p:blipFill>
        <p:spPr>
          <a:xfrm>
            <a:off x="1585912" y="5129212"/>
            <a:ext cx="114299" cy="114299"/>
          </a:xfrm>
          <a:prstGeom prst="rect">
            <a:avLst/>
          </a:prstGeom>
        </p:spPr>
      </p:pic>
      <p:sp>
        <p:nvSpPr>
          <p:cNvPr id="7" name="object 7"/>
          <p:cNvSpPr txBox="1"/>
          <p:nvPr/>
        </p:nvSpPr>
        <p:spPr>
          <a:xfrm>
            <a:off x="973137" y="1035050"/>
            <a:ext cx="9648825" cy="4890770"/>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a:tabLst>
                <a:tab pos="325755" algn="l"/>
              </a:tabLst>
            </a:pPr>
            <a:r>
              <a:rPr sz="2150" spc="65" dirty="0">
                <a:latin typeface="Segoe UI Semibold"/>
                <a:cs typeface="Segoe UI Semibold"/>
              </a:rPr>
              <a:t>Identify</a:t>
            </a:r>
            <a:r>
              <a:rPr sz="2150" spc="200" dirty="0">
                <a:latin typeface="Segoe UI Semibold"/>
                <a:cs typeface="Segoe UI Semibold"/>
              </a:rPr>
              <a:t> </a:t>
            </a:r>
            <a:r>
              <a:rPr sz="2150" spc="40" dirty="0">
                <a:latin typeface="Segoe UI Semibold"/>
                <a:cs typeface="Segoe UI Semibold"/>
              </a:rPr>
              <a:t>Stakeholders</a:t>
            </a:r>
            <a:endParaRPr sz="2150">
              <a:latin typeface="Segoe UI Semibold"/>
              <a:cs typeface="Segoe UI Semibold"/>
            </a:endParaRPr>
          </a:p>
          <a:p>
            <a:pPr marL="878840">
              <a:lnSpc>
                <a:spcPct val="100000"/>
              </a:lnSpc>
              <a:spcBef>
                <a:spcPts val="1845"/>
              </a:spcBef>
            </a:pPr>
            <a:r>
              <a:rPr sz="2150" spc="70" dirty="0">
                <a:latin typeface="Segoe UI Semibold"/>
                <a:cs typeface="Segoe UI Semibold"/>
              </a:rPr>
              <a:t>Example:</a:t>
            </a:r>
            <a:r>
              <a:rPr sz="2150" spc="175" dirty="0">
                <a:latin typeface="Segoe UI Semibold"/>
                <a:cs typeface="Segoe UI Semibold"/>
              </a:rPr>
              <a:t> </a:t>
            </a:r>
            <a:r>
              <a:rPr sz="2150" spc="65" dirty="0">
                <a:latin typeface="Segoe UI"/>
                <a:cs typeface="Segoe UI"/>
              </a:rPr>
              <a:t>Investors,</a:t>
            </a:r>
            <a:r>
              <a:rPr sz="2150" spc="155" dirty="0">
                <a:latin typeface="Segoe UI"/>
                <a:cs typeface="Segoe UI"/>
              </a:rPr>
              <a:t> </a:t>
            </a:r>
            <a:r>
              <a:rPr sz="2150" spc="75" dirty="0">
                <a:latin typeface="Segoe UI"/>
                <a:cs typeface="Segoe UI"/>
              </a:rPr>
              <a:t>end-</a:t>
            </a:r>
            <a:r>
              <a:rPr sz="2150" spc="50" dirty="0">
                <a:latin typeface="Segoe UI"/>
                <a:cs typeface="Segoe UI"/>
              </a:rPr>
              <a:t>users,</a:t>
            </a:r>
            <a:r>
              <a:rPr sz="2150" spc="150" dirty="0">
                <a:latin typeface="Segoe UI"/>
                <a:cs typeface="Segoe UI"/>
              </a:rPr>
              <a:t> </a:t>
            </a:r>
            <a:r>
              <a:rPr sz="2150" spc="65" dirty="0">
                <a:latin typeface="Segoe UI"/>
                <a:cs typeface="Segoe UI"/>
              </a:rPr>
              <a:t>development</a:t>
            </a:r>
            <a:r>
              <a:rPr sz="2150" spc="190" dirty="0">
                <a:latin typeface="Segoe UI"/>
                <a:cs typeface="Segoe UI"/>
              </a:rPr>
              <a:t> </a:t>
            </a:r>
            <a:r>
              <a:rPr sz="2150" spc="70" dirty="0">
                <a:latin typeface="Segoe UI"/>
                <a:cs typeface="Segoe UI"/>
              </a:rPr>
              <a:t>team,</a:t>
            </a:r>
            <a:r>
              <a:rPr sz="2150" spc="155" dirty="0">
                <a:latin typeface="Segoe UI"/>
                <a:cs typeface="Segoe UI"/>
              </a:rPr>
              <a:t> </a:t>
            </a:r>
            <a:r>
              <a:rPr sz="2150" spc="65" dirty="0">
                <a:latin typeface="Segoe UI"/>
                <a:cs typeface="Segoe UI"/>
              </a:rPr>
              <a:t>marketing</a:t>
            </a:r>
            <a:r>
              <a:rPr sz="2150" spc="175" dirty="0">
                <a:latin typeface="Segoe UI"/>
                <a:cs typeface="Segoe UI"/>
              </a:rPr>
              <a:t> </a:t>
            </a:r>
            <a:r>
              <a:rPr sz="2150" spc="60" dirty="0">
                <a:latin typeface="Segoe UI"/>
                <a:cs typeface="Segoe UI"/>
              </a:rPr>
              <a:t>team.</a:t>
            </a:r>
            <a:endParaRPr sz="2150">
              <a:latin typeface="Segoe UI"/>
              <a:cs typeface="Segoe UI"/>
            </a:endParaRPr>
          </a:p>
          <a:p>
            <a:pPr marL="325755" indent="-313055">
              <a:lnSpc>
                <a:spcPct val="100000"/>
              </a:lnSpc>
              <a:spcBef>
                <a:spcPts val="1920"/>
              </a:spcBef>
              <a:buFont typeface="Segoe UI"/>
              <a:buAutoNum type="arabicPeriod" startAt="2"/>
              <a:tabLst>
                <a:tab pos="325755" algn="l"/>
              </a:tabLst>
            </a:pPr>
            <a:r>
              <a:rPr sz="2150" spc="60" dirty="0">
                <a:latin typeface="Segoe UI Semibold"/>
                <a:cs typeface="Segoe UI Semibold"/>
              </a:rPr>
              <a:t>Understand</a:t>
            </a:r>
            <a:r>
              <a:rPr sz="2150" spc="175" dirty="0">
                <a:latin typeface="Segoe UI Semibold"/>
                <a:cs typeface="Segoe UI Semibold"/>
              </a:rPr>
              <a:t> </a:t>
            </a:r>
            <a:r>
              <a:rPr sz="2150" spc="45" dirty="0">
                <a:latin typeface="Segoe UI Semibold"/>
                <a:cs typeface="Segoe UI Semibold"/>
              </a:rPr>
              <a:t>Stakeholder</a:t>
            </a:r>
            <a:r>
              <a:rPr sz="2150" spc="245" dirty="0">
                <a:latin typeface="Segoe UI Semibold"/>
                <a:cs typeface="Segoe UI Semibold"/>
              </a:rPr>
              <a:t> </a:t>
            </a:r>
            <a:r>
              <a:rPr sz="2150" dirty="0">
                <a:latin typeface="Segoe UI Semibold"/>
                <a:cs typeface="Segoe UI Semibold"/>
              </a:rPr>
              <a:t>Needs</a:t>
            </a:r>
            <a:r>
              <a:rPr sz="2150" spc="270" dirty="0">
                <a:latin typeface="Segoe UI Semibold"/>
                <a:cs typeface="Segoe UI Semibold"/>
              </a:rPr>
              <a:t> </a:t>
            </a:r>
            <a:r>
              <a:rPr sz="2150" spc="50" dirty="0">
                <a:latin typeface="Segoe UI Semibold"/>
                <a:cs typeface="Segoe UI Semibold"/>
              </a:rPr>
              <a:t>and</a:t>
            </a:r>
            <a:r>
              <a:rPr sz="2150" spc="185" dirty="0">
                <a:latin typeface="Segoe UI Semibold"/>
                <a:cs typeface="Segoe UI Semibold"/>
              </a:rPr>
              <a:t> </a:t>
            </a:r>
            <a:r>
              <a:rPr sz="2150" spc="55" dirty="0">
                <a:latin typeface="Segoe UI Semibold"/>
                <a:cs typeface="Segoe UI Semibold"/>
              </a:rPr>
              <a:t>Expectations</a:t>
            </a:r>
            <a:endParaRPr sz="2150">
              <a:latin typeface="Segoe UI Semibold"/>
              <a:cs typeface="Segoe UI Semibold"/>
            </a:endParaRPr>
          </a:p>
          <a:p>
            <a:pPr marL="878840">
              <a:lnSpc>
                <a:spcPct val="100000"/>
              </a:lnSpc>
              <a:spcBef>
                <a:spcPts val="1845"/>
              </a:spcBef>
            </a:pPr>
            <a:r>
              <a:rPr sz="2150" spc="55" dirty="0">
                <a:latin typeface="Segoe UI"/>
                <a:cs typeface="Segoe UI"/>
              </a:rPr>
              <a:t>Conduct</a:t>
            </a:r>
            <a:r>
              <a:rPr sz="2150" spc="215" dirty="0">
                <a:latin typeface="Segoe UI"/>
                <a:cs typeface="Segoe UI"/>
              </a:rPr>
              <a:t> </a:t>
            </a:r>
            <a:r>
              <a:rPr sz="2150" spc="65" dirty="0">
                <a:latin typeface="Segoe UI"/>
                <a:cs typeface="Segoe UI"/>
              </a:rPr>
              <a:t>interviews</a:t>
            </a:r>
            <a:r>
              <a:rPr sz="2150" spc="175" dirty="0">
                <a:latin typeface="Segoe UI"/>
                <a:cs typeface="Segoe UI"/>
              </a:rPr>
              <a:t> </a:t>
            </a:r>
            <a:r>
              <a:rPr sz="2150" dirty="0">
                <a:latin typeface="Segoe UI"/>
                <a:cs typeface="Segoe UI"/>
              </a:rPr>
              <a:t>or</a:t>
            </a:r>
            <a:r>
              <a:rPr sz="2150" spc="190" dirty="0">
                <a:latin typeface="Segoe UI"/>
                <a:cs typeface="Segoe UI"/>
              </a:rPr>
              <a:t> </a:t>
            </a:r>
            <a:r>
              <a:rPr sz="2150" spc="60" dirty="0">
                <a:latin typeface="Segoe UI"/>
                <a:cs typeface="Segoe UI"/>
              </a:rPr>
              <a:t>surveys</a:t>
            </a:r>
            <a:r>
              <a:rPr sz="2150" spc="175" dirty="0">
                <a:latin typeface="Segoe UI"/>
                <a:cs typeface="Segoe UI"/>
              </a:rPr>
              <a:t> </a:t>
            </a:r>
            <a:r>
              <a:rPr sz="2150" dirty="0">
                <a:latin typeface="Segoe UI"/>
                <a:cs typeface="Segoe UI"/>
              </a:rPr>
              <a:t>to</a:t>
            </a:r>
            <a:r>
              <a:rPr sz="2150" spc="204" dirty="0">
                <a:latin typeface="Segoe UI"/>
                <a:cs typeface="Segoe UI"/>
              </a:rPr>
              <a:t> </a:t>
            </a:r>
            <a:r>
              <a:rPr sz="2150" spc="60" dirty="0">
                <a:latin typeface="Segoe UI"/>
                <a:cs typeface="Segoe UI"/>
              </a:rPr>
              <a:t>gather</a:t>
            </a:r>
            <a:r>
              <a:rPr sz="2150" spc="190" dirty="0">
                <a:latin typeface="Segoe UI"/>
                <a:cs typeface="Segoe UI"/>
              </a:rPr>
              <a:t> </a:t>
            </a:r>
            <a:r>
              <a:rPr sz="2150" spc="45" dirty="0">
                <a:latin typeface="Segoe UI"/>
                <a:cs typeface="Segoe UI"/>
              </a:rPr>
              <a:t>input.</a:t>
            </a:r>
            <a:endParaRPr sz="2150">
              <a:latin typeface="Segoe UI"/>
              <a:cs typeface="Segoe UI"/>
            </a:endParaRPr>
          </a:p>
          <a:p>
            <a:pPr marL="325755" indent="-313055">
              <a:lnSpc>
                <a:spcPct val="100000"/>
              </a:lnSpc>
              <a:spcBef>
                <a:spcPts val="1920"/>
              </a:spcBef>
              <a:buFont typeface="Segoe UI"/>
              <a:buAutoNum type="arabicPeriod" startAt="3"/>
              <a:tabLst>
                <a:tab pos="325755" algn="l"/>
              </a:tabLst>
            </a:pPr>
            <a:r>
              <a:rPr sz="2150" spc="80" dirty="0">
                <a:latin typeface="Segoe UI Semibold"/>
                <a:cs typeface="Segoe UI Semibold"/>
              </a:rPr>
              <a:t>Communicate</a:t>
            </a:r>
            <a:r>
              <a:rPr sz="2150" spc="125" dirty="0">
                <a:latin typeface="Segoe UI Semibold"/>
                <a:cs typeface="Segoe UI Semibold"/>
              </a:rPr>
              <a:t> </a:t>
            </a:r>
            <a:r>
              <a:rPr sz="2150" spc="65" dirty="0">
                <a:latin typeface="Segoe UI Semibold"/>
                <a:cs typeface="Segoe UI Semibold"/>
              </a:rPr>
              <a:t>Effectively</a:t>
            </a:r>
            <a:endParaRPr sz="2150">
              <a:latin typeface="Segoe UI Semibold"/>
              <a:cs typeface="Segoe UI Semibold"/>
            </a:endParaRPr>
          </a:p>
          <a:p>
            <a:pPr marL="878840">
              <a:lnSpc>
                <a:spcPct val="100000"/>
              </a:lnSpc>
              <a:spcBef>
                <a:spcPts val="1845"/>
              </a:spcBef>
            </a:pPr>
            <a:r>
              <a:rPr sz="2150" spc="45" dirty="0">
                <a:latin typeface="Segoe UI"/>
                <a:cs typeface="Segoe UI"/>
              </a:rPr>
              <a:t>Regular</a:t>
            </a:r>
            <a:r>
              <a:rPr sz="2150" spc="165" dirty="0">
                <a:latin typeface="Segoe UI"/>
                <a:cs typeface="Segoe UI"/>
              </a:rPr>
              <a:t> </a:t>
            </a:r>
            <a:r>
              <a:rPr sz="2150" spc="65" dirty="0">
                <a:latin typeface="Segoe UI"/>
                <a:cs typeface="Segoe UI"/>
              </a:rPr>
              <a:t>updates</a:t>
            </a:r>
            <a:r>
              <a:rPr sz="2150" spc="155" dirty="0">
                <a:latin typeface="Segoe UI"/>
                <a:cs typeface="Segoe UI"/>
              </a:rPr>
              <a:t> </a:t>
            </a:r>
            <a:r>
              <a:rPr sz="2150" spc="60" dirty="0">
                <a:latin typeface="Segoe UI"/>
                <a:cs typeface="Segoe UI"/>
              </a:rPr>
              <a:t>through</a:t>
            </a:r>
            <a:r>
              <a:rPr sz="2150" spc="145" dirty="0">
                <a:latin typeface="Segoe UI"/>
                <a:cs typeface="Segoe UI"/>
              </a:rPr>
              <a:t> </a:t>
            </a:r>
            <a:r>
              <a:rPr sz="2150" spc="65" dirty="0">
                <a:latin typeface="Segoe UI"/>
                <a:cs typeface="Segoe UI"/>
              </a:rPr>
              <a:t>meetings,</a:t>
            </a:r>
            <a:r>
              <a:rPr sz="2150" spc="150" dirty="0">
                <a:latin typeface="Segoe UI"/>
                <a:cs typeface="Segoe UI"/>
              </a:rPr>
              <a:t> </a:t>
            </a:r>
            <a:r>
              <a:rPr sz="2150" spc="60" dirty="0">
                <a:latin typeface="Segoe UI"/>
                <a:cs typeface="Segoe UI"/>
              </a:rPr>
              <a:t>reports,</a:t>
            </a:r>
            <a:r>
              <a:rPr sz="2150" spc="155" dirty="0">
                <a:latin typeface="Segoe UI"/>
                <a:cs typeface="Segoe UI"/>
              </a:rPr>
              <a:t> </a:t>
            </a:r>
            <a:r>
              <a:rPr sz="2150" spc="50" dirty="0">
                <a:latin typeface="Segoe UI"/>
                <a:cs typeface="Segoe UI"/>
              </a:rPr>
              <a:t>and</a:t>
            </a:r>
            <a:r>
              <a:rPr sz="2150" spc="170" dirty="0">
                <a:latin typeface="Segoe UI"/>
                <a:cs typeface="Segoe UI"/>
              </a:rPr>
              <a:t> </a:t>
            </a:r>
            <a:r>
              <a:rPr sz="2150" spc="55" dirty="0">
                <a:latin typeface="Segoe UI"/>
                <a:cs typeface="Segoe UI"/>
              </a:rPr>
              <a:t>dashboards.</a:t>
            </a:r>
            <a:endParaRPr sz="2150">
              <a:latin typeface="Segoe UI"/>
              <a:cs typeface="Segoe UI"/>
            </a:endParaRPr>
          </a:p>
          <a:p>
            <a:pPr marL="325755" indent="-313055">
              <a:lnSpc>
                <a:spcPct val="100000"/>
              </a:lnSpc>
              <a:spcBef>
                <a:spcPts val="1920"/>
              </a:spcBef>
              <a:buFont typeface="Segoe UI"/>
              <a:buAutoNum type="arabicPeriod" startAt="4"/>
              <a:tabLst>
                <a:tab pos="325755" algn="l"/>
              </a:tabLst>
            </a:pPr>
            <a:r>
              <a:rPr sz="2150" spc="60" dirty="0">
                <a:latin typeface="Segoe UI Semibold"/>
                <a:cs typeface="Segoe UI Semibold"/>
              </a:rPr>
              <a:t>Manage</a:t>
            </a:r>
            <a:r>
              <a:rPr sz="2150" spc="120" dirty="0">
                <a:latin typeface="Segoe UI Semibold"/>
                <a:cs typeface="Segoe UI Semibold"/>
              </a:rPr>
              <a:t> </a:t>
            </a:r>
            <a:r>
              <a:rPr sz="2150" spc="55" dirty="0">
                <a:latin typeface="Segoe UI Semibold"/>
                <a:cs typeface="Segoe UI Semibold"/>
              </a:rPr>
              <a:t>Expectations</a:t>
            </a:r>
            <a:endParaRPr sz="2150">
              <a:latin typeface="Segoe UI Semibold"/>
              <a:cs typeface="Segoe UI Semibold"/>
            </a:endParaRPr>
          </a:p>
          <a:p>
            <a:pPr marL="878840">
              <a:lnSpc>
                <a:spcPct val="100000"/>
              </a:lnSpc>
              <a:spcBef>
                <a:spcPts val="1845"/>
              </a:spcBef>
            </a:pPr>
            <a:r>
              <a:rPr sz="2150" dirty="0">
                <a:latin typeface="Segoe UI"/>
                <a:cs typeface="Segoe UI"/>
              </a:rPr>
              <a:t>Set</a:t>
            </a:r>
            <a:r>
              <a:rPr sz="2150" spc="215" dirty="0">
                <a:latin typeface="Segoe UI"/>
                <a:cs typeface="Segoe UI"/>
              </a:rPr>
              <a:t> </a:t>
            </a:r>
            <a:r>
              <a:rPr sz="2150" spc="65" dirty="0">
                <a:latin typeface="Segoe UI"/>
                <a:cs typeface="Segoe UI"/>
              </a:rPr>
              <a:t>realistic</a:t>
            </a:r>
            <a:r>
              <a:rPr sz="2150" spc="170" dirty="0">
                <a:latin typeface="Segoe UI"/>
                <a:cs typeface="Segoe UI"/>
              </a:rPr>
              <a:t> </a:t>
            </a:r>
            <a:r>
              <a:rPr sz="2150" spc="60" dirty="0">
                <a:latin typeface="Segoe UI"/>
                <a:cs typeface="Segoe UI"/>
              </a:rPr>
              <a:t>goals</a:t>
            </a:r>
            <a:r>
              <a:rPr sz="2150" spc="175" dirty="0">
                <a:latin typeface="Segoe UI"/>
                <a:cs typeface="Segoe UI"/>
              </a:rPr>
              <a:t> </a:t>
            </a:r>
            <a:r>
              <a:rPr sz="2150" spc="50" dirty="0">
                <a:latin typeface="Segoe UI"/>
                <a:cs typeface="Segoe UI"/>
              </a:rPr>
              <a:t>and</a:t>
            </a:r>
            <a:r>
              <a:rPr sz="2150" spc="200" dirty="0">
                <a:latin typeface="Segoe UI"/>
                <a:cs typeface="Segoe UI"/>
              </a:rPr>
              <a:t> </a:t>
            </a:r>
            <a:r>
              <a:rPr sz="2150" spc="65" dirty="0">
                <a:latin typeface="Segoe UI"/>
                <a:cs typeface="Segoe UI"/>
              </a:rPr>
              <a:t>timelines</a:t>
            </a:r>
            <a:r>
              <a:rPr sz="2150" spc="175" dirty="0">
                <a:latin typeface="Segoe UI"/>
                <a:cs typeface="Segoe UI"/>
              </a:rPr>
              <a:t> </a:t>
            </a:r>
            <a:r>
              <a:rPr sz="2150" dirty="0">
                <a:latin typeface="Segoe UI"/>
                <a:cs typeface="Segoe UI"/>
              </a:rPr>
              <a:t>to</a:t>
            </a:r>
            <a:r>
              <a:rPr sz="2150" spc="200" dirty="0">
                <a:latin typeface="Segoe UI"/>
                <a:cs typeface="Segoe UI"/>
              </a:rPr>
              <a:t> </a:t>
            </a:r>
            <a:r>
              <a:rPr sz="2150" spc="60" dirty="0">
                <a:latin typeface="Segoe UI"/>
                <a:cs typeface="Segoe UI"/>
              </a:rPr>
              <a:t>prevent</a:t>
            </a:r>
            <a:r>
              <a:rPr sz="2150" spc="215" dirty="0">
                <a:latin typeface="Segoe UI"/>
                <a:cs typeface="Segoe UI"/>
              </a:rPr>
              <a:t> </a:t>
            </a:r>
            <a:r>
              <a:rPr sz="2150" spc="60" dirty="0">
                <a:latin typeface="Segoe UI"/>
                <a:cs typeface="Segoe UI"/>
              </a:rPr>
              <a:t>disappointment.</a:t>
            </a:r>
            <a:endParaRPr sz="2150">
              <a:latin typeface="Segoe UI"/>
              <a:cs typeface="Segoe UI"/>
            </a:endParaRPr>
          </a:p>
          <a:p>
            <a:pPr marL="325755" indent="-313055">
              <a:lnSpc>
                <a:spcPct val="100000"/>
              </a:lnSpc>
              <a:spcBef>
                <a:spcPts val="1920"/>
              </a:spcBef>
              <a:buFont typeface="Segoe UI"/>
              <a:buAutoNum type="arabicPeriod" startAt="5"/>
              <a:tabLst>
                <a:tab pos="325755" algn="l"/>
              </a:tabLst>
            </a:pPr>
            <a:r>
              <a:rPr sz="2150" spc="50" dirty="0">
                <a:latin typeface="Segoe UI Semibold"/>
                <a:cs typeface="Segoe UI Semibold"/>
              </a:rPr>
              <a:t>Engage</a:t>
            </a:r>
            <a:r>
              <a:rPr sz="2150" spc="145" dirty="0">
                <a:latin typeface="Segoe UI Semibold"/>
                <a:cs typeface="Segoe UI Semibold"/>
              </a:rPr>
              <a:t> </a:t>
            </a:r>
            <a:r>
              <a:rPr sz="2150" spc="50" dirty="0">
                <a:latin typeface="Segoe UI Semibold"/>
                <a:cs typeface="Segoe UI Semibold"/>
              </a:rPr>
              <a:t>Stakeholders</a:t>
            </a:r>
            <a:r>
              <a:rPr sz="2150" spc="220" dirty="0">
                <a:latin typeface="Segoe UI Semibold"/>
                <a:cs typeface="Segoe UI Semibold"/>
              </a:rPr>
              <a:t> </a:t>
            </a:r>
            <a:r>
              <a:rPr sz="2150" spc="60" dirty="0">
                <a:latin typeface="Segoe UI Semibold"/>
                <a:cs typeface="Segoe UI Semibold"/>
              </a:rPr>
              <a:t>in</a:t>
            </a:r>
            <a:r>
              <a:rPr sz="2150" spc="180" dirty="0">
                <a:latin typeface="Segoe UI Semibold"/>
                <a:cs typeface="Segoe UI Semibold"/>
              </a:rPr>
              <a:t> </a:t>
            </a:r>
            <a:r>
              <a:rPr sz="2150" spc="90" dirty="0">
                <a:latin typeface="Segoe UI Semibold"/>
                <a:cs typeface="Segoe UI Semibold"/>
              </a:rPr>
              <a:t>Decision-</a:t>
            </a:r>
            <a:r>
              <a:rPr sz="2150" spc="60" dirty="0">
                <a:latin typeface="Segoe UI Semibold"/>
                <a:cs typeface="Segoe UI Semibold"/>
              </a:rPr>
              <a:t>Making</a:t>
            </a:r>
            <a:endParaRPr sz="2150">
              <a:latin typeface="Segoe UI Semibold"/>
              <a:cs typeface="Segoe UI Semibold"/>
            </a:endParaRPr>
          </a:p>
        </p:txBody>
      </p:sp>
      <p:pic>
        <p:nvPicPr>
          <p:cNvPr id="8" name="object 8"/>
          <p:cNvPicPr/>
          <p:nvPr/>
        </p:nvPicPr>
        <p:blipFill>
          <a:blip r:embed="rId6" cstate="print"/>
          <a:stretch>
            <a:fillRect/>
          </a:stretch>
        </p:blipFill>
        <p:spPr>
          <a:xfrm>
            <a:off x="1585912" y="6262687"/>
            <a:ext cx="114299" cy="114299"/>
          </a:xfrm>
          <a:prstGeom prst="rect">
            <a:avLst/>
          </a:prstGeom>
        </p:spPr>
      </p:pic>
      <p:sp>
        <p:nvSpPr>
          <p:cNvPr id="9" name="object 9"/>
          <p:cNvSpPr txBox="1"/>
          <p:nvPr/>
        </p:nvSpPr>
        <p:spPr>
          <a:xfrm>
            <a:off x="1839912" y="6130924"/>
            <a:ext cx="8724900" cy="356870"/>
          </a:xfrm>
          <a:prstGeom prst="rect">
            <a:avLst/>
          </a:prstGeom>
        </p:spPr>
        <p:txBody>
          <a:bodyPr vert="horz" wrap="square" lIns="0" tIns="15875" rIns="0" bIns="0" rtlCol="0">
            <a:spAutoFit/>
          </a:bodyPr>
          <a:lstStyle/>
          <a:p>
            <a:pPr marL="12700">
              <a:lnSpc>
                <a:spcPct val="100000"/>
              </a:lnSpc>
              <a:spcBef>
                <a:spcPts val="125"/>
              </a:spcBef>
            </a:pPr>
            <a:r>
              <a:rPr sz="2150" spc="65" dirty="0">
                <a:latin typeface="Segoe UI"/>
                <a:cs typeface="Segoe UI"/>
              </a:rPr>
              <a:t>Involve</a:t>
            </a:r>
            <a:r>
              <a:rPr sz="2150" spc="190" dirty="0">
                <a:latin typeface="Segoe UI"/>
                <a:cs typeface="Segoe UI"/>
              </a:rPr>
              <a:t> </a:t>
            </a:r>
            <a:r>
              <a:rPr sz="2150" dirty="0">
                <a:latin typeface="Segoe UI"/>
                <a:cs typeface="Segoe UI"/>
              </a:rPr>
              <a:t>key</a:t>
            </a:r>
            <a:r>
              <a:rPr sz="2150" spc="204" dirty="0">
                <a:latin typeface="Segoe UI"/>
                <a:cs typeface="Segoe UI"/>
              </a:rPr>
              <a:t> </a:t>
            </a:r>
            <a:r>
              <a:rPr sz="2150" spc="65" dirty="0">
                <a:latin typeface="Segoe UI"/>
                <a:cs typeface="Segoe UI"/>
              </a:rPr>
              <a:t>stakeholders</a:t>
            </a:r>
            <a:r>
              <a:rPr sz="2150" spc="180" dirty="0">
                <a:latin typeface="Segoe UI"/>
                <a:cs typeface="Segoe UI"/>
              </a:rPr>
              <a:t> </a:t>
            </a:r>
            <a:r>
              <a:rPr sz="2150" dirty="0">
                <a:latin typeface="Segoe UI"/>
                <a:cs typeface="Segoe UI"/>
              </a:rPr>
              <a:t>in</a:t>
            </a:r>
            <a:r>
              <a:rPr sz="2150" spc="175" dirty="0">
                <a:latin typeface="Segoe UI"/>
                <a:cs typeface="Segoe UI"/>
              </a:rPr>
              <a:t> </a:t>
            </a:r>
            <a:r>
              <a:rPr sz="2150" spc="60" dirty="0">
                <a:latin typeface="Segoe UI"/>
                <a:cs typeface="Segoe UI"/>
              </a:rPr>
              <a:t>critical</a:t>
            </a:r>
            <a:r>
              <a:rPr sz="2150" spc="204" dirty="0">
                <a:latin typeface="Segoe UI"/>
                <a:cs typeface="Segoe UI"/>
              </a:rPr>
              <a:t> </a:t>
            </a:r>
            <a:r>
              <a:rPr sz="2150" spc="55" dirty="0">
                <a:latin typeface="Segoe UI"/>
                <a:cs typeface="Segoe UI"/>
              </a:rPr>
              <a:t>decisions</a:t>
            </a:r>
            <a:r>
              <a:rPr sz="2150" spc="180" dirty="0">
                <a:latin typeface="Segoe UI"/>
                <a:cs typeface="Segoe UI"/>
              </a:rPr>
              <a:t> </a:t>
            </a:r>
            <a:r>
              <a:rPr sz="2150" dirty="0">
                <a:latin typeface="Segoe UI"/>
                <a:cs typeface="Segoe UI"/>
              </a:rPr>
              <a:t>to</a:t>
            </a:r>
            <a:r>
              <a:rPr sz="2150" spc="210" dirty="0">
                <a:latin typeface="Segoe UI"/>
                <a:cs typeface="Segoe UI"/>
              </a:rPr>
              <a:t> </a:t>
            </a:r>
            <a:r>
              <a:rPr sz="2150" spc="50" dirty="0">
                <a:latin typeface="Segoe UI"/>
                <a:cs typeface="Segoe UI"/>
              </a:rPr>
              <a:t>ensure</a:t>
            </a:r>
            <a:r>
              <a:rPr sz="2150" spc="190" dirty="0">
                <a:latin typeface="Segoe UI"/>
                <a:cs typeface="Segoe UI"/>
              </a:rPr>
              <a:t> </a:t>
            </a:r>
            <a:r>
              <a:rPr sz="2150" spc="55" dirty="0">
                <a:latin typeface="Segoe UI"/>
                <a:cs typeface="Segoe UI"/>
              </a:rPr>
              <a:t>their</a:t>
            </a:r>
            <a:r>
              <a:rPr sz="2150" spc="195" dirty="0">
                <a:latin typeface="Segoe UI"/>
                <a:cs typeface="Segoe UI"/>
              </a:rPr>
              <a:t> </a:t>
            </a:r>
            <a:r>
              <a:rPr sz="2150" spc="80" dirty="0">
                <a:latin typeface="Segoe UI"/>
                <a:cs typeface="Segoe UI"/>
              </a:rPr>
              <a:t>buy-</a:t>
            </a:r>
            <a:r>
              <a:rPr sz="2150" spc="-25" dirty="0">
                <a:latin typeface="Segoe UI"/>
                <a:cs typeface="Segoe UI"/>
              </a:rPr>
              <a:t>in.</a:t>
            </a:r>
            <a:endParaRPr sz="2150">
              <a:latin typeface="Segoe UI"/>
              <a:cs typeface="Segoe UI"/>
            </a:endParaRPr>
          </a:p>
        </p:txBody>
      </p:sp>
      <p:sp>
        <p:nvSpPr>
          <p:cNvPr id="10" name="object 10"/>
          <p:cNvSpPr txBox="1"/>
          <p:nvPr/>
        </p:nvSpPr>
        <p:spPr>
          <a:xfrm>
            <a:off x="11626849" y="6340474"/>
            <a:ext cx="28257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777777"/>
                </a:solidFill>
                <a:latin typeface="Segoe UI"/>
                <a:cs typeface="Segoe UI"/>
              </a:rPr>
              <a:t>25</a:t>
            </a:r>
            <a:endParaRPr sz="1800">
              <a:latin typeface="Segoe UI"/>
              <a:cs typeface="Segoe UI"/>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26</a:t>
            </a:r>
          </a:p>
        </p:txBody>
      </p:sp>
      <p:sp>
        <p:nvSpPr>
          <p:cNvPr id="2" name="object 2"/>
          <p:cNvSpPr txBox="1">
            <a:spLocks noGrp="1"/>
          </p:cNvSpPr>
          <p:nvPr>
            <p:ph type="title"/>
          </p:nvPr>
        </p:nvSpPr>
        <p:spPr>
          <a:xfrm>
            <a:off x="735012" y="2126138"/>
            <a:ext cx="2465705" cy="374015"/>
          </a:xfrm>
          <a:prstGeom prst="rect">
            <a:avLst/>
          </a:prstGeom>
        </p:spPr>
        <p:txBody>
          <a:bodyPr vert="horz" wrap="square" lIns="0" tIns="16510" rIns="0" bIns="0" rtlCol="0">
            <a:spAutoFit/>
          </a:bodyPr>
          <a:lstStyle/>
          <a:p>
            <a:pPr marL="12700">
              <a:lnSpc>
                <a:spcPct val="100000"/>
              </a:lnSpc>
              <a:spcBef>
                <a:spcPts val="130"/>
              </a:spcBef>
            </a:pPr>
            <a:r>
              <a:rPr spc="70" dirty="0"/>
              <a:t>Example</a:t>
            </a:r>
            <a:r>
              <a:rPr spc="130" dirty="0"/>
              <a:t> </a:t>
            </a:r>
            <a:r>
              <a:rPr spc="50" dirty="0"/>
              <a:t>Scenario</a:t>
            </a:r>
          </a:p>
        </p:txBody>
      </p:sp>
      <p:sp>
        <p:nvSpPr>
          <p:cNvPr id="3" name="object 3"/>
          <p:cNvSpPr txBox="1"/>
          <p:nvPr/>
        </p:nvSpPr>
        <p:spPr>
          <a:xfrm>
            <a:off x="735012" y="2585720"/>
            <a:ext cx="10715625" cy="1684307"/>
          </a:xfrm>
          <a:prstGeom prst="rect">
            <a:avLst/>
          </a:prstGeom>
        </p:spPr>
        <p:txBody>
          <a:bodyPr vert="horz" wrap="square" lIns="0" tIns="16510" rIns="0" bIns="0" rtlCol="0">
            <a:spAutoFit/>
          </a:bodyPr>
          <a:lstStyle/>
          <a:p>
            <a:pPr marL="12700" marR="5080" algn="just">
              <a:lnSpc>
                <a:spcPct val="126499"/>
              </a:lnSpc>
              <a:spcBef>
                <a:spcPts val="130"/>
              </a:spcBef>
            </a:pPr>
            <a:r>
              <a:rPr sz="2150" spc="50" dirty="0">
                <a:latin typeface="Segoe UI"/>
                <a:cs typeface="Segoe UI"/>
              </a:rPr>
              <a:t>In</a:t>
            </a:r>
            <a:r>
              <a:rPr sz="2150" spc="505" dirty="0">
                <a:latin typeface="Segoe UI"/>
                <a:cs typeface="Segoe UI"/>
              </a:rPr>
              <a:t> </a:t>
            </a:r>
            <a:r>
              <a:rPr sz="2150" spc="65" dirty="0">
                <a:latin typeface="Segoe UI"/>
                <a:cs typeface="Segoe UI"/>
              </a:rPr>
              <a:t>developing</a:t>
            </a:r>
            <a:r>
              <a:rPr sz="2150" spc="530" dirty="0">
                <a:latin typeface="Segoe UI"/>
                <a:cs typeface="Segoe UI"/>
              </a:rPr>
              <a:t> </a:t>
            </a:r>
            <a:r>
              <a:rPr sz="2150" dirty="0">
                <a:latin typeface="Segoe UI"/>
                <a:cs typeface="Segoe UI"/>
              </a:rPr>
              <a:t>a</a:t>
            </a:r>
            <a:r>
              <a:rPr sz="2150" spc="-20" dirty="0">
                <a:latin typeface="Segoe UI"/>
                <a:cs typeface="Segoe UI"/>
              </a:rPr>
              <a:t>  </a:t>
            </a:r>
            <a:r>
              <a:rPr sz="2150" spc="60" dirty="0">
                <a:latin typeface="Segoe UI"/>
                <a:cs typeface="Segoe UI"/>
              </a:rPr>
              <a:t>healthcare</a:t>
            </a:r>
            <a:r>
              <a:rPr sz="2150" spc="530" dirty="0">
                <a:latin typeface="Segoe UI"/>
                <a:cs typeface="Segoe UI"/>
              </a:rPr>
              <a:t> </a:t>
            </a:r>
            <a:r>
              <a:rPr sz="2150" spc="65" dirty="0">
                <a:latin typeface="Segoe UI"/>
                <a:cs typeface="Segoe UI"/>
              </a:rPr>
              <a:t>app,</a:t>
            </a:r>
            <a:r>
              <a:rPr sz="2150" spc="515" dirty="0">
                <a:latin typeface="Segoe UI"/>
                <a:cs typeface="Segoe UI"/>
              </a:rPr>
              <a:t> </a:t>
            </a:r>
            <a:r>
              <a:rPr sz="2150" spc="65" dirty="0">
                <a:latin typeface="Segoe UI"/>
                <a:cs typeface="Segoe UI"/>
              </a:rPr>
              <a:t>stakeholders</a:t>
            </a:r>
            <a:r>
              <a:rPr sz="2150" spc="515" dirty="0">
                <a:latin typeface="Segoe UI"/>
                <a:cs typeface="Segoe UI"/>
              </a:rPr>
              <a:t> </a:t>
            </a:r>
            <a:r>
              <a:rPr sz="2150" spc="55" dirty="0">
                <a:latin typeface="Segoe UI"/>
                <a:cs typeface="Segoe UI"/>
              </a:rPr>
              <a:t>include</a:t>
            </a:r>
            <a:r>
              <a:rPr sz="2150" spc="525" dirty="0">
                <a:latin typeface="Segoe UI"/>
                <a:cs typeface="Segoe UI"/>
              </a:rPr>
              <a:t> </a:t>
            </a:r>
            <a:r>
              <a:rPr sz="2150" spc="60" dirty="0">
                <a:latin typeface="Segoe UI"/>
                <a:cs typeface="Segoe UI"/>
              </a:rPr>
              <a:t>doctors,</a:t>
            </a:r>
            <a:r>
              <a:rPr sz="2150" spc="515" dirty="0">
                <a:latin typeface="Segoe UI"/>
                <a:cs typeface="Segoe UI"/>
              </a:rPr>
              <a:t> </a:t>
            </a:r>
            <a:r>
              <a:rPr sz="2150" spc="65" dirty="0">
                <a:latin typeface="Segoe UI"/>
                <a:cs typeface="Segoe UI"/>
              </a:rPr>
              <a:t>patients,</a:t>
            </a:r>
            <a:r>
              <a:rPr sz="2150" spc="509" dirty="0">
                <a:latin typeface="Segoe UI"/>
                <a:cs typeface="Segoe UI"/>
              </a:rPr>
              <a:t> </a:t>
            </a:r>
            <a:r>
              <a:rPr sz="2150" spc="50" dirty="0">
                <a:latin typeface="Segoe UI"/>
                <a:cs typeface="Segoe UI"/>
              </a:rPr>
              <a:t>IT</a:t>
            </a:r>
            <a:r>
              <a:rPr sz="2150" spc="525" dirty="0">
                <a:latin typeface="Segoe UI"/>
                <a:cs typeface="Segoe UI"/>
              </a:rPr>
              <a:t> </a:t>
            </a:r>
            <a:r>
              <a:rPr sz="2150" spc="50" dirty="0" smtClean="0">
                <a:latin typeface="Segoe UI"/>
                <a:cs typeface="Segoe UI"/>
              </a:rPr>
              <a:t>staf</a:t>
            </a:r>
            <a:r>
              <a:rPr lang="en-US" sz="2150" spc="50" dirty="0" smtClean="0">
                <a:latin typeface="Segoe UI"/>
                <a:cs typeface="Segoe UI"/>
              </a:rPr>
              <a:t>f</a:t>
            </a:r>
            <a:r>
              <a:rPr sz="2150" spc="60" dirty="0" smtClean="0">
                <a:latin typeface="Segoe UI"/>
                <a:cs typeface="Segoe UI"/>
              </a:rPr>
              <a:t>.</a:t>
            </a:r>
            <a:r>
              <a:rPr sz="2150" spc="150" dirty="0" smtClean="0">
                <a:latin typeface="Segoe UI"/>
                <a:cs typeface="Segoe UI"/>
              </a:rPr>
              <a:t> </a:t>
            </a:r>
            <a:r>
              <a:rPr sz="2150" spc="60" dirty="0">
                <a:latin typeface="Segoe UI"/>
                <a:cs typeface="Segoe UI"/>
              </a:rPr>
              <a:t>Aligning</a:t>
            </a:r>
            <a:r>
              <a:rPr sz="2150" spc="170" dirty="0">
                <a:latin typeface="Segoe UI"/>
                <a:cs typeface="Segoe UI"/>
              </a:rPr>
              <a:t> </a:t>
            </a:r>
            <a:r>
              <a:rPr sz="2150" spc="55" dirty="0">
                <a:latin typeface="Segoe UI"/>
                <a:cs typeface="Segoe UI"/>
              </a:rPr>
              <a:t>these</a:t>
            </a:r>
            <a:r>
              <a:rPr sz="2150" spc="160" dirty="0">
                <a:latin typeface="Segoe UI"/>
                <a:cs typeface="Segoe UI"/>
              </a:rPr>
              <a:t> </a:t>
            </a:r>
            <a:r>
              <a:rPr sz="2150" spc="65" dirty="0">
                <a:latin typeface="Segoe UI"/>
                <a:cs typeface="Segoe UI"/>
              </a:rPr>
              <a:t>stakeholders</a:t>
            </a:r>
            <a:r>
              <a:rPr sz="2150" spc="150" dirty="0">
                <a:latin typeface="Segoe UI"/>
                <a:cs typeface="Segoe UI"/>
              </a:rPr>
              <a:t> </a:t>
            </a:r>
            <a:r>
              <a:rPr sz="2150" spc="65" dirty="0">
                <a:latin typeface="Segoe UI"/>
                <a:cs typeface="Segoe UI"/>
              </a:rPr>
              <a:t>involves</a:t>
            </a:r>
            <a:r>
              <a:rPr sz="2150" spc="150" dirty="0">
                <a:latin typeface="Segoe UI"/>
                <a:cs typeface="Segoe UI"/>
              </a:rPr>
              <a:t> </a:t>
            </a:r>
            <a:r>
              <a:rPr sz="2150" spc="50" dirty="0">
                <a:latin typeface="Segoe UI"/>
                <a:cs typeface="Segoe UI"/>
              </a:rPr>
              <a:t>ensuring</a:t>
            </a:r>
            <a:r>
              <a:rPr sz="2150" spc="170" dirty="0">
                <a:latin typeface="Segoe UI"/>
                <a:cs typeface="Segoe UI"/>
              </a:rPr>
              <a:t> </a:t>
            </a:r>
            <a:r>
              <a:rPr sz="2150" spc="60" dirty="0">
                <a:latin typeface="Segoe UI"/>
                <a:cs typeface="Segoe UI"/>
              </a:rPr>
              <a:t>that</a:t>
            </a:r>
            <a:r>
              <a:rPr sz="2150" spc="185" dirty="0">
                <a:latin typeface="Segoe UI"/>
                <a:cs typeface="Segoe UI"/>
              </a:rPr>
              <a:t> </a:t>
            </a:r>
            <a:r>
              <a:rPr sz="2150" spc="50" dirty="0">
                <a:latin typeface="Segoe UI"/>
                <a:cs typeface="Segoe UI"/>
              </a:rPr>
              <a:t>doctors' </a:t>
            </a:r>
            <a:r>
              <a:rPr sz="2150" spc="55" dirty="0">
                <a:latin typeface="Segoe UI"/>
                <a:cs typeface="Segoe UI"/>
              </a:rPr>
              <a:t>needs</a:t>
            </a:r>
            <a:r>
              <a:rPr sz="2150" spc="495" dirty="0">
                <a:latin typeface="Segoe UI"/>
                <a:cs typeface="Segoe UI"/>
              </a:rPr>
              <a:t> </a:t>
            </a:r>
            <a:r>
              <a:rPr sz="2150" spc="45" dirty="0">
                <a:latin typeface="Segoe UI"/>
                <a:cs typeface="Segoe UI"/>
              </a:rPr>
              <a:t>for</a:t>
            </a:r>
            <a:r>
              <a:rPr sz="2150" spc="520" dirty="0">
                <a:latin typeface="Segoe UI"/>
                <a:cs typeface="Segoe UI"/>
              </a:rPr>
              <a:t> </a:t>
            </a:r>
            <a:r>
              <a:rPr sz="2150" spc="60" dirty="0">
                <a:latin typeface="Segoe UI"/>
                <a:cs typeface="Segoe UI"/>
              </a:rPr>
              <a:t>accurate</a:t>
            </a:r>
            <a:r>
              <a:rPr sz="2150" spc="515" dirty="0">
                <a:latin typeface="Segoe UI"/>
                <a:cs typeface="Segoe UI"/>
              </a:rPr>
              <a:t> </a:t>
            </a:r>
            <a:r>
              <a:rPr sz="2150" spc="65" dirty="0">
                <a:latin typeface="Segoe UI"/>
                <a:cs typeface="Segoe UI"/>
              </a:rPr>
              <a:t>patient</a:t>
            </a:r>
            <a:r>
              <a:rPr sz="2150" spc="-25" dirty="0">
                <a:latin typeface="Segoe UI"/>
                <a:cs typeface="Segoe UI"/>
              </a:rPr>
              <a:t>  </a:t>
            </a:r>
            <a:r>
              <a:rPr sz="2150" spc="65" dirty="0">
                <a:latin typeface="Segoe UI"/>
                <a:cs typeface="Segoe UI"/>
              </a:rPr>
              <a:t>data</a:t>
            </a:r>
            <a:r>
              <a:rPr sz="2150" spc="-20" dirty="0">
                <a:latin typeface="Segoe UI"/>
                <a:cs typeface="Segoe UI"/>
              </a:rPr>
              <a:t>  </a:t>
            </a:r>
            <a:r>
              <a:rPr sz="2150" spc="55" dirty="0">
                <a:latin typeface="Segoe UI"/>
                <a:cs typeface="Segoe UI"/>
              </a:rPr>
              <a:t>are</a:t>
            </a:r>
            <a:r>
              <a:rPr sz="2150" spc="525" dirty="0">
                <a:latin typeface="Segoe UI"/>
                <a:cs typeface="Segoe UI"/>
              </a:rPr>
              <a:t> </a:t>
            </a:r>
            <a:r>
              <a:rPr sz="2150" spc="65" dirty="0">
                <a:latin typeface="Segoe UI"/>
                <a:cs typeface="Segoe UI"/>
              </a:rPr>
              <a:t>met,</a:t>
            </a:r>
            <a:r>
              <a:rPr sz="2150" spc="505" dirty="0">
                <a:latin typeface="Segoe UI"/>
                <a:cs typeface="Segoe UI"/>
              </a:rPr>
              <a:t> </a:t>
            </a:r>
            <a:r>
              <a:rPr sz="2150" spc="70" dirty="0">
                <a:latin typeface="Segoe UI"/>
                <a:cs typeface="Segoe UI"/>
              </a:rPr>
              <a:t>patients</a:t>
            </a:r>
            <a:r>
              <a:rPr sz="2150" spc="505" dirty="0">
                <a:latin typeface="Segoe UI"/>
                <a:cs typeface="Segoe UI"/>
              </a:rPr>
              <a:t> </a:t>
            </a:r>
            <a:r>
              <a:rPr sz="2150" dirty="0">
                <a:latin typeface="Segoe UI"/>
                <a:cs typeface="Segoe UI"/>
              </a:rPr>
              <a:t>find</a:t>
            </a:r>
            <a:r>
              <a:rPr sz="2150" spc="525" dirty="0">
                <a:latin typeface="Segoe UI"/>
                <a:cs typeface="Segoe UI"/>
              </a:rPr>
              <a:t> </a:t>
            </a:r>
            <a:r>
              <a:rPr sz="2150" spc="50" dirty="0">
                <a:latin typeface="Segoe UI"/>
                <a:cs typeface="Segoe UI"/>
              </a:rPr>
              <a:t>the</a:t>
            </a:r>
            <a:r>
              <a:rPr sz="2150" spc="509" dirty="0">
                <a:latin typeface="Segoe UI"/>
                <a:cs typeface="Segoe UI"/>
              </a:rPr>
              <a:t> </a:t>
            </a:r>
            <a:r>
              <a:rPr sz="2150" spc="60" dirty="0">
                <a:latin typeface="Segoe UI"/>
                <a:cs typeface="Segoe UI"/>
              </a:rPr>
              <a:t>app</a:t>
            </a:r>
            <a:r>
              <a:rPr sz="2150" spc="525" dirty="0">
                <a:latin typeface="Segoe UI"/>
                <a:cs typeface="Segoe UI"/>
              </a:rPr>
              <a:t> </a:t>
            </a:r>
            <a:r>
              <a:rPr sz="2150" spc="70" dirty="0">
                <a:latin typeface="Segoe UI"/>
                <a:cs typeface="Segoe UI"/>
              </a:rPr>
              <a:t>user-</a:t>
            </a:r>
            <a:r>
              <a:rPr sz="2150" spc="60" dirty="0">
                <a:latin typeface="Segoe UI"/>
                <a:cs typeface="Segoe UI"/>
              </a:rPr>
              <a:t>friendly,</a:t>
            </a:r>
            <a:r>
              <a:rPr sz="2150" spc="509" dirty="0">
                <a:latin typeface="Segoe UI"/>
                <a:cs typeface="Segoe UI"/>
              </a:rPr>
              <a:t> </a:t>
            </a:r>
            <a:r>
              <a:rPr sz="2150" spc="25" dirty="0">
                <a:latin typeface="Segoe UI"/>
                <a:cs typeface="Segoe UI"/>
              </a:rPr>
              <a:t>IT </a:t>
            </a:r>
            <a:r>
              <a:rPr sz="2150" spc="60" dirty="0">
                <a:latin typeface="Segoe UI"/>
                <a:cs typeface="Segoe UI"/>
              </a:rPr>
              <a:t>staff</a:t>
            </a:r>
            <a:r>
              <a:rPr sz="2150" spc="40" dirty="0">
                <a:latin typeface="Segoe UI"/>
                <a:cs typeface="Segoe UI"/>
              </a:rPr>
              <a:t>  </a:t>
            </a:r>
            <a:r>
              <a:rPr sz="2150" spc="60" dirty="0">
                <a:latin typeface="Segoe UI"/>
                <a:cs typeface="Segoe UI"/>
              </a:rPr>
              <a:t>have</a:t>
            </a:r>
            <a:r>
              <a:rPr sz="2150" spc="35" dirty="0">
                <a:latin typeface="Segoe UI"/>
                <a:cs typeface="Segoe UI"/>
              </a:rPr>
              <a:t>  </a:t>
            </a:r>
            <a:r>
              <a:rPr sz="2150" spc="55" dirty="0">
                <a:latin typeface="Segoe UI"/>
                <a:cs typeface="Segoe UI"/>
              </a:rPr>
              <a:t>clear</a:t>
            </a:r>
            <a:r>
              <a:rPr sz="2150" spc="40" dirty="0">
                <a:latin typeface="Segoe UI"/>
                <a:cs typeface="Segoe UI"/>
              </a:rPr>
              <a:t>  </a:t>
            </a:r>
            <a:r>
              <a:rPr sz="2150" spc="55" dirty="0">
                <a:latin typeface="Segoe UI"/>
                <a:cs typeface="Segoe UI"/>
              </a:rPr>
              <a:t>technical</a:t>
            </a:r>
            <a:r>
              <a:rPr sz="2150" spc="45" dirty="0">
                <a:latin typeface="Segoe UI"/>
                <a:cs typeface="Segoe UI"/>
              </a:rPr>
              <a:t>  </a:t>
            </a:r>
            <a:r>
              <a:rPr sz="2150" spc="65" dirty="0">
                <a:latin typeface="Segoe UI"/>
                <a:cs typeface="Segoe UI"/>
              </a:rPr>
              <a:t>requirements,</a:t>
            </a:r>
            <a:r>
              <a:rPr sz="2150" spc="30" dirty="0">
                <a:latin typeface="Segoe UI"/>
                <a:cs typeface="Segoe UI"/>
              </a:rPr>
              <a:t>  </a:t>
            </a:r>
            <a:r>
              <a:rPr sz="2150" spc="50" dirty="0">
                <a:latin typeface="Segoe UI"/>
                <a:cs typeface="Segoe UI"/>
              </a:rPr>
              <a:t>and</a:t>
            </a:r>
            <a:r>
              <a:rPr sz="2150" spc="40" dirty="0">
                <a:latin typeface="Segoe UI"/>
                <a:cs typeface="Segoe UI"/>
              </a:rPr>
              <a:t>  </a:t>
            </a:r>
            <a:r>
              <a:rPr sz="2150" spc="50" dirty="0">
                <a:latin typeface="Segoe UI"/>
                <a:cs typeface="Segoe UI"/>
              </a:rPr>
              <a:t>the</a:t>
            </a:r>
            <a:r>
              <a:rPr sz="2150" spc="40" dirty="0">
                <a:latin typeface="Segoe UI"/>
                <a:cs typeface="Segoe UI"/>
              </a:rPr>
              <a:t>  </a:t>
            </a:r>
            <a:r>
              <a:rPr sz="2150" spc="60" dirty="0">
                <a:latin typeface="Segoe UI"/>
                <a:cs typeface="Segoe UI"/>
              </a:rPr>
              <a:t>app</a:t>
            </a:r>
            <a:r>
              <a:rPr sz="2150" spc="40" dirty="0">
                <a:latin typeface="Segoe UI"/>
                <a:cs typeface="Segoe UI"/>
              </a:rPr>
              <a:t>  </a:t>
            </a:r>
            <a:r>
              <a:rPr sz="2150" spc="65" dirty="0">
                <a:latin typeface="Segoe UI"/>
                <a:cs typeface="Segoe UI"/>
              </a:rPr>
              <a:t>complies</a:t>
            </a:r>
            <a:r>
              <a:rPr sz="2150" spc="30" dirty="0">
                <a:latin typeface="Segoe UI"/>
                <a:cs typeface="Segoe UI"/>
              </a:rPr>
              <a:t>  </a:t>
            </a:r>
            <a:r>
              <a:rPr sz="2150" spc="65" dirty="0">
                <a:latin typeface="Segoe UI"/>
                <a:cs typeface="Segoe UI"/>
              </a:rPr>
              <a:t>with</a:t>
            </a:r>
            <a:r>
              <a:rPr sz="2150" spc="30" dirty="0">
                <a:latin typeface="Segoe UI"/>
                <a:cs typeface="Segoe UI"/>
              </a:rPr>
              <a:t>  </a:t>
            </a:r>
            <a:r>
              <a:rPr sz="2150" spc="50" dirty="0">
                <a:latin typeface="Segoe UI"/>
                <a:cs typeface="Segoe UI"/>
              </a:rPr>
              <a:t>healthcare regulations.</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27</a:t>
            </a:r>
          </a:p>
        </p:txBody>
      </p:sp>
      <p:sp>
        <p:nvSpPr>
          <p:cNvPr id="2" name="object 2"/>
          <p:cNvSpPr txBox="1"/>
          <p:nvPr/>
        </p:nvSpPr>
        <p:spPr>
          <a:xfrm>
            <a:off x="735012" y="2750502"/>
            <a:ext cx="6742430" cy="390525"/>
          </a:xfrm>
          <a:prstGeom prst="rect">
            <a:avLst/>
          </a:prstGeom>
        </p:spPr>
        <p:txBody>
          <a:bodyPr vert="horz" wrap="square" lIns="0" tIns="11430" rIns="0" bIns="0" rtlCol="0">
            <a:spAutoFit/>
          </a:bodyPr>
          <a:lstStyle/>
          <a:p>
            <a:pPr marL="12700">
              <a:lnSpc>
                <a:spcPct val="100000"/>
              </a:lnSpc>
              <a:spcBef>
                <a:spcPts val="90"/>
              </a:spcBef>
            </a:pPr>
            <a:r>
              <a:rPr sz="2400" spc="60" dirty="0">
                <a:solidFill>
                  <a:srgbClr val="4487CC"/>
                </a:solidFill>
                <a:latin typeface="Segoe UI Semibold"/>
                <a:cs typeface="Segoe UI Semibold"/>
              </a:rPr>
              <a:t>What</a:t>
            </a:r>
            <a:r>
              <a:rPr sz="2400" spc="220" dirty="0">
                <a:solidFill>
                  <a:srgbClr val="4487CC"/>
                </a:solidFill>
                <a:latin typeface="Segoe UI Semibold"/>
                <a:cs typeface="Segoe UI Semibold"/>
              </a:rPr>
              <a:t> </a:t>
            </a:r>
            <a:r>
              <a:rPr sz="2400" dirty="0">
                <a:solidFill>
                  <a:srgbClr val="4487CC"/>
                </a:solidFill>
                <a:latin typeface="Segoe UI Semibold"/>
                <a:cs typeface="Segoe UI Semibold"/>
              </a:rPr>
              <a:t>is</a:t>
            </a:r>
            <a:r>
              <a:rPr sz="2400" spc="200" dirty="0">
                <a:solidFill>
                  <a:srgbClr val="4487CC"/>
                </a:solidFill>
                <a:latin typeface="Segoe UI Semibold"/>
                <a:cs typeface="Segoe UI Semibold"/>
              </a:rPr>
              <a:t> </a:t>
            </a:r>
            <a:r>
              <a:rPr sz="2400" spc="70" dirty="0">
                <a:solidFill>
                  <a:srgbClr val="4487CC"/>
                </a:solidFill>
                <a:latin typeface="Segoe UI Semibold"/>
                <a:cs typeface="Segoe UI Semibold"/>
              </a:rPr>
              <a:t>Cross-</a:t>
            </a:r>
            <a:r>
              <a:rPr sz="2400" spc="65" dirty="0">
                <a:solidFill>
                  <a:srgbClr val="4487CC"/>
                </a:solidFill>
                <a:latin typeface="Segoe UI Semibold"/>
                <a:cs typeface="Segoe UI Semibold"/>
              </a:rPr>
              <a:t>Functional</a:t>
            </a:r>
            <a:r>
              <a:rPr sz="2400" spc="150" dirty="0">
                <a:solidFill>
                  <a:srgbClr val="4487CC"/>
                </a:solidFill>
                <a:latin typeface="Segoe UI Semibold"/>
                <a:cs typeface="Segoe UI Semibold"/>
              </a:rPr>
              <a:t> </a:t>
            </a:r>
            <a:r>
              <a:rPr sz="2400" dirty="0">
                <a:solidFill>
                  <a:srgbClr val="4487CC"/>
                </a:solidFill>
                <a:latin typeface="Segoe UI Semibold"/>
                <a:cs typeface="Segoe UI Semibold"/>
              </a:rPr>
              <a:t>Team</a:t>
            </a:r>
            <a:r>
              <a:rPr sz="2400" spc="165" dirty="0">
                <a:solidFill>
                  <a:srgbClr val="4487CC"/>
                </a:solidFill>
                <a:latin typeface="Segoe UI Semibold"/>
                <a:cs typeface="Segoe UI Semibold"/>
              </a:rPr>
              <a:t> </a:t>
            </a:r>
            <a:r>
              <a:rPr sz="2400" spc="50" dirty="0">
                <a:solidFill>
                  <a:srgbClr val="4487CC"/>
                </a:solidFill>
                <a:latin typeface="Segoe UI Semibold"/>
                <a:cs typeface="Segoe UI Semibold"/>
              </a:rPr>
              <a:t>Coordination?</a:t>
            </a:r>
            <a:endParaRPr sz="2400">
              <a:latin typeface="Segoe UI Semibold"/>
              <a:cs typeface="Segoe UI Semibold"/>
            </a:endParaRPr>
          </a:p>
        </p:txBody>
      </p:sp>
      <p:sp>
        <p:nvSpPr>
          <p:cNvPr id="3" name="object 3"/>
          <p:cNvSpPr txBox="1"/>
          <p:nvPr/>
        </p:nvSpPr>
        <p:spPr>
          <a:xfrm>
            <a:off x="735012" y="3214370"/>
            <a:ext cx="10715625" cy="863600"/>
          </a:xfrm>
          <a:prstGeom prst="rect">
            <a:avLst/>
          </a:prstGeom>
        </p:spPr>
        <p:txBody>
          <a:bodyPr vert="horz" wrap="square" lIns="0" tIns="12065" rIns="0" bIns="0" rtlCol="0">
            <a:spAutoFit/>
          </a:bodyPr>
          <a:lstStyle/>
          <a:p>
            <a:pPr marL="12700" marR="5080">
              <a:lnSpc>
                <a:spcPct val="127899"/>
              </a:lnSpc>
              <a:spcBef>
                <a:spcPts val="95"/>
              </a:spcBef>
            </a:pPr>
            <a:r>
              <a:rPr sz="2150" spc="65" dirty="0">
                <a:latin typeface="Segoe UI"/>
                <a:cs typeface="Segoe UI"/>
              </a:rPr>
              <a:t>Managing</a:t>
            </a:r>
            <a:r>
              <a:rPr sz="2150" spc="204" dirty="0">
                <a:latin typeface="Segoe UI"/>
                <a:cs typeface="Segoe UI"/>
              </a:rPr>
              <a:t> </a:t>
            </a:r>
            <a:r>
              <a:rPr sz="2150" spc="70" dirty="0">
                <a:latin typeface="Segoe UI"/>
                <a:cs typeface="Segoe UI"/>
              </a:rPr>
              <a:t>teams</a:t>
            </a:r>
            <a:r>
              <a:rPr sz="2150" spc="190" dirty="0">
                <a:latin typeface="Segoe UI"/>
                <a:cs typeface="Segoe UI"/>
              </a:rPr>
              <a:t> </a:t>
            </a:r>
            <a:r>
              <a:rPr sz="2150" spc="65" dirty="0">
                <a:latin typeface="Segoe UI"/>
                <a:cs typeface="Segoe UI"/>
              </a:rPr>
              <a:t>composed</a:t>
            </a:r>
            <a:r>
              <a:rPr sz="2150" spc="204" dirty="0">
                <a:latin typeface="Segoe UI"/>
                <a:cs typeface="Segoe UI"/>
              </a:rPr>
              <a:t> </a:t>
            </a:r>
            <a:r>
              <a:rPr sz="2150" dirty="0">
                <a:latin typeface="Segoe UI"/>
                <a:cs typeface="Segoe UI"/>
              </a:rPr>
              <a:t>of</a:t>
            </a:r>
            <a:r>
              <a:rPr sz="2150" spc="204" dirty="0">
                <a:latin typeface="Segoe UI"/>
                <a:cs typeface="Segoe UI"/>
              </a:rPr>
              <a:t> </a:t>
            </a:r>
            <a:r>
              <a:rPr sz="2150" spc="65" dirty="0">
                <a:latin typeface="Segoe UI"/>
                <a:cs typeface="Segoe UI"/>
              </a:rPr>
              <a:t>members</a:t>
            </a:r>
            <a:r>
              <a:rPr sz="2150" spc="190" dirty="0">
                <a:latin typeface="Segoe UI"/>
                <a:cs typeface="Segoe UI"/>
              </a:rPr>
              <a:t> </a:t>
            </a:r>
            <a:r>
              <a:rPr sz="2150" spc="55" dirty="0">
                <a:latin typeface="Segoe UI"/>
                <a:cs typeface="Segoe UI"/>
              </a:rPr>
              <a:t>from</a:t>
            </a:r>
            <a:r>
              <a:rPr sz="2150" spc="210" dirty="0">
                <a:latin typeface="Segoe UI"/>
                <a:cs typeface="Segoe UI"/>
              </a:rPr>
              <a:t> </a:t>
            </a:r>
            <a:r>
              <a:rPr sz="2150" spc="60" dirty="0">
                <a:latin typeface="Segoe UI"/>
                <a:cs typeface="Segoe UI"/>
              </a:rPr>
              <a:t>different</a:t>
            </a:r>
            <a:r>
              <a:rPr sz="2150" spc="220" dirty="0">
                <a:latin typeface="Segoe UI"/>
                <a:cs typeface="Segoe UI"/>
              </a:rPr>
              <a:t> </a:t>
            </a:r>
            <a:r>
              <a:rPr sz="2150" spc="70" dirty="0">
                <a:latin typeface="Segoe UI"/>
                <a:cs typeface="Segoe UI"/>
              </a:rPr>
              <a:t>departments</a:t>
            </a:r>
            <a:r>
              <a:rPr sz="2150" spc="190" dirty="0">
                <a:latin typeface="Segoe UI"/>
                <a:cs typeface="Segoe UI"/>
              </a:rPr>
              <a:t> </a:t>
            </a:r>
            <a:r>
              <a:rPr sz="2150" dirty="0">
                <a:latin typeface="Segoe UI"/>
                <a:cs typeface="Segoe UI"/>
              </a:rPr>
              <a:t>or</a:t>
            </a:r>
            <a:r>
              <a:rPr sz="2150" spc="200" dirty="0">
                <a:latin typeface="Segoe UI"/>
                <a:cs typeface="Segoe UI"/>
              </a:rPr>
              <a:t> </a:t>
            </a:r>
            <a:r>
              <a:rPr sz="2150" spc="55" dirty="0">
                <a:latin typeface="Segoe UI"/>
                <a:cs typeface="Segoe UI"/>
              </a:rPr>
              <a:t>specialties </a:t>
            </a:r>
            <a:r>
              <a:rPr sz="2150" dirty="0">
                <a:latin typeface="Segoe UI"/>
                <a:cs typeface="Segoe UI"/>
              </a:rPr>
              <a:t>to</a:t>
            </a:r>
            <a:r>
              <a:rPr sz="2150" spc="170" dirty="0">
                <a:latin typeface="Segoe UI"/>
                <a:cs typeface="Segoe UI"/>
              </a:rPr>
              <a:t> </a:t>
            </a:r>
            <a:r>
              <a:rPr sz="2150" spc="60" dirty="0">
                <a:latin typeface="Segoe UI"/>
                <a:cs typeface="Segoe UI"/>
              </a:rPr>
              <a:t>work</a:t>
            </a:r>
            <a:r>
              <a:rPr sz="2150" spc="145" dirty="0">
                <a:latin typeface="Segoe UI"/>
                <a:cs typeface="Segoe UI"/>
              </a:rPr>
              <a:t> </a:t>
            </a:r>
            <a:r>
              <a:rPr sz="2150" spc="70" dirty="0">
                <a:latin typeface="Segoe UI"/>
                <a:cs typeface="Segoe UI"/>
              </a:rPr>
              <a:t>towards</a:t>
            </a:r>
            <a:r>
              <a:rPr sz="2150" spc="155" dirty="0">
                <a:latin typeface="Segoe UI"/>
                <a:cs typeface="Segoe UI"/>
              </a:rPr>
              <a:t> </a:t>
            </a:r>
            <a:r>
              <a:rPr sz="2150" dirty="0">
                <a:latin typeface="Segoe UI"/>
                <a:cs typeface="Segoe UI"/>
              </a:rPr>
              <a:t>a</a:t>
            </a:r>
            <a:r>
              <a:rPr sz="2150" spc="195" dirty="0">
                <a:latin typeface="Segoe UI"/>
                <a:cs typeface="Segoe UI"/>
              </a:rPr>
              <a:t> </a:t>
            </a:r>
            <a:r>
              <a:rPr sz="2150" spc="65" dirty="0">
                <a:latin typeface="Segoe UI"/>
                <a:cs typeface="Segoe UI"/>
              </a:rPr>
              <a:t>common</a:t>
            </a:r>
            <a:r>
              <a:rPr sz="2150" spc="150" dirty="0">
                <a:latin typeface="Segoe UI"/>
                <a:cs typeface="Segoe UI"/>
              </a:rPr>
              <a:t> </a:t>
            </a:r>
            <a:r>
              <a:rPr sz="2150" spc="60" dirty="0">
                <a:latin typeface="Segoe UI"/>
                <a:cs typeface="Segoe UI"/>
              </a:rPr>
              <a:t>project</a:t>
            </a:r>
            <a:r>
              <a:rPr sz="2150" spc="195" dirty="0">
                <a:latin typeface="Segoe UI"/>
                <a:cs typeface="Segoe UI"/>
              </a:rPr>
              <a:t> </a:t>
            </a:r>
            <a:r>
              <a:rPr sz="2150" spc="50" dirty="0">
                <a:latin typeface="Segoe UI"/>
                <a:cs typeface="Segoe UI"/>
              </a:rPr>
              <a:t>goal.</a:t>
            </a:r>
            <a:endParaRPr sz="2150">
              <a:latin typeface="Segoe UI"/>
              <a:cs typeface="Segoe UI"/>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191" rIns="0" bIns="0" rtlCol="0">
            <a:spAutoFit/>
          </a:bodyPr>
          <a:lstStyle/>
          <a:p>
            <a:pPr marL="12700">
              <a:lnSpc>
                <a:spcPct val="100000"/>
              </a:lnSpc>
              <a:spcBef>
                <a:spcPts val="130"/>
              </a:spcBef>
            </a:pPr>
            <a:r>
              <a:rPr spc="50" dirty="0"/>
              <a:t>Strategies</a:t>
            </a:r>
            <a:r>
              <a:rPr spc="175" dirty="0"/>
              <a:t> </a:t>
            </a:r>
            <a:r>
              <a:rPr dirty="0"/>
              <a:t>for</a:t>
            </a:r>
            <a:r>
              <a:rPr spc="165" dirty="0"/>
              <a:t> </a:t>
            </a:r>
            <a:r>
              <a:rPr spc="60" dirty="0"/>
              <a:t>Effective</a:t>
            </a:r>
            <a:r>
              <a:rPr spc="170" dirty="0"/>
              <a:t> </a:t>
            </a:r>
            <a:r>
              <a:rPr spc="60" dirty="0"/>
              <a:t>Coordination</a:t>
            </a:r>
          </a:p>
        </p:txBody>
      </p:sp>
      <p:pic>
        <p:nvPicPr>
          <p:cNvPr id="3" name="object 3"/>
          <p:cNvPicPr/>
          <p:nvPr/>
        </p:nvPicPr>
        <p:blipFill>
          <a:blip r:embed="rId2" cstate="print"/>
          <a:stretch>
            <a:fillRect/>
          </a:stretch>
        </p:blipFill>
        <p:spPr>
          <a:xfrm>
            <a:off x="1585912" y="2452687"/>
            <a:ext cx="114299" cy="114299"/>
          </a:xfrm>
          <a:prstGeom prst="rect">
            <a:avLst/>
          </a:prstGeom>
        </p:spPr>
      </p:pic>
      <p:pic>
        <p:nvPicPr>
          <p:cNvPr id="4" name="object 4"/>
          <p:cNvPicPr/>
          <p:nvPr/>
        </p:nvPicPr>
        <p:blipFill>
          <a:blip r:embed="rId3" cstate="print"/>
          <a:stretch>
            <a:fillRect/>
          </a:stretch>
        </p:blipFill>
        <p:spPr>
          <a:xfrm>
            <a:off x="1585912" y="3586162"/>
            <a:ext cx="114299" cy="114299"/>
          </a:xfrm>
          <a:prstGeom prst="rect">
            <a:avLst/>
          </a:prstGeom>
        </p:spPr>
      </p:pic>
      <p:pic>
        <p:nvPicPr>
          <p:cNvPr id="5" name="object 5"/>
          <p:cNvPicPr/>
          <p:nvPr/>
        </p:nvPicPr>
        <p:blipFill>
          <a:blip r:embed="rId4" cstate="print"/>
          <a:stretch>
            <a:fillRect/>
          </a:stretch>
        </p:blipFill>
        <p:spPr>
          <a:xfrm>
            <a:off x="1585912" y="5129212"/>
            <a:ext cx="114299" cy="114299"/>
          </a:xfrm>
          <a:prstGeom prst="rect">
            <a:avLst/>
          </a:prstGeom>
        </p:spPr>
      </p:pic>
      <p:sp>
        <p:nvSpPr>
          <p:cNvPr id="6" name="object 6"/>
          <p:cNvSpPr txBox="1"/>
          <p:nvPr/>
        </p:nvSpPr>
        <p:spPr>
          <a:xfrm>
            <a:off x="973137" y="1749425"/>
            <a:ext cx="10477500" cy="4023995"/>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a:tabLst>
                <a:tab pos="325755" algn="l"/>
              </a:tabLst>
            </a:pPr>
            <a:r>
              <a:rPr sz="2150" spc="60" dirty="0">
                <a:latin typeface="Segoe UI Semibold"/>
                <a:cs typeface="Segoe UI Semibold"/>
              </a:rPr>
              <a:t>Clear</a:t>
            </a:r>
            <a:r>
              <a:rPr sz="2150" spc="170" dirty="0">
                <a:latin typeface="Segoe UI Semibold"/>
                <a:cs typeface="Segoe UI Semibold"/>
              </a:rPr>
              <a:t> </a:t>
            </a:r>
            <a:r>
              <a:rPr sz="2150" spc="80" dirty="0">
                <a:latin typeface="Segoe UI Semibold"/>
                <a:cs typeface="Segoe UI Semibold"/>
              </a:rPr>
              <a:t>Communication</a:t>
            </a:r>
            <a:r>
              <a:rPr sz="2150" spc="165" dirty="0">
                <a:latin typeface="Segoe UI Semibold"/>
                <a:cs typeface="Segoe UI Semibold"/>
              </a:rPr>
              <a:t> </a:t>
            </a:r>
            <a:r>
              <a:rPr sz="2150" spc="60" dirty="0">
                <a:latin typeface="Segoe UI Semibold"/>
                <a:cs typeface="Segoe UI Semibold"/>
              </a:rPr>
              <a:t>Channels</a:t>
            </a:r>
            <a:endParaRPr sz="2150">
              <a:latin typeface="Segoe UI Semibold"/>
              <a:cs typeface="Segoe UI Semibold"/>
            </a:endParaRPr>
          </a:p>
          <a:p>
            <a:pPr marL="878840">
              <a:lnSpc>
                <a:spcPct val="100000"/>
              </a:lnSpc>
              <a:spcBef>
                <a:spcPts val="1920"/>
              </a:spcBef>
            </a:pPr>
            <a:r>
              <a:rPr sz="2150" spc="55" dirty="0">
                <a:latin typeface="Segoe UI"/>
                <a:cs typeface="Segoe UI"/>
              </a:rPr>
              <a:t>Use</a:t>
            </a:r>
            <a:r>
              <a:rPr sz="2150" spc="160" dirty="0">
                <a:latin typeface="Segoe UI"/>
                <a:cs typeface="Segoe UI"/>
              </a:rPr>
              <a:t> </a:t>
            </a:r>
            <a:r>
              <a:rPr sz="2150" spc="60" dirty="0">
                <a:latin typeface="Segoe UI"/>
                <a:cs typeface="Segoe UI"/>
              </a:rPr>
              <a:t>tools</a:t>
            </a:r>
            <a:r>
              <a:rPr sz="2150" spc="165" dirty="0">
                <a:latin typeface="Segoe UI"/>
                <a:cs typeface="Segoe UI"/>
              </a:rPr>
              <a:t> </a:t>
            </a:r>
            <a:r>
              <a:rPr sz="2150" spc="50" dirty="0">
                <a:latin typeface="Segoe UI"/>
                <a:cs typeface="Segoe UI"/>
              </a:rPr>
              <a:t>like</a:t>
            </a:r>
            <a:r>
              <a:rPr sz="2150" spc="170" dirty="0">
                <a:latin typeface="Segoe UI"/>
                <a:cs typeface="Segoe UI"/>
              </a:rPr>
              <a:t> </a:t>
            </a:r>
            <a:r>
              <a:rPr sz="2150" spc="55" dirty="0">
                <a:latin typeface="Segoe UI"/>
                <a:cs typeface="Segoe UI"/>
              </a:rPr>
              <a:t>Slack</a:t>
            </a:r>
            <a:r>
              <a:rPr sz="2150" spc="150" dirty="0">
                <a:latin typeface="Segoe UI"/>
                <a:cs typeface="Segoe UI"/>
              </a:rPr>
              <a:t> </a:t>
            </a:r>
            <a:r>
              <a:rPr sz="2150" dirty="0">
                <a:latin typeface="Segoe UI"/>
                <a:cs typeface="Segoe UI"/>
              </a:rPr>
              <a:t>or</a:t>
            </a:r>
            <a:r>
              <a:rPr sz="2150" spc="175" dirty="0">
                <a:latin typeface="Segoe UI"/>
                <a:cs typeface="Segoe UI"/>
              </a:rPr>
              <a:t> </a:t>
            </a:r>
            <a:r>
              <a:rPr sz="2150" spc="60" dirty="0">
                <a:latin typeface="Segoe UI"/>
                <a:cs typeface="Segoe UI"/>
              </a:rPr>
              <a:t>Microsoft</a:t>
            </a:r>
            <a:r>
              <a:rPr sz="2150" spc="200" dirty="0">
                <a:latin typeface="Segoe UI"/>
                <a:cs typeface="Segoe UI"/>
              </a:rPr>
              <a:t> </a:t>
            </a:r>
            <a:r>
              <a:rPr sz="2150" dirty="0">
                <a:latin typeface="Segoe UI"/>
                <a:cs typeface="Segoe UI"/>
              </a:rPr>
              <a:t>Teams</a:t>
            </a:r>
            <a:r>
              <a:rPr sz="2150" spc="160" dirty="0">
                <a:latin typeface="Segoe UI"/>
                <a:cs typeface="Segoe UI"/>
              </a:rPr>
              <a:t> </a:t>
            </a:r>
            <a:r>
              <a:rPr sz="2150" spc="45" dirty="0">
                <a:latin typeface="Segoe UI"/>
                <a:cs typeface="Segoe UI"/>
              </a:rPr>
              <a:t>for</a:t>
            </a:r>
            <a:r>
              <a:rPr sz="2150" spc="180" dirty="0">
                <a:latin typeface="Segoe UI"/>
                <a:cs typeface="Segoe UI"/>
              </a:rPr>
              <a:t> </a:t>
            </a:r>
            <a:r>
              <a:rPr sz="2150" spc="65" dirty="0">
                <a:latin typeface="Segoe UI"/>
                <a:cs typeface="Segoe UI"/>
              </a:rPr>
              <a:t>seamless</a:t>
            </a:r>
            <a:r>
              <a:rPr sz="2150" spc="160" dirty="0">
                <a:latin typeface="Segoe UI"/>
                <a:cs typeface="Segoe UI"/>
              </a:rPr>
              <a:t> </a:t>
            </a:r>
            <a:r>
              <a:rPr sz="2150" spc="55" dirty="0">
                <a:latin typeface="Segoe UI"/>
                <a:cs typeface="Segoe UI"/>
              </a:rPr>
              <a:t>communication.</a:t>
            </a:r>
            <a:endParaRPr sz="2150">
              <a:latin typeface="Segoe UI"/>
              <a:cs typeface="Segoe UI"/>
            </a:endParaRPr>
          </a:p>
          <a:p>
            <a:pPr marL="325755" indent="-313055">
              <a:lnSpc>
                <a:spcPct val="100000"/>
              </a:lnSpc>
              <a:spcBef>
                <a:spcPts val="1845"/>
              </a:spcBef>
              <a:buFont typeface="Segoe UI"/>
              <a:buAutoNum type="arabicPeriod" startAt="2"/>
              <a:tabLst>
                <a:tab pos="325755" algn="l"/>
              </a:tabLst>
            </a:pPr>
            <a:r>
              <a:rPr sz="2150" spc="65" dirty="0">
                <a:latin typeface="Segoe UI Semibold"/>
                <a:cs typeface="Segoe UI Semibold"/>
              </a:rPr>
              <a:t>Defined</a:t>
            </a:r>
            <a:r>
              <a:rPr sz="2150" spc="204" dirty="0">
                <a:latin typeface="Segoe UI Semibold"/>
                <a:cs typeface="Segoe UI Semibold"/>
              </a:rPr>
              <a:t> </a:t>
            </a:r>
            <a:r>
              <a:rPr sz="2150" dirty="0">
                <a:latin typeface="Segoe UI Semibold"/>
                <a:cs typeface="Segoe UI Semibold"/>
              </a:rPr>
              <a:t>Roles</a:t>
            </a:r>
            <a:r>
              <a:rPr sz="2150" spc="290" dirty="0">
                <a:latin typeface="Segoe UI Semibold"/>
                <a:cs typeface="Segoe UI Semibold"/>
              </a:rPr>
              <a:t> </a:t>
            </a:r>
            <a:r>
              <a:rPr sz="2150" spc="50" dirty="0">
                <a:latin typeface="Segoe UI Semibold"/>
                <a:cs typeface="Segoe UI Semibold"/>
              </a:rPr>
              <a:t>and</a:t>
            </a:r>
            <a:r>
              <a:rPr sz="2150" spc="204" dirty="0">
                <a:latin typeface="Segoe UI Semibold"/>
                <a:cs typeface="Segoe UI Semibold"/>
              </a:rPr>
              <a:t> </a:t>
            </a:r>
            <a:r>
              <a:rPr sz="2150" spc="60" dirty="0">
                <a:latin typeface="Segoe UI Semibold"/>
                <a:cs typeface="Segoe UI Semibold"/>
              </a:rPr>
              <a:t>Responsibilities</a:t>
            </a:r>
            <a:endParaRPr sz="2150">
              <a:latin typeface="Segoe UI Semibold"/>
              <a:cs typeface="Segoe UI Semibold"/>
            </a:endParaRPr>
          </a:p>
          <a:p>
            <a:pPr marL="878840" marR="7620">
              <a:lnSpc>
                <a:spcPct val="125000"/>
              </a:lnSpc>
              <a:spcBef>
                <a:spcPts val="1275"/>
              </a:spcBef>
            </a:pPr>
            <a:r>
              <a:rPr sz="2150" spc="55" dirty="0">
                <a:latin typeface="Segoe UI"/>
                <a:cs typeface="Segoe UI"/>
              </a:rPr>
              <a:t>Ensure</a:t>
            </a:r>
            <a:r>
              <a:rPr sz="2150" spc="300" dirty="0">
                <a:latin typeface="Segoe UI"/>
                <a:cs typeface="Segoe UI"/>
              </a:rPr>
              <a:t> </a:t>
            </a:r>
            <a:r>
              <a:rPr sz="2150" spc="55" dirty="0">
                <a:latin typeface="Segoe UI"/>
                <a:cs typeface="Segoe UI"/>
              </a:rPr>
              <a:t>each</a:t>
            </a:r>
            <a:r>
              <a:rPr sz="2150" spc="290" dirty="0">
                <a:latin typeface="Segoe UI"/>
                <a:cs typeface="Segoe UI"/>
              </a:rPr>
              <a:t> </a:t>
            </a:r>
            <a:r>
              <a:rPr sz="2150" spc="65" dirty="0">
                <a:latin typeface="Segoe UI"/>
                <a:cs typeface="Segoe UI"/>
              </a:rPr>
              <a:t>team</a:t>
            </a:r>
            <a:r>
              <a:rPr sz="2150" spc="320" dirty="0">
                <a:latin typeface="Segoe UI"/>
                <a:cs typeface="Segoe UI"/>
              </a:rPr>
              <a:t> </a:t>
            </a:r>
            <a:r>
              <a:rPr sz="2150" spc="65" dirty="0">
                <a:latin typeface="Segoe UI"/>
                <a:cs typeface="Segoe UI"/>
              </a:rPr>
              <a:t>member</a:t>
            </a:r>
            <a:r>
              <a:rPr sz="2150" spc="315" dirty="0">
                <a:latin typeface="Segoe UI"/>
                <a:cs typeface="Segoe UI"/>
              </a:rPr>
              <a:t> </a:t>
            </a:r>
            <a:r>
              <a:rPr sz="2150" spc="55" dirty="0">
                <a:latin typeface="Segoe UI"/>
                <a:cs typeface="Segoe UI"/>
              </a:rPr>
              <a:t>knows</a:t>
            </a:r>
            <a:r>
              <a:rPr sz="2150" spc="295" dirty="0">
                <a:latin typeface="Segoe UI"/>
                <a:cs typeface="Segoe UI"/>
              </a:rPr>
              <a:t> </a:t>
            </a:r>
            <a:r>
              <a:rPr sz="2150" spc="55" dirty="0">
                <a:latin typeface="Segoe UI"/>
                <a:cs typeface="Segoe UI"/>
              </a:rPr>
              <a:t>their</a:t>
            </a:r>
            <a:r>
              <a:rPr sz="2150" spc="315" dirty="0">
                <a:latin typeface="Segoe UI"/>
                <a:cs typeface="Segoe UI"/>
              </a:rPr>
              <a:t> </a:t>
            </a:r>
            <a:r>
              <a:rPr sz="2150" spc="60" dirty="0">
                <a:latin typeface="Segoe UI"/>
                <a:cs typeface="Segoe UI"/>
              </a:rPr>
              <a:t>tasks</a:t>
            </a:r>
            <a:r>
              <a:rPr sz="2150" spc="295" dirty="0">
                <a:latin typeface="Segoe UI"/>
                <a:cs typeface="Segoe UI"/>
              </a:rPr>
              <a:t> </a:t>
            </a:r>
            <a:r>
              <a:rPr sz="2150" spc="50" dirty="0">
                <a:latin typeface="Segoe UI"/>
                <a:cs typeface="Segoe UI"/>
              </a:rPr>
              <a:t>and</a:t>
            </a:r>
            <a:r>
              <a:rPr sz="2150" spc="315" dirty="0">
                <a:latin typeface="Segoe UI"/>
                <a:cs typeface="Segoe UI"/>
              </a:rPr>
              <a:t> </a:t>
            </a:r>
            <a:r>
              <a:rPr sz="2150" dirty="0">
                <a:latin typeface="Segoe UI"/>
                <a:cs typeface="Segoe UI"/>
              </a:rPr>
              <a:t>how</a:t>
            </a:r>
            <a:r>
              <a:rPr sz="2150" spc="320" dirty="0">
                <a:latin typeface="Segoe UI"/>
                <a:cs typeface="Segoe UI"/>
              </a:rPr>
              <a:t> </a:t>
            </a:r>
            <a:r>
              <a:rPr sz="2150" spc="55" dirty="0">
                <a:latin typeface="Segoe UI"/>
                <a:cs typeface="Segoe UI"/>
              </a:rPr>
              <a:t>they</a:t>
            </a:r>
            <a:r>
              <a:rPr sz="2150" spc="315" dirty="0">
                <a:latin typeface="Segoe UI"/>
                <a:cs typeface="Segoe UI"/>
              </a:rPr>
              <a:t> </a:t>
            </a:r>
            <a:r>
              <a:rPr sz="2150" spc="60" dirty="0">
                <a:latin typeface="Segoe UI"/>
                <a:cs typeface="Segoe UI"/>
              </a:rPr>
              <a:t>contribute</a:t>
            </a:r>
            <a:r>
              <a:rPr sz="2150" spc="310" dirty="0">
                <a:latin typeface="Segoe UI"/>
                <a:cs typeface="Segoe UI"/>
              </a:rPr>
              <a:t> </a:t>
            </a:r>
            <a:r>
              <a:rPr sz="2150" spc="-25" dirty="0">
                <a:latin typeface="Segoe UI"/>
                <a:cs typeface="Segoe UI"/>
              </a:rPr>
              <a:t>to </a:t>
            </a:r>
            <a:r>
              <a:rPr sz="2150" spc="50" dirty="0">
                <a:latin typeface="Segoe UI"/>
                <a:cs typeface="Segoe UI"/>
              </a:rPr>
              <a:t>the</a:t>
            </a:r>
            <a:r>
              <a:rPr sz="2150" spc="150" dirty="0">
                <a:latin typeface="Segoe UI"/>
                <a:cs typeface="Segoe UI"/>
              </a:rPr>
              <a:t> </a:t>
            </a:r>
            <a:r>
              <a:rPr sz="2150" spc="50" dirty="0">
                <a:latin typeface="Segoe UI"/>
                <a:cs typeface="Segoe UI"/>
              </a:rPr>
              <a:t>project.</a:t>
            </a:r>
            <a:endParaRPr sz="2150">
              <a:latin typeface="Segoe UI"/>
              <a:cs typeface="Segoe UI"/>
            </a:endParaRPr>
          </a:p>
          <a:p>
            <a:pPr marL="325755" indent="-313055">
              <a:lnSpc>
                <a:spcPct val="100000"/>
              </a:lnSpc>
              <a:spcBef>
                <a:spcPts val="1920"/>
              </a:spcBef>
              <a:buFont typeface="Segoe UI"/>
              <a:buAutoNum type="arabicPeriod" startAt="3"/>
              <a:tabLst>
                <a:tab pos="325755" algn="l"/>
              </a:tabLst>
            </a:pPr>
            <a:r>
              <a:rPr sz="2150" spc="50" dirty="0">
                <a:latin typeface="Segoe UI Semibold"/>
                <a:cs typeface="Segoe UI Semibold"/>
              </a:rPr>
              <a:t>Regular</a:t>
            </a:r>
            <a:r>
              <a:rPr sz="2150" spc="175" dirty="0">
                <a:latin typeface="Segoe UI Semibold"/>
                <a:cs typeface="Segoe UI Semibold"/>
              </a:rPr>
              <a:t> </a:t>
            </a:r>
            <a:r>
              <a:rPr sz="2150" spc="60" dirty="0">
                <a:latin typeface="Segoe UI Semibold"/>
                <a:cs typeface="Segoe UI Semibold"/>
              </a:rPr>
              <a:t>Meetings</a:t>
            </a:r>
            <a:r>
              <a:rPr sz="2150" spc="204" dirty="0">
                <a:latin typeface="Segoe UI Semibold"/>
                <a:cs typeface="Segoe UI Semibold"/>
              </a:rPr>
              <a:t> </a:t>
            </a:r>
            <a:r>
              <a:rPr sz="2150" spc="50" dirty="0">
                <a:latin typeface="Segoe UI Semibold"/>
                <a:cs typeface="Segoe UI Semibold"/>
              </a:rPr>
              <a:t>and</a:t>
            </a:r>
            <a:r>
              <a:rPr sz="2150" spc="130" dirty="0">
                <a:latin typeface="Segoe UI Semibold"/>
                <a:cs typeface="Segoe UI Semibold"/>
              </a:rPr>
              <a:t> </a:t>
            </a:r>
            <a:r>
              <a:rPr sz="2150" spc="-10" dirty="0">
                <a:latin typeface="Segoe UI Semibold"/>
                <a:cs typeface="Segoe UI Semibold"/>
              </a:rPr>
              <a:t>Updates</a:t>
            </a:r>
            <a:endParaRPr sz="2150">
              <a:latin typeface="Segoe UI Semibold"/>
              <a:cs typeface="Segoe UI Semibold"/>
            </a:endParaRPr>
          </a:p>
          <a:p>
            <a:pPr marL="878840" marR="5080">
              <a:lnSpc>
                <a:spcPct val="127899"/>
              </a:lnSpc>
              <a:spcBef>
                <a:spcPts val="1125"/>
              </a:spcBef>
              <a:tabLst>
                <a:tab pos="2181860" algn="l"/>
                <a:tab pos="3618229" algn="l"/>
                <a:tab pos="4034790" algn="l"/>
                <a:tab pos="5052060" algn="l"/>
                <a:tab pos="6383655" algn="l"/>
                <a:tab pos="6800215" algn="l"/>
                <a:tab pos="7579359" algn="l"/>
                <a:tab pos="8844280" algn="l"/>
                <a:tab pos="9470390" algn="l"/>
              </a:tabLst>
            </a:pPr>
            <a:r>
              <a:rPr sz="2150" spc="45" dirty="0">
                <a:latin typeface="Segoe UI"/>
                <a:cs typeface="Segoe UI"/>
              </a:rPr>
              <a:t>Schedule</a:t>
            </a:r>
            <a:r>
              <a:rPr sz="2150" dirty="0">
                <a:latin typeface="Segoe UI"/>
                <a:cs typeface="Segoe UI"/>
              </a:rPr>
              <a:t>	</a:t>
            </a:r>
            <a:r>
              <a:rPr sz="2150" spc="75" dirty="0">
                <a:latin typeface="Segoe UI"/>
                <a:cs typeface="Segoe UI"/>
              </a:rPr>
              <a:t>stand-</a:t>
            </a:r>
            <a:r>
              <a:rPr sz="2150" spc="-25" dirty="0">
                <a:latin typeface="Segoe UI"/>
                <a:cs typeface="Segoe UI"/>
              </a:rPr>
              <a:t>ups</a:t>
            </a:r>
            <a:r>
              <a:rPr sz="2150" dirty="0">
                <a:latin typeface="Segoe UI"/>
                <a:cs typeface="Segoe UI"/>
              </a:rPr>
              <a:t>	</a:t>
            </a:r>
            <a:r>
              <a:rPr sz="2150" spc="-25" dirty="0">
                <a:latin typeface="Segoe UI"/>
                <a:cs typeface="Segoe UI"/>
              </a:rPr>
              <a:t>or</a:t>
            </a:r>
            <a:r>
              <a:rPr sz="2150" dirty="0">
                <a:latin typeface="Segoe UI"/>
                <a:cs typeface="Segoe UI"/>
              </a:rPr>
              <a:t>	</a:t>
            </a:r>
            <a:r>
              <a:rPr sz="2150" spc="50" dirty="0">
                <a:latin typeface="Segoe UI"/>
                <a:cs typeface="Segoe UI"/>
              </a:rPr>
              <a:t>weekly</a:t>
            </a:r>
            <a:r>
              <a:rPr sz="2150" dirty="0">
                <a:latin typeface="Segoe UI"/>
                <a:cs typeface="Segoe UI"/>
              </a:rPr>
              <a:t>	</a:t>
            </a:r>
            <a:r>
              <a:rPr sz="2150" spc="55" dirty="0">
                <a:latin typeface="Segoe UI"/>
                <a:cs typeface="Segoe UI"/>
              </a:rPr>
              <a:t>meetings</a:t>
            </a:r>
            <a:r>
              <a:rPr sz="2150" dirty="0">
                <a:latin typeface="Segoe UI"/>
                <a:cs typeface="Segoe UI"/>
              </a:rPr>
              <a:t>	</a:t>
            </a:r>
            <a:r>
              <a:rPr sz="2150" spc="-25" dirty="0">
                <a:latin typeface="Segoe UI"/>
                <a:cs typeface="Segoe UI"/>
              </a:rPr>
              <a:t>to</a:t>
            </a:r>
            <a:r>
              <a:rPr sz="2150" dirty="0">
                <a:latin typeface="Segoe UI"/>
                <a:cs typeface="Segoe UI"/>
              </a:rPr>
              <a:t>	</a:t>
            </a:r>
            <a:r>
              <a:rPr sz="2150" spc="50" dirty="0">
                <a:latin typeface="Segoe UI"/>
                <a:cs typeface="Segoe UI"/>
              </a:rPr>
              <a:t>track</a:t>
            </a:r>
            <a:r>
              <a:rPr sz="2150" dirty="0">
                <a:latin typeface="Segoe UI"/>
                <a:cs typeface="Segoe UI"/>
              </a:rPr>
              <a:t>	</a:t>
            </a:r>
            <a:r>
              <a:rPr sz="2150" spc="50" dirty="0">
                <a:latin typeface="Segoe UI"/>
                <a:cs typeface="Segoe UI"/>
              </a:rPr>
              <a:t>progress</a:t>
            </a:r>
            <a:r>
              <a:rPr sz="2150" dirty="0">
                <a:latin typeface="Segoe UI"/>
                <a:cs typeface="Segoe UI"/>
              </a:rPr>
              <a:t>	</a:t>
            </a:r>
            <a:r>
              <a:rPr sz="2150" spc="25" dirty="0">
                <a:latin typeface="Segoe UI"/>
                <a:cs typeface="Segoe UI"/>
              </a:rPr>
              <a:t>and</a:t>
            </a:r>
            <a:r>
              <a:rPr sz="2150" dirty="0">
                <a:latin typeface="Segoe UI"/>
                <a:cs typeface="Segoe UI"/>
              </a:rPr>
              <a:t>	</a:t>
            </a:r>
            <a:r>
              <a:rPr sz="2150" spc="50" dirty="0">
                <a:latin typeface="Segoe UI"/>
                <a:cs typeface="Segoe UI"/>
              </a:rPr>
              <a:t>address </a:t>
            </a:r>
            <a:r>
              <a:rPr sz="2150" spc="40" dirty="0">
                <a:latin typeface="Segoe UI"/>
                <a:cs typeface="Segoe UI"/>
              </a:rPr>
              <a:t>issues.</a:t>
            </a:r>
            <a:endParaRPr sz="2150">
              <a:latin typeface="Segoe UI"/>
              <a:cs typeface="Segoe UI"/>
            </a:endParaRPr>
          </a:p>
        </p:txBody>
      </p:sp>
      <p:sp>
        <p:nvSpPr>
          <p:cNvPr id="7" name="object 7"/>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28</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5912" y="2757487"/>
            <a:ext cx="114299" cy="114299"/>
          </a:xfrm>
          <a:prstGeom prst="rect">
            <a:avLst/>
          </a:prstGeom>
        </p:spPr>
      </p:pic>
      <p:pic>
        <p:nvPicPr>
          <p:cNvPr id="3" name="object 3"/>
          <p:cNvPicPr/>
          <p:nvPr/>
        </p:nvPicPr>
        <p:blipFill>
          <a:blip r:embed="rId3" cstate="print"/>
          <a:stretch>
            <a:fillRect/>
          </a:stretch>
        </p:blipFill>
        <p:spPr>
          <a:xfrm>
            <a:off x="1585912" y="4310062"/>
            <a:ext cx="114299" cy="114299"/>
          </a:xfrm>
          <a:prstGeom prst="rect">
            <a:avLst/>
          </a:prstGeom>
        </p:spPr>
      </p:pic>
      <p:sp>
        <p:nvSpPr>
          <p:cNvPr id="4" name="object 4"/>
          <p:cNvSpPr txBox="1"/>
          <p:nvPr/>
        </p:nvSpPr>
        <p:spPr>
          <a:xfrm>
            <a:off x="973137" y="2063750"/>
            <a:ext cx="10477500" cy="2880995"/>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startAt="4"/>
              <a:tabLst>
                <a:tab pos="325755" algn="l"/>
              </a:tabLst>
            </a:pPr>
            <a:r>
              <a:rPr sz="2150" spc="70" dirty="0">
                <a:latin typeface="Segoe UI Semibold"/>
                <a:cs typeface="Segoe UI Semibold"/>
              </a:rPr>
              <a:t>Collaborative</a:t>
            </a:r>
            <a:r>
              <a:rPr sz="2150" spc="140" dirty="0">
                <a:latin typeface="Segoe UI Semibold"/>
                <a:cs typeface="Segoe UI Semibold"/>
              </a:rPr>
              <a:t> </a:t>
            </a:r>
            <a:r>
              <a:rPr sz="2150" spc="-20" dirty="0">
                <a:latin typeface="Segoe UI Semibold"/>
                <a:cs typeface="Segoe UI Semibold"/>
              </a:rPr>
              <a:t>Tools</a:t>
            </a:r>
            <a:endParaRPr sz="2150" dirty="0">
              <a:latin typeface="Segoe UI Semibold"/>
              <a:cs typeface="Segoe UI Semibold"/>
            </a:endParaRPr>
          </a:p>
          <a:p>
            <a:pPr marL="878840" marR="5080">
              <a:lnSpc>
                <a:spcPct val="127899"/>
              </a:lnSpc>
              <a:spcBef>
                <a:spcPts val="1125"/>
              </a:spcBef>
            </a:pPr>
            <a:r>
              <a:rPr sz="2150" spc="65" dirty="0">
                <a:latin typeface="Segoe UI"/>
                <a:cs typeface="Segoe UI"/>
              </a:rPr>
              <a:t>Utilize</a:t>
            </a:r>
            <a:r>
              <a:rPr sz="2150" spc="345" dirty="0">
                <a:latin typeface="Segoe UI"/>
                <a:cs typeface="Segoe UI"/>
              </a:rPr>
              <a:t> </a:t>
            </a:r>
            <a:r>
              <a:rPr sz="2150" spc="60" dirty="0">
                <a:latin typeface="Segoe UI"/>
                <a:cs typeface="Segoe UI"/>
              </a:rPr>
              <a:t>project</a:t>
            </a:r>
            <a:r>
              <a:rPr sz="2150" spc="370" dirty="0">
                <a:latin typeface="Segoe UI"/>
                <a:cs typeface="Segoe UI"/>
              </a:rPr>
              <a:t> </a:t>
            </a:r>
            <a:r>
              <a:rPr sz="2150" spc="65" dirty="0">
                <a:latin typeface="Segoe UI"/>
                <a:cs typeface="Segoe UI"/>
              </a:rPr>
              <a:t>management</a:t>
            </a:r>
            <a:r>
              <a:rPr sz="2150" spc="370" dirty="0">
                <a:latin typeface="Segoe UI"/>
                <a:cs typeface="Segoe UI"/>
              </a:rPr>
              <a:t> </a:t>
            </a:r>
            <a:r>
              <a:rPr sz="2150" spc="60" dirty="0">
                <a:latin typeface="Segoe UI"/>
                <a:cs typeface="Segoe UI"/>
              </a:rPr>
              <a:t>tools</a:t>
            </a:r>
            <a:r>
              <a:rPr sz="2150" spc="335" dirty="0">
                <a:latin typeface="Segoe UI"/>
                <a:cs typeface="Segoe UI"/>
              </a:rPr>
              <a:t> </a:t>
            </a:r>
            <a:r>
              <a:rPr sz="2150" spc="50" dirty="0">
                <a:latin typeface="Segoe UI"/>
                <a:cs typeface="Segoe UI"/>
              </a:rPr>
              <a:t>like</a:t>
            </a:r>
            <a:r>
              <a:rPr sz="2150" spc="345" dirty="0">
                <a:latin typeface="Segoe UI"/>
                <a:cs typeface="Segoe UI"/>
              </a:rPr>
              <a:t> </a:t>
            </a:r>
            <a:r>
              <a:rPr sz="2150" spc="55" dirty="0">
                <a:latin typeface="Segoe UI"/>
                <a:cs typeface="Segoe UI"/>
              </a:rPr>
              <a:t>Jira,</a:t>
            </a:r>
            <a:r>
              <a:rPr sz="2150" spc="335" dirty="0">
                <a:latin typeface="Segoe UI"/>
                <a:cs typeface="Segoe UI"/>
              </a:rPr>
              <a:t> </a:t>
            </a:r>
            <a:r>
              <a:rPr sz="2150" dirty="0">
                <a:latin typeface="Segoe UI"/>
                <a:cs typeface="Segoe UI"/>
              </a:rPr>
              <a:t>Trello,</a:t>
            </a:r>
            <a:r>
              <a:rPr sz="2150" spc="335" dirty="0">
                <a:latin typeface="Segoe UI"/>
                <a:cs typeface="Segoe UI"/>
              </a:rPr>
              <a:t> </a:t>
            </a:r>
            <a:r>
              <a:rPr sz="2150" dirty="0">
                <a:latin typeface="Segoe UI"/>
                <a:cs typeface="Segoe UI"/>
              </a:rPr>
              <a:t>or</a:t>
            </a:r>
            <a:r>
              <a:rPr sz="2150" spc="350" dirty="0">
                <a:latin typeface="Segoe UI"/>
                <a:cs typeface="Segoe UI"/>
              </a:rPr>
              <a:t> </a:t>
            </a:r>
            <a:r>
              <a:rPr sz="2150" spc="60" dirty="0">
                <a:latin typeface="Segoe UI"/>
                <a:cs typeface="Segoe UI"/>
              </a:rPr>
              <a:t>Asana</a:t>
            </a:r>
            <a:r>
              <a:rPr sz="2150" spc="375" dirty="0">
                <a:latin typeface="Segoe UI"/>
                <a:cs typeface="Segoe UI"/>
              </a:rPr>
              <a:t> </a:t>
            </a:r>
            <a:r>
              <a:rPr sz="2150" dirty="0">
                <a:latin typeface="Segoe UI"/>
                <a:cs typeface="Segoe UI"/>
              </a:rPr>
              <a:t>to</a:t>
            </a:r>
            <a:r>
              <a:rPr sz="2150" spc="355" dirty="0">
                <a:latin typeface="Segoe UI"/>
                <a:cs typeface="Segoe UI"/>
              </a:rPr>
              <a:t> </a:t>
            </a:r>
            <a:r>
              <a:rPr sz="2150" spc="60" dirty="0">
                <a:latin typeface="Segoe UI"/>
                <a:cs typeface="Segoe UI"/>
              </a:rPr>
              <a:t>track</a:t>
            </a:r>
            <a:r>
              <a:rPr sz="2150" spc="330" dirty="0">
                <a:latin typeface="Segoe UI"/>
                <a:cs typeface="Segoe UI"/>
              </a:rPr>
              <a:t> </a:t>
            </a:r>
            <a:r>
              <a:rPr sz="2150" spc="50" dirty="0">
                <a:latin typeface="Segoe UI"/>
                <a:cs typeface="Segoe UI"/>
              </a:rPr>
              <a:t>tasks and</a:t>
            </a:r>
            <a:r>
              <a:rPr sz="2150" spc="150" dirty="0">
                <a:latin typeface="Segoe UI"/>
                <a:cs typeface="Segoe UI"/>
              </a:rPr>
              <a:t> </a:t>
            </a:r>
            <a:r>
              <a:rPr sz="2150" spc="50" dirty="0">
                <a:latin typeface="Segoe UI"/>
                <a:cs typeface="Segoe UI"/>
              </a:rPr>
              <a:t>dependencies.</a:t>
            </a:r>
            <a:endParaRPr sz="2150" dirty="0">
              <a:latin typeface="Segoe UI"/>
              <a:cs typeface="Segoe UI"/>
            </a:endParaRPr>
          </a:p>
          <a:p>
            <a:pPr marL="325755" indent="-313055">
              <a:lnSpc>
                <a:spcPct val="100000"/>
              </a:lnSpc>
              <a:spcBef>
                <a:spcPts val="1845"/>
              </a:spcBef>
              <a:buFont typeface="Segoe UI"/>
              <a:buAutoNum type="arabicPeriod" startAt="5"/>
              <a:tabLst>
                <a:tab pos="325755" algn="l"/>
              </a:tabLst>
            </a:pPr>
            <a:r>
              <a:rPr sz="2150" spc="60" dirty="0">
                <a:latin typeface="Segoe UI Semibold"/>
                <a:cs typeface="Segoe UI Semibold"/>
              </a:rPr>
              <a:t>Foster</a:t>
            </a:r>
            <a:r>
              <a:rPr sz="2150" spc="175" dirty="0">
                <a:latin typeface="Segoe UI Semibold"/>
                <a:cs typeface="Segoe UI Semibold"/>
              </a:rPr>
              <a:t> </a:t>
            </a:r>
            <a:r>
              <a:rPr sz="2150" dirty="0">
                <a:latin typeface="Segoe UI Semibold"/>
                <a:cs typeface="Segoe UI Semibold"/>
              </a:rPr>
              <a:t>a</a:t>
            </a:r>
            <a:r>
              <a:rPr sz="2150" spc="160" dirty="0">
                <a:latin typeface="Segoe UI Semibold"/>
                <a:cs typeface="Segoe UI Semibold"/>
              </a:rPr>
              <a:t> </a:t>
            </a:r>
            <a:r>
              <a:rPr sz="2150" spc="70" dirty="0">
                <a:latin typeface="Segoe UI Semibold"/>
                <a:cs typeface="Segoe UI Semibold"/>
              </a:rPr>
              <a:t>Collaborative</a:t>
            </a:r>
            <a:r>
              <a:rPr sz="2150" spc="135" dirty="0">
                <a:latin typeface="Segoe UI Semibold"/>
                <a:cs typeface="Segoe UI Semibold"/>
              </a:rPr>
              <a:t> </a:t>
            </a:r>
            <a:r>
              <a:rPr sz="2150" spc="65" dirty="0">
                <a:latin typeface="Segoe UI Semibold"/>
                <a:cs typeface="Segoe UI Semibold"/>
              </a:rPr>
              <a:t>Culture</a:t>
            </a:r>
            <a:endParaRPr sz="2150" dirty="0">
              <a:latin typeface="Segoe UI Semibold"/>
              <a:cs typeface="Segoe UI Semibold"/>
            </a:endParaRPr>
          </a:p>
          <a:p>
            <a:pPr marL="878840" marR="7620">
              <a:lnSpc>
                <a:spcPct val="125000"/>
              </a:lnSpc>
              <a:spcBef>
                <a:spcPts val="1275"/>
              </a:spcBef>
              <a:tabLst>
                <a:tab pos="2416810" algn="l"/>
                <a:tab pos="3877945" algn="l"/>
                <a:tab pos="4539615" algn="l"/>
                <a:tab pos="5619750" algn="l"/>
                <a:tab pos="6805295" algn="l"/>
                <a:tab pos="7885430" algn="l"/>
                <a:tab pos="9175115" algn="l"/>
              </a:tabLst>
            </a:pPr>
            <a:r>
              <a:rPr sz="2150" spc="50" dirty="0">
                <a:latin typeface="Segoe UI"/>
                <a:cs typeface="Segoe UI"/>
              </a:rPr>
              <a:t>Encourage</a:t>
            </a:r>
            <a:r>
              <a:rPr sz="2150" dirty="0">
                <a:latin typeface="Segoe UI"/>
                <a:cs typeface="Segoe UI"/>
              </a:rPr>
              <a:t>	</a:t>
            </a:r>
            <a:r>
              <a:rPr sz="2150" spc="60" dirty="0">
                <a:latin typeface="Segoe UI"/>
                <a:cs typeface="Segoe UI"/>
              </a:rPr>
              <a:t>teamwork</a:t>
            </a:r>
            <a:r>
              <a:rPr sz="2150" dirty="0">
                <a:latin typeface="Segoe UI"/>
                <a:cs typeface="Segoe UI"/>
              </a:rPr>
              <a:t>	</a:t>
            </a:r>
            <a:r>
              <a:rPr sz="2150" spc="25" dirty="0">
                <a:latin typeface="Segoe UI"/>
                <a:cs typeface="Segoe UI"/>
              </a:rPr>
              <a:t>and</a:t>
            </a:r>
            <a:r>
              <a:rPr sz="2150" dirty="0">
                <a:latin typeface="Segoe UI"/>
                <a:cs typeface="Segoe UI"/>
              </a:rPr>
              <a:t>	</a:t>
            </a:r>
            <a:r>
              <a:rPr sz="2150" spc="50" dirty="0">
                <a:latin typeface="Segoe UI"/>
                <a:cs typeface="Segoe UI"/>
              </a:rPr>
              <a:t>mutual</a:t>
            </a:r>
            <a:r>
              <a:rPr sz="2150" dirty="0">
                <a:latin typeface="Segoe UI"/>
                <a:cs typeface="Segoe UI"/>
              </a:rPr>
              <a:t>	</a:t>
            </a:r>
            <a:r>
              <a:rPr sz="2150" spc="50" dirty="0">
                <a:latin typeface="Segoe UI"/>
                <a:cs typeface="Segoe UI"/>
              </a:rPr>
              <a:t>support</a:t>
            </a:r>
            <a:r>
              <a:rPr sz="2150" dirty="0">
                <a:latin typeface="Segoe UI"/>
                <a:cs typeface="Segoe UI"/>
              </a:rPr>
              <a:t>	</a:t>
            </a:r>
            <a:r>
              <a:rPr sz="2150" spc="50" dirty="0">
                <a:latin typeface="Segoe UI"/>
                <a:cs typeface="Segoe UI"/>
              </a:rPr>
              <a:t>among</a:t>
            </a:r>
            <a:r>
              <a:rPr sz="2150" dirty="0">
                <a:latin typeface="Segoe UI"/>
                <a:cs typeface="Segoe UI"/>
              </a:rPr>
              <a:t>	</a:t>
            </a:r>
            <a:r>
              <a:rPr sz="2150" spc="50" dirty="0">
                <a:latin typeface="Segoe UI"/>
                <a:cs typeface="Segoe UI"/>
              </a:rPr>
              <a:t>different</a:t>
            </a:r>
            <a:r>
              <a:rPr sz="2150" dirty="0">
                <a:latin typeface="Segoe UI"/>
                <a:cs typeface="Segoe UI"/>
              </a:rPr>
              <a:t>	</a:t>
            </a:r>
            <a:r>
              <a:rPr sz="2150" spc="50" dirty="0">
                <a:latin typeface="Segoe UI"/>
                <a:cs typeface="Segoe UI"/>
              </a:rPr>
              <a:t>functional areas.</a:t>
            </a:r>
            <a:endParaRPr sz="2150" dirty="0">
              <a:latin typeface="Segoe UI"/>
              <a:cs typeface="Segoe UI"/>
            </a:endParaRPr>
          </a:p>
        </p:txBody>
      </p:sp>
      <p:sp>
        <p:nvSpPr>
          <p:cNvPr id="5" name="object 5"/>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29</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3666" rIns="0" bIns="0" rtlCol="0">
            <a:spAutoFit/>
          </a:bodyPr>
          <a:lstStyle/>
          <a:p>
            <a:pPr marL="12700">
              <a:lnSpc>
                <a:spcPct val="100000"/>
              </a:lnSpc>
              <a:spcBef>
                <a:spcPts val="130"/>
              </a:spcBef>
            </a:pPr>
            <a:r>
              <a:rPr spc="70" dirty="0"/>
              <a:t>Example</a:t>
            </a:r>
            <a:r>
              <a:rPr spc="130" dirty="0"/>
              <a:t> </a:t>
            </a:r>
            <a:r>
              <a:rPr spc="50" dirty="0"/>
              <a:t>Scenario</a:t>
            </a:r>
          </a:p>
        </p:txBody>
      </p:sp>
      <p:pic>
        <p:nvPicPr>
          <p:cNvPr id="3" name="object 3"/>
          <p:cNvPicPr/>
          <p:nvPr/>
        </p:nvPicPr>
        <p:blipFill>
          <a:blip r:embed="rId2" cstate="print"/>
          <a:stretch>
            <a:fillRect/>
          </a:stretch>
        </p:blipFill>
        <p:spPr>
          <a:xfrm>
            <a:off x="1038225" y="2705099"/>
            <a:ext cx="104774" cy="104774"/>
          </a:xfrm>
          <a:prstGeom prst="rect">
            <a:avLst/>
          </a:prstGeom>
        </p:spPr>
      </p:pic>
      <p:pic>
        <p:nvPicPr>
          <p:cNvPr id="4" name="object 4"/>
          <p:cNvPicPr/>
          <p:nvPr/>
        </p:nvPicPr>
        <p:blipFill>
          <a:blip r:embed="rId2" cstate="print"/>
          <a:stretch>
            <a:fillRect/>
          </a:stretch>
        </p:blipFill>
        <p:spPr>
          <a:xfrm>
            <a:off x="1038225" y="3190874"/>
            <a:ext cx="104774" cy="104774"/>
          </a:xfrm>
          <a:prstGeom prst="rect">
            <a:avLst/>
          </a:prstGeom>
        </p:spPr>
      </p:pic>
      <p:pic>
        <p:nvPicPr>
          <p:cNvPr id="5" name="object 5"/>
          <p:cNvPicPr/>
          <p:nvPr/>
        </p:nvPicPr>
        <p:blipFill>
          <a:blip r:embed="rId2" cstate="print"/>
          <a:stretch>
            <a:fillRect/>
          </a:stretch>
        </p:blipFill>
        <p:spPr>
          <a:xfrm>
            <a:off x="1038225" y="3676649"/>
            <a:ext cx="104774" cy="104774"/>
          </a:xfrm>
          <a:prstGeom prst="rect">
            <a:avLst/>
          </a:prstGeom>
        </p:spPr>
      </p:pic>
      <p:pic>
        <p:nvPicPr>
          <p:cNvPr id="6" name="object 6"/>
          <p:cNvPicPr/>
          <p:nvPr/>
        </p:nvPicPr>
        <p:blipFill>
          <a:blip r:embed="rId2" cstate="print"/>
          <a:stretch>
            <a:fillRect/>
          </a:stretch>
        </p:blipFill>
        <p:spPr>
          <a:xfrm>
            <a:off x="1038225" y="4162424"/>
            <a:ext cx="104774" cy="104774"/>
          </a:xfrm>
          <a:prstGeom prst="rect">
            <a:avLst/>
          </a:prstGeom>
        </p:spPr>
      </p:pic>
      <p:sp>
        <p:nvSpPr>
          <p:cNvPr id="7" name="object 7"/>
          <p:cNvSpPr txBox="1"/>
          <p:nvPr/>
        </p:nvSpPr>
        <p:spPr>
          <a:xfrm>
            <a:off x="735012" y="1499869"/>
            <a:ext cx="10716895" cy="4273550"/>
          </a:xfrm>
          <a:prstGeom prst="rect">
            <a:avLst/>
          </a:prstGeom>
        </p:spPr>
        <p:txBody>
          <a:bodyPr vert="horz" wrap="square" lIns="0" tIns="12065" rIns="0" bIns="0" rtlCol="0">
            <a:spAutoFit/>
          </a:bodyPr>
          <a:lstStyle/>
          <a:p>
            <a:pPr marL="12700" marR="8890" algn="just">
              <a:lnSpc>
                <a:spcPct val="127899"/>
              </a:lnSpc>
              <a:spcBef>
                <a:spcPts val="95"/>
              </a:spcBef>
            </a:pPr>
            <a:r>
              <a:rPr sz="2150" spc="60" dirty="0">
                <a:latin typeface="Segoe UI"/>
                <a:cs typeface="Segoe UI"/>
              </a:rPr>
              <a:t>Consider</a:t>
            </a:r>
            <a:r>
              <a:rPr sz="2150" spc="285" dirty="0">
                <a:latin typeface="Segoe UI"/>
                <a:cs typeface="Segoe UI"/>
              </a:rPr>
              <a:t> </a:t>
            </a:r>
            <a:r>
              <a:rPr sz="2150" dirty="0">
                <a:latin typeface="Segoe UI"/>
                <a:cs typeface="Segoe UI"/>
              </a:rPr>
              <a:t>a</a:t>
            </a:r>
            <a:r>
              <a:rPr sz="2150" spc="315" dirty="0">
                <a:latin typeface="Segoe UI"/>
                <a:cs typeface="Segoe UI"/>
              </a:rPr>
              <a:t> </a:t>
            </a:r>
            <a:r>
              <a:rPr sz="2150" spc="60" dirty="0">
                <a:latin typeface="Segoe UI"/>
                <a:cs typeface="Segoe UI"/>
              </a:rPr>
              <a:t>project</a:t>
            </a:r>
            <a:r>
              <a:rPr sz="2150" spc="305" dirty="0">
                <a:latin typeface="Segoe UI"/>
                <a:cs typeface="Segoe UI"/>
              </a:rPr>
              <a:t> </a:t>
            </a:r>
            <a:r>
              <a:rPr sz="2150" dirty="0">
                <a:latin typeface="Segoe UI"/>
                <a:cs typeface="Segoe UI"/>
              </a:rPr>
              <a:t>to</a:t>
            </a:r>
            <a:r>
              <a:rPr sz="2150" spc="290" dirty="0">
                <a:latin typeface="Segoe UI"/>
                <a:cs typeface="Segoe UI"/>
              </a:rPr>
              <a:t> </a:t>
            </a:r>
            <a:r>
              <a:rPr sz="2150" spc="65" dirty="0">
                <a:latin typeface="Segoe UI"/>
                <a:cs typeface="Segoe UI"/>
              </a:rPr>
              <a:t>develop</a:t>
            </a:r>
            <a:r>
              <a:rPr sz="2150" spc="285" dirty="0">
                <a:latin typeface="Segoe UI"/>
                <a:cs typeface="Segoe UI"/>
              </a:rPr>
              <a:t> </a:t>
            </a:r>
            <a:r>
              <a:rPr sz="2150" spc="50" dirty="0">
                <a:latin typeface="Segoe UI"/>
                <a:cs typeface="Segoe UI"/>
              </a:rPr>
              <a:t>an</a:t>
            </a:r>
            <a:r>
              <a:rPr sz="2150" spc="260" dirty="0">
                <a:latin typeface="Segoe UI"/>
                <a:cs typeface="Segoe UI"/>
              </a:rPr>
              <a:t> </a:t>
            </a:r>
            <a:r>
              <a:rPr sz="2150" spc="85" dirty="0">
                <a:latin typeface="Segoe UI"/>
                <a:cs typeface="Segoe UI"/>
              </a:rPr>
              <a:t>e-</a:t>
            </a:r>
            <a:r>
              <a:rPr sz="2150" spc="60" dirty="0">
                <a:latin typeface="Segoe UI"/>
                <a:cs typeface="Segoe UI"/>
              </a:rPr>
              <a:t>commerce</a:t>
            </a:r>
            <a:r>
              <a:rPr sz="2150" spc="285" dirty="0">
                <a:latin typeface="Segoe UI"/>
                <a:cs typeface="Segoe UI"/>
              </a:rPr>
              <a:t> </a:t>
            </a:r>
            <a:r>
              <a:rPr sz="2150" spc="65" dirty="0">
                <a:latin typeface="Segoe UI"/>
                <a:cs typeface="Segoe UI"/>
              </a:rPr>
              <a:t>website.</a:t>
            </a:r>
            <a:r>
              <a:rPr sz="2150" spc="270" dirty="0">
                <a:latin typeface="Segoe UI"/>
                <a:cs typeface="Segoe UI"/>
              </a:rPr>
              <a:t> </a:t>
            </a:r>
            <a:r>
              <a:rPr sz="2150" dirty="0">
                <a:latin typeface="Segoe UI"/>
                <a:cs typeface="Segoe UI"/>
              </a:rPr>
              <a:t>The</a:t>
            </a:r>
            <a:r>
              <a:rPr sz="2150" spc="280" dirty="0">
                <a:latin typeface="Segoe UI"/>
                <a:cs typeface="Segoe UI"/>
              </a:rPr>
              <a:t> </a:t>
            </a:r>
            <a:r>
              <a:rPr sz="2150" spc="65" dirty="0">
                <a:latin typeface="Segoe UI"/>
                <a:cs typeface="Segoe UI"/>
              </a:rPr>
              <a:t>cross-</a:t>
            </a:r>
            <a:r>
              <a:rPr sz="2150" spc="60" dirty="0">
                <a:latin typeface="Segoe UI"/>
                <a:cs typeface="Segoe UI"/>
              </a:rPr>
              <a:t>functional</a:t>
            </a:r>
            <a:r>
              <a:rPr sz="2150" spc="290" dirty="0">
                <a:latin typeface="Segoe UI"/>
                <a:cs typeface="Segoe UI"/>
              </a:rPr>
              <a:t> </a:t>
            </a:r>
            <a:r>
              <a:rPr sz="2150" spc="45" dirty="0">
                <a:latin typeface="Segoe UI"/>
                <a:cs typeface="Segoe UI"/>
              </a:rPr>
              <a:t>team includes:</a:t>
            </a:r>
            <a:endParaRPr sz="2150">
              <a:latin typeface="Segoe UI"/>
              <a:cs typeface="Segoe UI"/>
            </a:endParaRPr>
          </a:p>
          <a:p>
            <a:pPr marL="564515">
              <a:lnSpc>
                <a:spcPct val="100000"/>
              </a:lnSpc>
              <a:spcBef>
                <a:spcPts val="1845"/>
              </a:spcBef>
            </a:pPr>
            <a:r>
              <a:rPr sz="2150" spc="70" dirty="0">
                <a:latin typeface="Segoe UI Semibold"/>
                <a:cs typeface="Segoe UI Semibold"/>
              </a:rPr>
              <a:t>Developers:</a:t>
            </a:r>
            <a:r>
              <a:rPr sz="2150" spc="155" dirty="0">
                <a:latin typeface="Segoe UI Semibold"/>
                <a:cs typeface="Segoe UI Semibold"/>
              </a:rPr>
              <a:t> </a:t>
            </a:r>
            <a:r>
              <a:rPr sz="2150" spc="60" dirty="0">
                <a:latin typeface="Segoe UI"/>
                <a:cs typeface="Segoe UI"/>
              </a:rPr>
              <a:t>Build</a:t>
            </a:r>
            <a:r>
              <a:rPr sz="2150" spc="165" dirty="0">
                <a:latin typeface="Segoe UI"/>
                <a:cs typeface="Segoe UI"/>
              </a:rPr>
              <a:t> </a:t>
            </a:r>
            <a:r>
              <a:rPr sz="2150" spc="50" dirty="0">
                <a:latin typeface="Segoe UI"/>
                <a:cs typeface="Segoe UI"/>
              </a:rPr>
              <a:t>the</a:t>
            </a:r>
            <a:r>
              <a:rPr sz="2150" spc="155" dirty="0">
                <a:latin typeface="Segoe UI"/>
                <a:cs typeface="Segoe UI"/>
              </a:rPr>
              <a:t> </a:t>
            </a:r>
            <a:r>
              <a:rPr sz="2150" spc="65" dirty="0">
                <a:latin typeface="Segoe UI"/>
                <a:cs typeface="Segoe UI"/>
              </a:rPr>
              <a:t>website</a:t>
            </a:r>
            <a:r>
              <a:rPr sz="2150" spc="160" dirty="0">
                <a:latin typeface="Segoe UI"/>
                <a:cs typeface="Segoe UI"/>
              </a:rPr>
              <a:t> </a:t>
            </a:r>
            <a:r>
              <a:rPr sz="2150" spc="55" dirty="0">
                <a:latin typeface="Segoe UI"/>
                <a:cs typeface="Segoe UI"/>
              </a:rPr>
              <a:t>functionality.</a:t>
            </a:r>
            <a:endParaRPr sz="2150">
              <a:latin typeface="Segoe UI"/>
              <a:cs typeface="Segoe UI"/>
            </a:endParaRPr>
          </a:p>
          <a:p>
            <a:pPr marL="564515" marR="2948940">
              <a:lnSpc>
                <a:spcPts val="3820"/>
              </a:lnSpc>
              <a:spcBef>
                <a:spcPts val="340"/>
              </a:spcBef>
            </a:pPr>
            <a:r>
              <a:rPr sz="2150" spc="75" dirty="0">
                <a:latin typeface="Segoe UI Semibold"/>
                <a:cs typeface="Segoe UI Semibold"/>
              </a:rPr>
              <a:t>Designers:</a:t>
            </a:r>
            <a:r>
              <a:rPr sz="2150" spc="195" dirty="0">
                <a:latin typeface="Segoe UI Semibold"/>
                <a:cs typeface="Segoe UI Semibold"/>
              </a:rPr>
              <a:t> </a:t>
            </a:r>
            <a:r>
              <a:rPr sz="2150" spc="65" dirty="0">
                <a:latin typeface="Segoe UI"/>
                <a:cs typeface="Segoe UI"/>
              </a:rPr>
              <a:t>Create</a:t>
            </a:r>
            <a:r>
              <a:rPr sz="2150" spc="190" dirty="0">
                <a:latin typeface="Segoe UI"/>
                <a:cs typeface="Segoe UI"/>
              </a:rPr>
              <a:t> </a:t>
            </a:r>
            <a:r>
              <a:rPr sz="2150" spc="50" dirty="0">
                <a:latin typeface="Segoe UI"/>
                <a:cs typeface="Segoe UI"/>
              </a:rPr>
              <a:t>the</a:t>
            </a:r>
            <a:r>
              <a:rPr sz="2150" spc="195" dirty="0">
                <a:latin typeface="Segoe UI"/>
                <a:cs typeface="Segoe UI"/>
              </a:rPr>
              <a:t> </a:t>
            </a:r>
            <a:r>
              <a:rPr sz="2150" dirty="0">
                <a:latin typeface="Segoe UI"/>
                <a:cs typeface="Segoe UI"/>
              </a:rPr>
              <a:t>user</a:t>
            </a:r>
            <a:r>
              <a:rPr sz="2150" spc="195" dirty="0">
                <a:latin typeface="Segoe UI"/>
                <a:cs typeface="Segoe UI"/>
              </a:rPr>
              <a:t> </a:t>
            </a:r>
            <a:r>
              <a:rPr sz="2150" spc="60" dirty="0">
                <a:latin typeface="Segoe UI"/>
                <a:cs typeface="Segoe UI"/>
              </a:rPr>
              <a:t>interface</a:t>
            </a:r>
            <a:r>
              <a:rPr sz="2150" spc="195" dirty="0">
                <a:latin typeface="Segoe UI"/>
                <a:cs typeface="Segoe UI"/>
              </a:rPr>
              <a:t> </a:t>
            </a:r>
            <a:r>
              <a:rPr sz="2150" spc="50" dirty="0">
                <a:latin typeface="Segoe UI"/>
                <a:cs typeface="Segoe UI"/>
              </a:rPr>
              <a:t>and</a:t>
            </a:r>
            <a:r>
              <a:rPr sz="2150" spc="204" dirty="0">
                <a:latin typeface="Segoe UI"/>
                <a:cs typeface="Segoe UI"/>
              </a:rPr>
              <a:t> </a:t>
            </a:r>
            <a:r>
              <a:rPr sz="2150" spc="50" dirty="0">
                <a:latin typeface="Segoe UI"/>
                <a:cs typeface="Segoe UI"/>
              </a:rPr>
              <a:t>experience. </a:t>
            </a:r>
            <a:r>
              <a:rPr sz="2150" spc="55" dirty="0">
                <a:latin typeface="Segoe UI Semibold"/>
                <a:cs typeface="Segoe UI Semibold"/>
              </a:rPr>
              <a:t>Marketing:</a:t>
            </a:r>
            <a:r>
              <a:rPr sz="2150" spc="160" dirty="0">
                <a:latin typeface="Segoe UI Semibold"/>
                <a:cs typeface="Segoe UI Semibold"/>
              </a:rPr>
              <a:t> </a:t>
            </a:r>
            <a:r>
              <a:rPr sz="2150" spc="55" dirty="0">
                <a:latin typeface="Segoe UI"/>
                <a:cs typeface="Segoe UI"/>
              </a:rPr>
              <a:t>Plan</a:t>
            </a:r>
            <a:r>
              <a:rPr sz="2150" spc="140" dirty="0">
                <a:latin typeface="Segoe UI"/>
                <a:cs typeface="Segoe UI"/>
              </a:rPr>
              <a:t> </a:t>
            </a:r>
            <a:r>
              <a:rPr sz="2150" spc="50" dirty="0">
                <a:latin typeface="Segoe UI"/>
                <a:cs typeface="Segoe UI"/>
              </a:rPr>
              <a:t>the</a:t>
            </a:r>
            <a:r>
              <a:rPr sz="2150" spc="155" dirty="0">
                <a:latin typeface="Segoe UI"/>
                <a:cs typeface="Segoe UI"/>
              </a:rPr>
              <a:t> </a:t>
            </a:r>
            <a:r>
              <a:rPr sz="2150" spc="55" dirty="0">
                <a:latin typeface="Segoe UI"/>
                <a:cs typeface="Segoe UI"/>
              </a:rPr>
              <a:t>launch</a:t>
            </a:r>
            <a:r>
              <a:rPr sz="2150" spc="145" dirty="0">
                <a:latin typeface="Segoe UI"/>
                <a:cs typeface="Segoe UI"/>
              </a:rPr>
              <a:t> </a:t>
            </a:r>
            <a:r>
              <a:rPr sz="2150" spc="50" dirty="0">
                <a:latin typeface="Segoe UI"/>
                <a:cs typeface="Segoe UI"/>
              </a:rPr>
              <a:t>and</a:t>
            </a:r>
            <a:r>
              <a:rPr sz="2150" spc="165" dirty="0">
                <a:latin typeface="Segoe UI"/>
                <a:cs typeface="Segoe UI"/>
              </a:rPr>
              <a:t> </a:t>
            </a:r>
            <a:r>
              <a:rPr sz="2150" spc="70" dirty="0">
                <a:latin typeface="Segoe UI"/>
                <a:cs typeface="Segoe UI"/>
              </a:rPr>
              <a:t>promotional</a:t>
            </a:r>
            <a:r>
              <a:rPr sz="2150" spc="170" dirty="0">
                <a:latin typeface="Segoe UI"/>
                <a:cs typeface="Segoe UI"/>
              </a:rPr>
              <a:t> </a:t>
            </a:r>
            <a:r>
              <a:rPr sz="2150" spc="55" dirty="0">
                <a:latin typeface="Segoe UI"/>
                <a:cs typeface="Segoe UI"/>
              </a:rPr>
              <a:t>strategies. </a:t>
            </a:r>
            <a:r>
              <a:rPr sz="2150" spc="70" dirty="0">
                <a:latin typeface="Segoe UI Semibold"/>
                <a:cs typeface="Segoe UI Semibold"/>
              </a:rPr>
              <a:t>Sales:</a:t>
            </a:r>
            <a:r>
              <a:rPr sz="2150" spc="165" dirty="0">
                <a:latin typeface="Segoe UI Semibold"/>
                <a:cs typeface="Segoe UI Semibold"/>
              </a:rPr>
              <a:t> </a:t>
            </a:r>
            <a:r>
              <a:rPr sz="2150" spc="65" dirty="0">
                <a:latin typeface="Segoe UI"/>
                <a:cs typeface="Segoe UI"/>
              </a:rPr>
              <a:t>Provide</a:t>
            </a:r>
            <a:r>
              <a:rPr sz="2150" spc="170" dirty="0">
                <a:latin typeface="Segoe UI"/>
                <a:cs typeface="Segoe UI"/>
              </a:rPr>
              <a:t> </a:t>
            </a:r>
            <a:r>
              <a:rPr sz="2150" spc="50" dirty="0">
                <a:latin typeface="Segoe UI"/>
                <a:cs typeface="Segoe UI"/>
              </a:rPr>
              <a:t>input</a:t>
            </a:r>
            <a:r>
              <a:rPr sz="2150" spc="190" dirty="0">
                <a:latin typeface="Segoe UI"/>
                <a:cs typeface="Segoe UI"/>
              </a:rPr>
              <a:t> </a:t>
            </a:r>
            <a:r>
              <a:rPr sz="2150" dirty="0">
                <a:latin typeface="Segoe UI"/>
                <a:cs typeface="Segoe UI"/>
              </a:rPr>
              <a:t>on</a:t>
            </a:r>
            <a:r>
              <a:rPr sz="2150" spc="155" dirty="0">
                <a:latin typeface="Segoe UI"/>
                <a:cs typeface="Segoe UI"/>
              </a:rPr>
              <a:t> </a:t>
            </a:r>
            <a:r>
              <a:rPr sz="2150" spc="60" dirty="0">
                <a:latin typeface="Segoe UI"/>
                <a:cs typeface="Segoe UI"/>
              </a:rPr>
              <a:t>customer</a:t>
            </a:r>
            <a:r>
              <a:rPr sz="2150" spc="170" dirty="0">
                <a:latin typeface="Segoe UI"/>
                <a:cs typeface="Segoe UI"/>
              </a:rPr>
              <a:t> </a:t>
            </a:r>
            <a:r>
              <a:rPr sz="2150" spc="55" dirty="0">
                <a:latin typeface="Segoe UI"/>
                <a:cs typeface="Segoe UI"/>
              </a:rPr>
              <a:t>needs</a:t>
            </a:r>
            <a:r>
              <a:rPr sz="2150" spc="155" dirty="0">
                <a:latin typeface="Segoe UI"/>
                <a:cs typeface="Segoe UI"/>
              </a:rPr>
              <a:t> </a:t>
            </a:r>
            <a:r>
              <a:rPr sz="2150" spc="50" dirty="0">
                <a:latin typeface="Segoe UI"/>
                <a:cs typeface="Segoe UI"/>
              </a:rPr>
              <a:t>and</a:t>
            </a:r>
            <a:r>
              <a:rPr sz="2150" spc="180" dirty="0">
                <a:latin typeface="Segoe UI"/>
                <a:cs typeface="Segoe UI"/>
              </a:rPr>
              <a:t> </a:t>
            </a:r>
            <a:r>
              <a:rPr sz="2150" spc="50" dirty="0">
                <a:latin typeface="Segoe UI"/>
                <a:cs typeface="Segoe UI"/>
              </a:rPr>
              <a:t>feedback.</a:t>
            </a:r>
            <a:endParaRPr sz="2150">
              <a:latin typeface="Segoe UI"/>
              <a:cs typeface="Segoe UI"/>
            </a:endParaRPr>
          </a:p>
          <a:p>
            <a:pPr marL="12700" marR="5080" algn="just">
              <a:lnSpc>
                <a:spcPct val="126499"/>
              </a:lnSpc>
              <a:spcBef>
                <a:spcPts val="835"/>
              </a:spcBef>
            </a:pPr>
            <a:r>
              <a:rPr sz="2150" spc="65" dirty="0">
                <a:latin typeface="Segoe UI"/>
                <a:cs typeface="Segoe UI"/>
              </a:rPr>
              <a:t>Effective</a:t>
            </a:r>
            <a:r>
              <a:rPr sz="2150" spc="275" dirty="0">
                <a:latin typeface="Segoe UI"/>
                <a:cs typeface="Segoe UI"/>
              </a:rPr>
              <a:t> </a:t>
            </a:r>
            <a:r>
              <a:rPr sz="2150" spc="65" dirty="0">
                <a:latin typeface="Segoe UI"/>
                <a:cs typeface="Segoe UI"/>
              </a:rPr>
              <a:t>coordination</a:t>
            </a:r>
            <a:r>
              <a:rPr sz="2150" spc="265" dirty="0">
                <a:latin typeface="Segoe UI"/>
                <a:cs typeface="Segoe UI"/>
              </a:rPr>
              <a:t> </a:t>
            </a:r>
            <a:r>
              <a:rPr sz="2150" spc="50" dirty="0">
                <a:latin typeface="Segoe UI"/>
                <a:cs typeface="Segoe UI"/>
              </a:rPr>
              <a:t>ensures</a:t>
            </a:r>
            <a:r>
              <a:rPr sz="2150" spc="275" dirty="0">
                <a:latin typeface="Segoe UI"/>
                <a:cs typeface="Segoe UI"/>
              </a:rPr>
              <a:t> </a:t>
            </a:r>
            <a:r>
              <a:rPr sz="2150" spc="60" dirty="0">
                <a:latin typeface="Segoe UI"/>
                <a:cs typeface="Segoe UI"/>
              </a:rPr>
              <a:t>that</a:t>
            </a:r>
            <a:r>
              <a:rPr sz="2150" spc="310" dirty="0">
                <a:latin typeface="Segoe UI"/>
                <a:cs typeface="Segoe UI"/>
              </a:rPr>
              <a:t> </a:t>
            </a:r>
            <a:r>
              <a:rPr sz="2150" spc="60" dirty="0">
                <a:latin typeface="Segoe UI"/>
                <a:cs typeface="Segoe UI"/>
              </a:rPr>
              <a:t>designers</a:t>
            </a:r>
            <a:r>
              <a:rPr sz="2150" spc="275" dirty="0">
                <a:latin typeface="Segoe UI"/>
                <a:cs typeface="Segoe UI"/>
              </a:rPr>
              <a:t> </a:t>
            </a:r>
            <a:r>
              <a:rPr sz="2150" spc="50" dirty="0">
                <a:latin typeface="Segoe UI"/>
                <a:cs typeface="Segoe UI"/>
              </a:rPr>
              <a:t>and</a:t>
            </a:r>
            <a:r>
              <a:rPr sz="2150" spc="295" dirty="0">
                <a:latin typeface="Segoe UI"/>
                <a:cs typeface="Segoe UI"/>
              </a:rPr>
              <a:t> </a:t>
            </a:r>
            <a:r>
              <a:rPr sz="2150" spc="65" dirty="0">
                <a:latin typeface="Segoe UI"/>
                <a:cs typeface="Segoe UI"/>
              </a:rPr>
              <a:t>developers</a:t>
            </a:r>
            <a:r>
              <a:rPr sz="2150" spc="275" dirty="0">
                <a:latin typeface="Segoe UI"/>
                <a:cs typeface="Segoe UI"/>
              </a:rPr>
              <a:t> </a:t>
            </a:r>
            <a:r>
              <a:rPr sz="2150" spc="60" dirty="0">
                <a:latin typeface="Segoe UI"/>
                <a:cs typeface="Segoe UI"/>
              </a:rPr>
              <a:t>work</a:t>
            </a:r>
            <a:r>
              <a:rPr sz="2150" spc="265" dirty="0">
                <a:latin typeface="Segoe UI"/>
                <a:cs typeface="Segoe UI"/>
              </a:rPr>
              <a:t> </a:t>
            </a:r>
            <a:r>
              <a:rPr sz="2150" dirty="0">
                <a:latin typeface="Segoe UI"/>
                <a:cs typeface="Segoe UI"/>
              </a:rPr>
              <a:t>in</a:t>
            </a:r>
            <a:r>
              <a:rPr sz="2150" spc="265" dirty="0">
                <a:latin typeface="Segoe UI"/>
                <a:cs typeface="Segoe UI"/>
              </a:rPr>
              <a:t> </a:t>
            </a:r>
            <a:r>
              <a:rPr sz="2150" spc="60" dirty="0">
                <a:latin typeface="Segoe UI"/>
                <a:cs typeface="Segoe UI"/>
              </a:rPr>
              <a:t>harmony</a:t>
            </a:r>
            <a:r>
              <a:rPr sz="2150" spc="295" dirty="0">
                <a:latin typeface="Segoe UI"/>
                <a:cs typeface="Segoe UI"/>
              </a:rPr>
              <a:t> </a:t>
            </a:r>
            <a:r>
              <a:rPr sz="2150" spc="-25" dirty="0">
                <a:latin typeface="Segoe UI"/>
                <a:cs typeface="Segoe UI"/>
              </a:rPr>
              <a:t>to </a:t>
            </a:r>
            <a:r>
              <a:rPr sz="2150" spc="60" dirty="0">
                <a:latin typeface="Segoe UI"/>
                <a:cs typeface="Segoe UI"/>
              </a:rPr>
              <a:t>create</a:t>
            </a:r>
            <a:r>
              <a:rPr sz="2150" spc="480" dirty="0">
                <a:latin typeface="Segoe UI"/>
                <a:cs typeface="Segoe UI"/>
              </a:rPr>
              <a:t> </a:t>
            </a:r>
            <a:r>
              <a:rPr sz="2150" dirty="0">
                <a:latin typeface="Segoe UI"/>
                <a:cs typeface="Segoe UI"/>
              </a:rPr>
              <a:t>a</a:t>
            </a:r>
            <a:r>
              <a:rPr sz="2150" spc="525" dirty="0">
                <a:latin typeface="Segoe UI"/>
                <a:cs typeface="Segoe UI"/>
              </a:rPr>
              <a:t> </a:t>
            </a:r>
            <a:r>
              <a:rPr sz="2150" spc="70" dirty="0">
                <a:latin typeface="Segoe UI"/>
                <a:cs typeface="Segoe UI"/>
              </a:rPr>
              <a:t>user-</a:t>
            </a:r>
            <a:r>
              <a:rPr sz="2150" spc="60" dirty="0">
                <a:latin typeface="Segoe UI"/>
                <a:cs typeface="Segoe UI"/>
              </a:rPr>
              <a:t>friendly</a:t>
            </a:r>
            <a:r>
              <a:rPr sz="2150" spc="500" dirty="0">
                <a:latin typeface="Segoe UI"/>
                <a:cs typeface="Segoe UI"/>
              </a:rPr>
              <a:t> </a:t>
            </a:r>
            <a:r>
              <a:rPr sz="2150" spc="55" dirty="0">
                <a:latin typeface="Segoe UI"/>
                <a:cs typeface="Segoe UI"/>
              </a:rPr>
              <a:t>site,</a:t>
            </a:r>
            <a:r>
              <a:rPr sz="2150" spc="484" dirty="0">
                <a:latin typeface="Segoe UI"/>
                <a:cs typeface="Segoe UI"/>
              </a:rPr>
              <a:t> </a:t>
            </a:r>
            <a:r>
              <a:rPr sz="2150" spc="55" dirty="0">
                <a:latin typeface="Segoe UI"/>
                <a:cs typeface="Segoe UI"/>
              </a:rPr>
              <a:t>while</a:t>
            </a:r>
            <a:r>
              <a:rPr sz="2150" spc="490" dirty="0">
                <a:latin typeface="Segoe UI"/>
                <a:cs typeface="Segoe UI"/>
              </a:rPr>
              <a:t> </a:t>
            </a:r>
            <a:r>
              <a:rPr sz="2150" spc="65" dirty="0">
                <a:latin typeface="Segoe UI"/>
                <a:cs typeface="Segoe UI"/>
              </a:rPr>
              <a:t>marketing</a:t>
            </a:r>
            <a:r>
              <a:rPr sz="2150" spc="505" dirty="0">
                <a:latin typeface="Segoe UI"/>
                <a:cs typeface="Segoe UI"/>
              </a:rPr>
              <a:t> </a:t>
            </a:r>
            <a:r>
              <a:rPr sz="2150" spc="50" dirty="0">
                <a:latin typeface="Segoe UI"/>
                <a:cs typeface="Segoe UI"/>
              </a:rPr>
              <a:t>and</a:t>
            </a:r>
            <a:r>
              <a:rPr sz="2150" spc="500" dirty="0">
                <a:latin typeface="Segoe UI"/>
                <a:cs typeface="Segoe UI"/>
              </a:rPr>
              <a:t> </a:t>
            </a:r>
            <a:r>
              <a:rPr sz="2150" spc="55" dirty="0">
                <a:latin typeface="Segoe UI"/>
                <a:cs typeface="Segoe UI"/>
              </a:rPr>
              <a:t>sales</a:t>
            </a:r>
            <a:r>
              <a:rPr sz="2150" spc="484" dirty="0">
                <a:latin typeface="Segoe UI"/>
                <a:cs typeface="Segoe UI"/>
              </a:rPr>
              <a:t> </a:t>
            </a:r>
            <a:r>
              <a:rPr sz="2150" spc="60" dirty="0">
                <a:latin typeface="Segoe UI"/>
                <a:cs typeface="Segoe UI"/>
              </a:rPr>
              <a:t>align</a:t>
            </a:r>
            <a:r>
              <a:rPr sz="2150" spc="475" dirty="0">
                <a:latin typeface="Segoe UI"/>
                <a:cs typeface="Segoe UI"/>
              </a:rPr>
              <a:t> </a:t>
            </a:r>
            <a:r>
              <a:rPr sz="2150" spc="55" dirty="0">
                <a:latin typeface="Segoe UI"/>
                <a:cs typeface="Segoe UI"/>
              </a:rPr>
              <a:t>their</a:t>
            </a:r>
            <a:r>
              <a:rPr sz="2150" spc="505" dirty="0">
                <a:latin typeface="Segoe UI"/>
                <a:cs typeface="Segoe UI"/>
              </a:rPr>
              <a:t> </a:t>
            </a:r>
            <a:r>
              <a:rPr sz="2150" spc="65" dirty="0">
                <a:latin typeface="Segoe UI"/>
                <a:cs typeface="Segoe UI"/>
              </a:rPr>
              <a:t>strategies</a:t>
            </a:r>
            <a:r>
              <a:rPr sz="2150" spc="480" dirty="0">
                <a:latin typeface="Segoe UI"/>
                <a:cs typeface="Segoe UI"/>
              </a:rPr>
              <a:t> </a:t>
            </a:r>
            <a:r>
              <a:rPr sz="2150" spc="45" dirty="0">
                <a:latin typeface="Segoe UI"/>
                <a:cs typeface="Segoe UI"/>
              </a:rPr>
              <a:t>with </a:t>
            </a:r>
            <a:r>
              <a:rPr sz="2150" spc="50" dirty="0">
                <a:latin typeface="Segoe UI"/>
                <a:cs typeface="Segoe UI"/>
              </a:rPr>
              <a:t>the</a:t>
            </a:r>
            <a:r>
              <a:rPr sz="2150" spc="155" dirty="0">
                <a:latin typeface="Segoe UI"/>
                <a:cs typeface="Segoe UI"/>
              </a:rPr>
              <a:t> </a:t>
            </a:r>
            <a:r>
              <a:rPr sz="2150" spc="70" dirty="0">
                <a:latin typeface="Segoe UI"/>
                <a:cs typeface="Segoe UI"/>
              </a:rPr>
              <a:t>website's</a:t>
            </a:r>
            <a:r>
              <a:rPr sz="2150" spc="140" dirty="0">
                <a:latin typeface="Segoe UI"/>
                <a:cs typeface="Segoe UI"/>
              </a:rPr>
              <a:t> </a:t>
            </a:r>
            <a:r>
              <a:rPr sz="2150" spc="50" dirty="0">
                <a:latin typeface="Segoe UI"/>
                <a:cs typeface="Segoe UI"/>
              </a:rPr>
              <a:t>features.</a:t>
            </a:r>
            <a:endParaRPr sz="2150">
              <a:latin typeface="Segoe UI"/>
              <a:cs typeface="Segoe UI"/>
            </a:endParaRPr>
          </a:p>
        </p:txBody>
      </p:sp>
      <p:sp>
        <p:nvSpPr>
          <p:cNvPr id="8" name="object 8"/>
          <p:cNvSpPr txBox="1"/>
          <p:nvPr/>
        </p:nvSpPr>
        <p:spPr>
          <a:xfrm>
            <a:off x="11626849" y="6322391"/>
            <a:ext cx="282575" cy="329565"/>
          </a:xfrm>
          <a:prstGeom prst="rect">
            <a:avLst/>
          </a:prstGeom>
        </p:spPr>
        <p:txBody>
          <a:bodyPr vert="horz" wrap="square" lIns="0" tIns="30480" rIns="0" bIns="0" rtlCol="0">
            <a:spAutoFit/>
          </a:bodyPr>
          <a:lstStyle/>
          <a:p>
            <a:pPr marL="12700">
              <a:lnSpc>
                <a:spcPct val="100000"/>
              </a:lnSpc>
              <a:spcBef>
                <a:spcPts val="240"/>
              </a:spcBef>
            </a:pPr>
            <a:r>
              <a:rPr sz="1800" spc="-25" dirty="0">
                <a:solidFill>
                  <a:srgbClr val="777777"/>
                </a:solidFill>
                <a:latin typeface="Segoe UI"/>
                <a:cs typeface="Segoe UI"/>
              </a:rPr>
              <a:t>30</a:t>
            </a:r>
            <a:endParaRPr sz="1800">
              <a:latin typeface="Segoe UI"/>
              <a:cs typeface="Segoe UI"/>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31</a:t>
            </a:r>
          </a:p>
        </p:txBody>
      </p:sp>
      <p:sp>
        <p:nvSpPr>
          <p:cNvPr id="2" name="object 2"/>
          <p:cNvSpPr txBox="1">
            <a:spLocks noGrp="1"/>
          </p:cNvSpPr>
          <p:nvPr>
            <p:ph type="ctrTitle"/>
          </p:nvPr>
        </p:nvSpPr>
        <p:spPr>
          <a:prstGeom prst="rect">
            <a:avLst/>
          </a:prstGeom>
        </p:spPr>
        <p:txBody>
          <a:bodyPr vert="horz" wrap="square" lIns="0" tIns="15875" rIns="0" bIns="0" rtlCol="0">
            <a:spAutoFit/>
          </a:bodyPr>
          <a:lstStyle/>
          <a:p>
            <a:pPr marL="12700">
              <a:lnSpc>
                <a:spcPct val="100000"/>
              </a:lnSpc>
              <a:spcBef>
                <a:spcPts val="125"/>
              </a:spcBef>
            </a:pPr>
            <a:r>
              <a:rPr sz="2800" spc="55" dirty="0"/>
              <a:t>4.</a:t>
            </a:r>
            <a:r>
              <a:rPr sz="2800" spc="140" dirty="0"/>
              <a:t> </a:t>
            </a:r>
            <a:r>
              <a:rPr sz="2800" dirty="0"/>
              <a:t>Tools</a:t>
            </a:r>
            <a:r>
              <a:rPr sz="2800" spc="130" dirty="0"/>
              <a:t> </a:t>
            </a:r>
            <a:r>
              <a:rPr sz="2800" spc="55" dirty="0"/>
              <a:t>and</a:t>
            </a:r>
            <a:r>
              <a:rPr sz="2800" spc="175" dirty="0"/>
              <a:t> </a:t>
            </a:r>
            <a:r>
              <a:rPr sz="2800" spc="45" dirty="0"/>
              <a:t>Techniques</a:t>
            </a:r>
            <a:r>
              <a:rPr sz="2800" spc="130" dirty="0"/>
              <a:t> </a:t>
            </a:r>
            <a:r>
              <a:rPr sz="2800" spc="60" dirty="0"/>
              <a:t>for</a:t>
            </a:r>
            <a:r>
              <a:rPr sz="2800" spc="150" dirty="0"/>
              <a:t> </a:t>
            </a:r>
            <a:r>
              <a:rPr sz="2800" spc="80" dirty="0"/>
              <a:t>Integration</a:t>
            </a:r>
            <a:r>
              <a:rPr sz="2800" spc="155" dirty="0"/>
              <a:t> </a:t>
            </a:r>
            <a:r>
              <a:rPr sz="2800" spc="70" dirty="0"/>
              <a:t>Management</a:t>
            </a:r>
            <a:endParaRPr sz="2800"/>
          </a:p>
        </p:txBody>
      </p:sp>
      <p:sp>
        <p:nvSpPr>
          <p:cNvPr id="3" name="object 3"/>
          <p:cNvSpPr txBox="1"/>
          <p:nvPr/>
        </p:nvSpPr>
        <p:spPr>
          <a:xfrm>
            <a:off x="735012" y="3109595"/>
            <a:ext cx="10714355" cy="1263650"/>
          </a:xfrm>
          <a:prstGeom prst="rect">
            <a:avLst/>
          </a:prstGeom>
        </p:spPr>
        <p:txBody>
          <a:bodyPr vert="horz" wrap="square" lIns="0" tIns="6985" rIns="0" bIns="0" rtlCol="0">
            <a:spAutoFit/>
          </a:bodyPr>
          <a:lstStyle/>
          <a:p>
            <a:pPr marL="12700" marR="5080" algn="just">
              <a:lnSpc>
                <a:spcPct val="126499"/>
              </a:lnSpc>
              <a:spcBef>
                <a:spcPts val="55"/>
              </a:spcBef>
            </a:pPr>
            <a:r>
              <a:rPr sz="2150" spc="70" dirty="0">
                <a:latin typeface="Segoe UI"/>
                <a:cs typeface="Segoe UI"/>
              </a:rPr>
              <a:t>Integration</a:t>
            </a:r>
            <a:r>
              <a:rPr sz="2150" spc="130" dirty="0">
                <a:latin typeface="Segoe UI"/>
                <a:cs typeface="Segoe UI"/>
              </a:rPr>
              <a:t>  </a:t>
            </a:r>
            <a:r>
              <a:rPr sz="2150" spc="65" dirty="0">
                <a:latin typeface="Segoe UI"/>
                <a:cs typeface="Segoe UI"/>
              </a:rPr>
              <a:t>Management</a:t>
            </a:r>
            <a:r>
              <a:rPr sz="2150" spc="160" dirty="0">
                <a:latin typeface="Segoe UI"/>
                <a:cs typeface="Segoe UI"/>
              </a:rPr>
              <a:t>  </a:t>
            </a:r>
            <a:r>
              <a:rPr sz="2150" spc="65" dirty="0">
                <a:latin typeface="Segoe UI"/>
                <a:cs typeface="Segoe UI"/>
              </a:rPr>
              <a:t>involves</a:t>
            </a:r>
            <a:r>
              <a:rPr sz="2150" spc="145" dirty="0">
                <a:latin typeface="Segoe UI"/>
                <a:cs typeface="Segoe UI"/>
              </a:rPr>
              <a:t>  </a:t>
            </a:r>
            <a:r>
              <a:rPr sz="2150" spc="50" dirty="0">
                <a:latin typeface="Segoe UI"/>
                <a:cs typeface="Segoe UI"/>
              </a:rPr>
              <a:t>ensuring</a:t>
            </a:r>
            <a:r>
              <a:rPr sz="2150" spc="150" dirty="0">
                <a:latin typeface="Segoe UI"/>
                <a:cs typeface="Segoe UI"/>
              </a:rPr>
              <a:t>  </a:t>
            </a:r>
            <a:r>
              <a:rPr sz="2150" spc="60" dirty="0">
                <a:latin typeface="Segoe UI"/>
                <a:cs typeface="Segoe UI"/>
              </a:rPr>
              <a:t>that</a:t>
            </a:r>
            <a:r>
              <a:rPr sz="2150" spc="160" dirty="0">
                <a:latin typeface="Segoe UI"/>
                <a:cs typeface="Segoe UI"/>
              </a:rPr>
              <a:t>  </a:t>
            </a:r>
            <a:r>
              <a:rPr sz="2150" spc="60" dirty="0">
                <a:latin typeface="Segoe UI"/>
                <a:cs typeface="Segoe UI"/>
              </a:rPr>
              <a:t>various</a:t>
            </a:r>
            <a:r>
              <a:rPr sz="2150" spc="145" dirty="0">
                <a:latin typeface="Segoe UI"/>
                <a:cs typeface="Segoe UI"/>
              </a:rPr>
              <a:t>  </a:t>
            </a:r>
            <a:r>
              <a:rPr sz="2150" spc="60" dirty="0">
                <a:latin typeface="Segoe UI"/>
                <a:cs typeface="Segoe UI"/>
              </a:rPr>
              <a:t>project</a:t>
            </a:r>
            <a:r>
              <a:rPr sz="2150" spc="160" dirty="0">
                <a:latin typeface="Segoe UI"/>
                <a:cs typeface="Segoe UI"/>
              </a:rPr>
              <a:t>  </a:t>
            </a:r>
            <a:r>
              <a:rPr sz="2150" spc="65" dirty="0">
                <a:latin typeface="Segoe UI"/>
                <a:cs typeface="Segoe UI"/>
              </a:rPr>
              <a:t>elements</a:t>
            </a:r>
            <a:r>
              <a:rPr sz="2150" spc="145" dirty="0">
                <a:latin typeface="Segoe UI"/>
                <a:cs typeface="Segoe UI"/>
              </a:rPr>
              <a:t>  </a:t>
            </a:r>
            <a:r>
              <a:rPr sz="2150" spc="30" dirty="0">
                <a:latin typeface="Segoe UI"/>
                <a:cs typeface="Segoe UI"/>
              </a:rPr>
              <a:t>are </a:t>
            </a:r>
            <a:r>
              <a:rPr sz="2150" spc="65" dirty="0">
                <a:latin typeface="Segoe UI"/>
                <a:cs typeface="Segoe UI"/>
              </a:rPr>
              <a:t>properly</a:t>
            </a:r>
            <a:r>
              <a:rPr sz="2150" spc="495" dirty="0">
                <a:latin typeface="Segoe UI"/>
                <a:cs typeface="Segoe UI"/>
              </a:rPr>
              <a:t> </a:t>
            </a:r>
            <a:r>
              <a:rPr sz="2150" spc="65" dirty="0">
                <a:latin typeface="Segoe UI"/>
                <a:cs typeface="Segoe UI"/>
              </a:rPr>
              <a:t>coordinated.</a:t>
            </a:r>
            <a:r>
              <a:rPr sz="2150" spc="475" dirty="0">
                <a:latin typeface="Segoe UI"/>
                <a:cs typeface="Segoe UI"/>
              </a:rPr>
              <a:t> </a:t>
            </a:r>
            <a:r>
              <a:rPr sz="2150" spc="65" dirty="0">
                <a:latin typeface="Segoe UI"/>
                <a:cs typeface="Segoe UI"/>
              </a:rPr>
              <a:t>Utilizing</a:t>
            </a:r>
            <a:r>
              <a:rPr sz="2150" spc="484" dirty="0">
                <a:latin typeface="Segoe UI"/>
                <a:cs typeface="Segoe UI"/>
              </a:rPr>
              <a:t> </a:t>
            </a:r>
            <a:r>
              <a:rPr sz="2150" spc="70" dirty="0">
                <a:latin typeface="Segoe UI"/>
                <a:cs typeface="Segoe UI"/>
              </a:rPr>
              <a:t>appropriate</a:t>
            </a:r>
            <a:r>
              <a:rPr sz="2150" spc="484" dirty="0">
                <a:latin typeface="Segoe UI"/>
                <a:cs typeface="Segoe UI"/>
              </a:rPr>
              <a:t> </a:t>
            </a:r>
            <a:r>
              <a:rPr sz="2150" spc="60" dirty="0">
                <a:latin typeface="Segoe UI"/>
                <a:cs typeface="Segoe UI"/>
              </a:rPr>
              <a:t>tools</a:t>
            </a:r>
            <a:r>
              <a:rPr sz="2150" spc="475" dirty="0">
                <a:latin typeface="Segoe UI"/>
                <a:cs typeface="Segoe UI"/>
              </a:rPr>
              <a:t> </a:t>
            </a:r>
            <a:r>
              <a:rPr sz="2150" spc="50" dirty="0">
                <a:latin typeface="Segoe UI"/>
                <a:cs typeface="Segoe UI"/>
              </a:rPr>
              <a:t>and</a:t>
            </a:r>
            <a:r>
              <a:rPr sz="2150" spc="490" dirty="0">
                <a:latin typeface="Segoe UI"/>
                <a:cs typeface="Segoe UI"/>
              </a:rPr>
              <a:t> </a:t>
            </a:r>
            <a:r>
              <a:rPr sz="2150" spc="60" dirty="0">
                <a:latin typeface="Segoe UI"/>
                <a:cs typeface="Segoe UI"/>
              </a:rPr>
              <a:t>techniques</a:t>
            </a:r>
            <a:r>
              <a:rPr sz="2150" spc="475" dirty="0">
                <a:latin typeface="Segoe UI"/>
                <a:cs typeface="Segoe UI"/>
              </a:rPr>
              <a:t> </a:t>
            </a:r>
            <a:r>
              <a:rPr sz="2150" spc="50" dirty="0">
                <a:latin typeface="Segoe UI"/>
                <a:cs typeface="Segoe UI"/>
              </a:rPr>
              <a:t>can</a:t>
            </a:r>
            <a:r>
              <a:rPr sz="2150" spc="459" dirty="0">
                <a:latin typeface="Segoe UI"/>
                <a:cs typeface="Segoe UI"/>
              </a:rPr>
              <a:t> </a:t>
            </a:r>
            <a:r>
              <a:rPr sz="2150" spc="55" dirty="0">
                <a:latin typeface="Segoe UI"/>
                <a:cs typeface="Segoe UI"/>
              </a:rPr>
              <a:t>streamline this</a:t>
            </a:r>
            <a:r>
              <a:rPr sz="2150" spc="130" dirty="0">
                <a:latin typeface="Segoe UI"/>
                <a:cs typeface="Segoe UI"/>
              </a:rPr>
              <a:t> </a:t>
            </a:r>
            <a:r>
              <a:rPr sz="2150" spc="45" dirty="0">
                <a:latin typeface="Segoe UI"/>
                <a:cs typeface="Segoe UI"/>
              </a:rPr>
              <a:t>process.</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131252"/>
            <a:ext cx="5726430" cy="390525"/>
          </a:xfrm>
          <a:prstGeom prst="rect">
            <a:avLst/>
          </a:prstGeom>
        </p:spPr>
        <p:txBody>
          <a:bodyPr vert="horz" wrap="square" lIns="0" tIns="11430" rIns="0" bIns="0" rtlCol="0">
            <a:spAutoFit/>
          </a:bodyPr>
          <a:lstStyle/>
          <a:p>
            <a:pPr marL="12700">
              <a:lnSpc>
                <a:spcPct val="100000"/>
              </a:lnSpc>
              <a:spcBef>
                <a:spcPts val="90"/>
              </a:spcBef>
            </a:pPr>
            <a:r>
              <a:rPr sz="2400" dirty="0"/>
              <a:t>Key</a:t>
            </a:r>
            <a:r>
              <a:rPr sz="2400" spc="215" dirty="0"/>
              <a:t> </a:t>
            </a:r>
            <a:r>
              <a:rPr sz="2400" dirty="0"/>
              <a:t>Tools</a:t>
            </a:r>
            <a:r>
              <a:rPr sz="2400" spc="260" dirty="0"/>
              <a:t> </a:t>
            </a:r>
            <a:r>
              <a:rPr sz="2400" dirty="0"/>
              <a:t>for</a:t>
            </a:r>
            <a:r>
              <a:rPr sz="2400" spc="250" dirty="0"/>
              <a:t> </a:t>
            </a:r>
            <a:r>
              <a:rPr sz="2400" spc="60" dirty="0"/>
              <a:t>Integration</a:t>
            </a:r>
            <a:r>
              <a:rPr sz="2400" spc="270" dirty="0"/>
              <a:t> </a:t>
            </a:r>
            <a:r>
              <a:rPr sz="2400" spc="50" dirty="0"/>
              <a:t>Management</a:t>
            </a:r>
            <a:endParaRPr sz="2400"/>
          </a:p>
        </p:txBody>
      </p:sp>
      <p:pic>
        <p:nvPicPr>
          <p:cNvPr id="3" name="object 3"/>
          <p:cNvPicPr/>
          <p:nvPr/>
        </p:nvPicPr>
        <p:blipFill>
          <a:blip r:embed="rId2" cstate="print"/>
          <a:stretch>
            <a:fillRect/>
          </a:stretch>
        </p:blipFill>
        <p:spPr>
          <a:xfrm>
            <a:off x="1585912" y="2538412"/>
            <a:ext cx="114299" cy="114299"/>
          </a:xfrm>
          <a:prstGeom prst="rect">
            <a:avLst/>
          </a:prstGeom>
        </p:spPr>
      </p:pic>
      <p:pic>
        <p:nvPicPr>
          <p:cNvPr id="4" name="object 4"/>
          <p:cNvPicPr/>
          <p:nvPr/>
        </p:nvPicPr>
        <p:blipFill>
          <a:blip r:embed="rId3" cstate="print"/>
          <a:stretch>
            <a:fillRect/>
          </a:stretch>
        </p:blipFill>
        <p:spPr>
          <a:xfrm>
            <a:off x="1585912" y="3024187"/>
            <a:ext cx="114299" cy="114299"/>
          </a:xfrm>
          <a:prstGeom prst="rect">
            <a:avLst/>
          </a:prstGeom>
        </p:spPr>
      </p:pic>
      <p:pic>
        <p:nvPicPr>
          <p:cNvPr id="5" name="object 5"/>
          <p:cNvPicPr/>
          <p:nvPr/>
        </p:nvPicPr>
        <p:blipFill>
          <a:blip r:embed="rId4" cstate="print"/>
          <a:stretch>
            <a:fillRect/>
          </a:stretch>
        </p:blipFill>
        <p:spPr>
          <a:xfrm>
            <a:off x="1585912" y="4567237"/>
            <a:ext cx="114299" cy="114299"/>
          </a:xfrm>
          <a:prstGeom prst="rect">
            <a:avLst/>
          </a:prstGeom>
        </p:spPr>
      </p:pic>
      <p:pic>
        <p:nvPicPr>
          <p:cNvPr id="6" name="object 6"/>
          <p:cNvPicPr/>
          <p:nvPr/>
        </p:nvPicPr>
        <p:blipFill>
          <a:blip r:embed="rId5" cstate="print"/>
          <a:stretch>
            <a:fillRect/>
          </a:stretch>
        </p:blipFill>
        <p:spPr>
          <a:xfrm>
            <a:off x="1585912" y="5053012"/>
            <a:ext cx="114299" cy="114299"/>
          </a:xfrm>
          <a:prstGeom prst="rect">
            <a:avLst/>
          </a:prstGeom>
        </p:spPr>
      </p:pic>
      <p:sp>
        <p:nvSpPr>
          <p:cNvPr id="7" name="object 7"/>
          <p:cNvSpPr txBox="1"/>
          <p:nvPr/>
        </p:nvSpPr>
        <p:spPr>
          <a:xfrm>
            <a:off x="973137" y="1844675"/>
            <a:ext cx="10475595" cy="3852545"/>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a:tabLst>
                <a:tab pos="325755" algn="l"/>
              </a:tabLst>
            </a:pPr>
            <a:r>
              <a:rPr sz="2150" spc="70" dirty="0">
                <a:latin typeface="Segoe UI Semibold"/>
                <a:cs typeface="Segoe UI Semibold"/>
              </a:rPr>
              <a:t>Project</a:t>
            </a:r>
            <a:r>
              <a:rPr sz="2150" spc="125" dirty="0">
                <a:latin typeface="Segoe UI Semibold"/>
                <a:cs typeface="Segoe UI Semibold"/>
              </a:rPr>
              <a:t> </a:t>
            </a:r>
            <a:r>
              <a:rPr sz="2150" spc="65" dirty="0">
                <a:latin typeface="Segoe UI Semibold"/>
                <a:cs typeface="Segoe UI Semibold"/>
              </a:rPr>
              <a:t>Management</a:t>
            </a:r>
            <a:r>
              <a:rPr sz="2150" spc="135" dirty="0">
                <a:latin typeface="Segoe UI Semibold"/>
                <a:cs typeface="Segoe UI Semibold"/>
              </a:rPr>
              <a:t> </a:t>
            </a:r>
            <a:r>
              <a:rPr sz="2150" spc="60" dirty="0">
                <a:latin typeface="Segoe UI Semibold"/>
                <a:cs typeface="Segoe UI Semibold"/>
              </a:rPr>
              <a:t>Software</a:t>
            </a:r>
            <a:endParaRPr sz="2150">
              <a:latin typeface="Segoe UI Semibold"/>
              <a:cs typeface="Segoe UI Semibold"/>
            </a:endParaRPr>
          </a:p>
          <a:p>
            <a:pPr marL="878840">
              <a:lnSpc>
                <a:spcPct val="100000"/>
              </a:lnSpc>
              <a:spcBef>
                <a:spcPts val="1845"/>
              </a:spcBef>
            </a:pPr>
            <a:r>
              <a:rPr sz="2150" spc="75" dirty="0">
                <a:latin typeface="Segoe UI Semibold"/>
                <a:cs typeface="Segoe UI Semibold"/>
              </a:rPr>
              <a:t>Examples:</a:t>
            </a:r>
            <a:r>
              <a:rPr sz="2150" spc="204" dirty="0">
                <a:latin typeface="Segoe UI Semibold"/>
                <a:cs typeface="Segoe UI Semibold"/>
              </a:rPr>
              <a:t> </a:t>
            </a:r>
            <a:r>
              <a:rPr sz="2150" spc="60" dirty="0">
                <a:latin typeface="Segoe UI"/>
                <a:cs typeface="Segoe UI"/>
              </a:rPr>
              <a:t>Microsoft</a:t>
            </a:r>
            <a:r>
              <a:rPr sz="2150" spc="225" dirty="0">
                <a:latin typeface="Segoe UI"/>
                <a:cs typeface="Segoe UI"/>
              </a:rPr>
              <a:t> </a:t>
            </a:r>
            <a:r>
              <a:rPr sz="2150" spc="60" dirty="0">
                <a:latin typeface="Segoe UI"/>
                <a:cs typeface="Segoe UI"/>
              </a:rPr>
              <a:t>Project,</a:t>
            </a:r>
            <a:r>
              <a:rPr sz="2150" spc="195" dirty="0">
                <a:latin typeface="Segoe UI"/>
                <a:cs typeface="Segoe UI"/>
              </a:rPr>
              <a:t> </a:t>
            </a:r>
            <a:r>
              <a:rPr sz="2150" spc="65" dirty="0">
                <a:latin typeface="Segoe UI"/>
                <a:cs typeface="Segoe UI"/>
              </a:rPr>
              <a:t>Asana,</a:t>
            </a:r>
            <a:r>
              <a:rPr sz="2150" spc="190" dirty="0">
                <a:latin typeface="Segoe UI"/>
                <a:cs typeface="Segoe UI"/>
              </a:rPr>
              <a:t> </a:t>
            </a:r>
            <a:r>
              <a:rPr sz="2150" dirty="0">
                <a:latin typeface="Segoe UI"/>
                <a:cs typeface="Segoe UI"/>
              </a:rPr>
              <a:t>Trello,</a:t>
            </a:r>
            <a:r>
              <a:rPr sz="2150" spc="190" dirty="0">
                <a:latin typeface="Segoe UI"/>
                <a:cs typeface="Segoe UI"/>
              </a:rPr>
              <a:t> </a:t>
            </a:r>
            <a:r>
              <a:rPr sz="2150" spc="45" dirty="0">
                <a:latin typeface="Segoe UI"/>
                <a:cs typeface="Segoe UI"/>
              </a:rPr>
              <a:t>Jira.</a:t>
            </a:r>
            <a:endParaRPr sz="2150">
              <a:latin typeface="Segoe UI"/>
              <a:cs typeface="Segoe UI"/>
            </a:endParaRPr>
          </a:p>
          <a:p>
            <a:pPr marL="878840" marR="5080">
              <a:lnSpc>
                <a:spcPct val="125000"/>
              </a:lnSpc>
              <a:spcBef>
                <a:spcPts val="600"/>
              </a:spcBef>
              <a:tabLst>
                <a:tab pos="1575435" algn="l"/>
                <a:tab pos="2329180" algn="l"/>
                <a:tab pos="3663315" algn="l"/>
                <a:tab pos="4283710" algn="l"/>
                <a:tab pos="5056505" algn="l"/>
                <a:tab pos="6104890" algn="l"/>
                <a:tab pos="7449184" algn="l"/>
                <a:tab pos="8622030" algn="l"/>
                <a:tab pos="9984740" algn="l"/>
              </a:tabLst>
            </a:pPr>
            <a:r>
              <a:rPr sz="2150" spc="40" dirty="0">
                <a:latin typeface="Segoe UI Semibold"/>
                <a:cs typeface="Segoe UI Semibold"/>
              </a:rPr>
              <a:t>Use:</a:t>
            </a:r>
            <a:r>
              <a:rPr sz="2150" dirty="0">
                <a:latin typeface="Segoe UI Semibold"/>
                <a:cs typeface="Segoe UI Semibold"/>
              </a:rPr>
              <a:t>	</a:t>
            </a:r>
            <a:r>
              <a:rPr sz="2150" spc="35" dirty="0">
                <a:latin typeface="Segoe UI"/>
                <a:cs typeface="Segoe UI"/>
              </a:rPr>
              <a:t>Plan,</a:t>
            </a:r>
            <a:r>
              <a:rPr sz="2150" dirty="0">
                <a:latin typeface="Segoe UI"/>
                <a:cs typeface="Segoe UI"/>
              </a:rPr>
              <a:t>	</a:t>
            </a:r>
            <a:r>
              <a:rPr sz="2150" spc="45" dirty="0">
                <a:latin typeface="Segoe UI"/>
                <a:cs typeface="Segoe UI"/>
              </a:rPr>
              <a:t>schedule,</a:t>
            </a:r>
            <a:r>
              <a:rPr sz="2150" dirty="0">
                <a:latin typeface="Segoe UI"/>
                <a:cs typeface="Segoe UI"/>
              </a:rPr>
              <a:t>	</a:t>
            </a:r>
            <a:r>
              <a:rPr sz="2150" spc="25" dirty="0">
                <a:latin typeface="Segoe UI"/>
                <a:cs typeface="Segoe UI"/>
              </a:rPr>
              <a:t>and</a:t>
            </a:r>
            <a:r>
              <a:rPr sz="2150" dirty="0">
                <a:latin typeface="Segoe UI"/>
                <a:cs typeface="Segoe UI"/>
              </a:rPr>
              <a:t>	</a:t>
            </a:r>
            <a:r>
              <a:rPr sz="2150" spc="50" dirty="0">
                <a:latin typeface="Segoe UI"/>
                <a:cs typeface="Segoe UI"/>
              </a:rPr>
              <a:t>track</a:t>
            </a:r>
            <a:r>
              <a:rPr sz="2150" dirty="0">
                <a:latin typeface="Segoe UI"/>
                <a:cs typeface="Segoe UI"/>
              </a:rPr>
              <a:t>	</a:t>
            </a:r>
            <a:r>
              <a:rPr sz="2150" spc="50" dirty="0">
                <a:latin typeface="Segoe UI"/>
                <a:cs typeface="Segoe UI"/>
              </a:rPr>
              <a:t>project</a:t>
            </a:r>
            <a:r>
              <a:rPr sz="2150" dirty="0">
                <a:latin typeface="Segoe UI"/>
                <a:cs typeface="Segoe UI"/>
              </a:rPr>
              <a:t>	</a:t>
            </a:r>
            <a:r>
              <a:rPr sz="2150" spc="55" dirty="0">
                <a:latin typeface="Segoe UI"/>
                <a:cs typeface="Segoe UI"/>
              </a:rPr>
              <a:t>activities;</a:t>
            </a:r>
            <a:r>
              <a:rPr sz="2150" dirty="0">
                <a:latin typeface="Segoe UI"/>
                <a:cs typeface="Segoe UI"/>
              </a:rPr>
              <a:t>	</a:t>
            </a:r>
            <a:r>
              <a:rPr sz="2150" spc="55" dirty="0">
                <a:latin typeface="Segoe UI"/>
                <a:cs typeface="Segoe UI"/>
              </a:rPr>
              <a:t>manage</a:t>
            </a:r>
            <a:r>
              <a:rPr sz="2150" dirty="0">
                <a:latin typeface="Segoe UI"/>
                <a:cs typeface="Segoe UI"/>
              </a:rPr>
              <a:t>	</a:t>
            </a:r>
            <a:r>
              <a:rPr sz="2150" spc="45" dirty="0">
                <a:latin typeface="Segoe UI"/>
                <a:cs typeface="Segoe UI"/>
              </a:rPr>
              <a:t>resources</a:t>
            </a:r>
            <a:r>
              <a:rPr sz="2150" dirty="0">
                <a:latin typeface="Segoe UI"/>
                <a:cs typeface="Segoe UI"/>
              </a:rPr>
              <a:t>	</a:t>
            </a:r>
            <a:r>
              <a:rPr sz="2150" spc="25" dirty="0">
                <a:latin typeface="Segoe UI"/>
                <a:cs typeface="Segoe UI"/>
              </a:rPr>
              <a:t>and </a:t>
            </a:r>
            <a:r>
              <a:rPr sz="2150" spc="55" dirty="0">
                <a:latin typeface="Segoe UI"/>
                <a:cs typeface="Segoe UI"/>
              </a:rPr>
              <a:t>timelines.</a:t>
            </a:r>
            <a:endParaRPr sz="2150">
              <a:latin typeface="Segoe UI"/>
              <a:cs typeface="Segoe UI"/>
            </a:endParaRPr>
          </a:p>
          <a:p>
            <a:pPr marL="325755" indent="-313055">
              <a:lnSpc>
                <a:spcPct val="100000"/>
              </a:lnSpc>
              <a:spcBef>
                <a:spcPts val="1920"/>
              </a:spcBef>
              <a:buFont typeface="Segoe UI"/>
              <a:buAutoNum type="arabicPeriod" startAt="2"/>
              <a:tabLst>
                <a:tab pos="325755" algn="l"/>
              </a:tabLst>
            </a:pPr>
            <a:r>
              <a:rPr sz="2150" spc="80" dirty="0">
                <a:latin typeface="Segoe UI Semibold"/>
                <a:cs typeface="Segoe UI Semibold"/>
              </a:rPr>
              <a:t>Communication</a:t>
            </a:r>
            <a:r>
              <a:rPr sz="2150" spc="155" dirty="0">
                <a:latin typeface="Segoe UI Semibold"/>
                <a:cs typeface="Segoe UI Semibold"/>
              </a:rPr>
              <a:t> </a:t>
            </a:r>
            <a:r>
              <a:rPr sz="2150" spc="-20" dirty="0">
                <a:latin typeface="Segoe UI Semibold"/>
                <a:cs typeface="Segoe UI Semibold"/>
              </a:rPr>
              <a:t>Tools</a:t>
            </a:r>
            <a:endParaRPr sz="2150">
              <a:latin typeface="Segoe UI Semibold"/>
              <a:cs typeface="Segoe UI Semibold"/>
            </a:endParaRPr>
          </a:p>
          <a:p>
            <a:pPr marL="878840">
              <a:lnSpc>
                <a:spcPct val="100000"/>
              </a:lnSpc>
              <a:spcBef>
                <a:spcPts val="1845"/>
              </a:spcBef>
            </a:pPr>
            <a:r>
              <a:rPr sz="2150" spc="75" dirty="0">
                <a:latin typeface="Segoe UI Semibold"/>
                <a:cs typeface="Segoe UI Semibold"/>
              </a:rPr>
              <a:t>Examples:</a:t>
            </a:r>
            <a:r>
              <a:rPr sz="2150" spc="204" dirty="0">
                <a:latin typeface="Segoe UI Semibold"/>
                <a:cs typeface="Segoe UI Semibold"/>
              </a:rPr>
              <a:t> </a:t>
            </a:r>
            <a:r>
              <a:rPr sz="2150" spc="50" dirty="0">
                <a:latin typeface="Segoe UI"/>
                <a:cs typeface="Segoe UI"/>
              </a:rPr>
              <a:t>Slack,</a:t>
            </a:r>
            <a:r>
              <a:rPr sz="2150" spc="190" dirty="0">
                <a:latin typeface="Segoe UI"/>
                <a:cs typeface="Segoe UI"/>
              </a:rPr>
              <a:t> </a:t>
            </a:r>
            <a:r>
              <a:rPr sz="2150" spc="60" dirty="0">
                <a:latin typeface="Segoe UI"/>
                <a:cs typeface="Segoe UI"/>
              </a:rPr>
              <a:t>Microsoft</a:t>
            </a:r>
            <a:r>
              <a:rPr sz="2150" spc="229" dirty="0">
                <a:latin typeface="Segoe UI"/>
                <a:cs typeface="Segoe UI"/>
              </a:rPr>
              <a:t> </a:t>
            </a:r>
            <a:r>
              <a:rPr sz="2150" dirty="0">
                <a:latin typeface="Segoe UI"/>
                <a:cs typeface="Segoe UI"/>
              </a:rPr>
              <a:t>Teams,</a:t>
            </a:r>
            <a:r>
              <a:rPr sz="2150" spc="195" dirty="0">
                <a:latin typeface="Segoe UI"/>
                <a:cs typeface="Segoe UI"/>
              </a:rPr>
              <a:t> </a:t>
            </a:r>
            <a:r>
              <a:rPr sz="2150" spc="50" dirty="0">
                <a:latin typeface="Segoe UI"/>
                <a:cs typeface="Segoe UI"/>
              </a:rPr>
              <a:t>Zoom.</a:t>
            </a:r>
            <a:endParaRPr sz="2150">
              <a:latin typeface="Segoe UI"/>
              <a:cs typeface="Segoe UI"/>
            </a:endParaRPr>
          </a:p>
          <a:p>
            <a:pPr marL="878840" marR="5715">
              <a:lnSpc>
                <a:spcPct val="127899"/>
              </a:lnSpc>
              <a:spcBef>
                <a:spcPts val="525"/>
              </a:spcBef>
              <a:tabLst>
                <a:tab pos="1570355" algn="l"/>
                <a:tab pos="2861945" algn="l"/>
                <a:tab pos="4181475" algn="l"/>
                <a:tab pos="6311265" algn="l"/>
                <a:tab pos="6925945" algn="l"/>
                <a:tab pos="8779510" algn="l"/>
                <a:tab pos="9813290" algn="l"/>
              </a:tabLst>
            </a:pPr>
            <a:r>
              <a:rPr sz="2150" spc="40" dirty="0">
                <a:latin typeface="Segoe UI Semibold"/>
                <a:cs typeface="Segoe UI Semibold"/>
              </a:rPr>
              <a:t>Use:</a:t>
            </a:r>
            <a:r>
              <a:rPr sz="2150" dirty="0">
                <a:latin typeface="Segoe UI Semibold"/>
                <a:cs typeface="Segoe UI Semibold"/>
              </a:rPr>
              <a:t>	</a:t>
            </a:r>
            <a:r>
              <a:rPr sz="2150" spc="50" dirty="0">
                <a:latin typeface="Segoe UI"/>
                <a:cs typeface="Segoe UI"/>
              </a:rPr>
              <a:t>Facilitate</a:t>
            </a:r>
            <a:r>
              <a:rPr sz="2150" dirty="0">
                <a:latin typeface="Segoe UI"/>
                <a:cs typeface="Segoe UI"/>
              </a:rPr>
              <a:t>	</a:t>
            </a:r>
            <a:r>
              <a:rPr sz="2150" spc="80" dirty="0">
                <a:latin typeface="Segoe UI"/>
                <a:cs typeface="Segoe UI"/>
              </a:rPr>
              <a:t>real-</a:t>
            </a:r>
            <a:r>
              <a:rPr sz="2150" spc="45" dirty="0">
                <a:latin typeface="Segoe UI"/>
                <a:cs typeface="Segoe UI"/>
              </a:rPr>
              <a:t>time</a:t>
            </a:r>
            <a:r>
              <a:rPr sz="2150" dirty="0">
                <a:latin typeface="Segoe UI"/>
                <a:cs typeface="Segoe UI"/>
              </a:rPr>
              <a:t>	</a:t>
            </a:r>
            <a:r>
              <a:rPr sz="2150" spc="55" dirty="0">
                <a:latin typeface="Segoe UI"/>
                <a:cs typeface="Segoe UI"/>
              </a:rPr>
              <a:t>communication</a:t>
            </a:r>
            <a:r>
              <a:rPr sz="2150" dirty="0">
                <a:latin typeface="Segoe UI"/>
                <a:cs typeface="Segoe UI"/>
              </a:rPr>
              <a:t>	</a:t>
            </a:r>
            <a:r>
              <a:rPr sz="2150" spc="25" dirty="0">
                <a:latin typeface="Segoe UI"/>
                <a:cs typeface="Segoe UI"/>
              </a:rPr>
              <a:t>and</a:t>
            </a:r>
            <a:r>
              <a:rPr sz="2150" dirty="0">
                <a:latin typeface="Segoe UI"/>
                <a:cs typeface="Segoe UI"/>
              </a:rPr>
              <a:t>	</a:t>
            </a:r>
            <a:r>
              <a:rPr sz="2150" spc="60" dirty="0">
                <a:latin typeface="Segoe UI"/>
                <a:cs typeface="Segoe UI"/>
              </a:rPr>
              <a:t>collaboration</a:t>
            </a:r>
            <a:r>
              <a:rPr sz="2150" dirty="0">
                <a:latin typeface="Segoe UI"/>
                <a:cs typeface="Segoe UI"/>
              </a:rPr>
              <a:t>	</a:t>
            </a:r>
            <a:r>
              <a:rPr sz="2150" spc="50" dirty="0">
                <a:latin typeface="Segoe UI"/>
                <a:cs typeface="Segoe UI"/>
              </a:rPr>
              <a:t>among</a:t>
            </a:r>
            <a:r>
              <a:rPr sz="2150" dirty="0">
                <a:latin typeface="Segoe UI"/>
                <a:cs typeface="Segoe UI"/>
              </a:rPr>
              <a:t>	</a:t>
            </a:r>
            <a:r>
              <a:rPr sz="2150" spc="45" dirty="0">
                <a:latin typeface="Segoe UI"/>
                <a:cs typeface="Segoe UI"/>
              </a:rPr>
              <a:t>team </a:t>
            </a:r>
            <a:r>
              <a:rPr sz="2150" spc="55" dirty="0">
                <a:latin typeface="Segoe UI"/>
                <a:cs typeface="Segoe UI"/>
              </a:rPr>
              <a:t>members.</a:t>
            </a:r>
            <a:endParaRPr sz="2150">
              <a:latin typeface="Segoe UI"/>
              <a:cs typeface="Segoe UI"/>
            </a:endParaRPr>
          </a:p>
        </p:txBody>
      </p:sp>
      <p:sp>
        <p:nvSpPr>
          <p:cNvPr id="8" name="object 8"/>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32</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5912" y="1462087"/>
            <a:ext cx="114299" cy="114299"/>
          </a:xfrm>
          <a:prstGeom prst="rect">
            <a:avLst/>
          </a:prstGeom>
        </p:spPr>
      </p:pic>
      <p:pic>
        <p:nvPicPr>
          <p:cNvPr id="3" name="object 3"/>
          <p:cNvPicPr/>
          <p:nvPr/>
        </p:nvPicPr>
        <p:blipFill>
          <a:blip r:embed="rId3" cstate="print"/>
          <a:stretch>
            <a:fillRect/>
          </a:stretch>
        </p:blipFill>
        <p:spPr>
          <a:xfrm>
            <a:off x="1585912" y="1947862"/>
            <a:ext cx="114299" cy="114299"/>
          </a:xfrm>
          <a:prstGeom prst="rect">
            <a:avLst/>
          </a:prstGeom>
        </p:spPr>
      </p:pic>
      <p:pic>
        <p:nvPicPr>
          <p:cNvPr id="4" name="object 4"/>
          <p:cNvPicPr/>
          <p:nvPr/>
        </p:nvPicPr>
        <p:blipFill>
          <a:blip r:embed="rId4" cstate="print"/>
          <a:stretch>
            <a:fillRect/>
          </a:stretch>
        </p:blipFill>
        <p:spPr>
          <a:xfrm>
            <a:off x="1585912" y="3081337"/>
            <a:ext cx="114299" cy="114299"/>
          </a:xfrm>
          <a:prstGeom prst="rect">
            <a:avLst/>
          </a:prstGeom>
        </p:spPr>
      </p:pic>
      <p:pic>
        <p:nvPicPr>
          <p:cNvPr id="5" name="object 5"/>
          <p:cNvPicPr/>
          <p:nvPr/>
        </p:nvPicPr>
        <p:blipFill>
          <a:blip r:embed="rId5" cstate="print"/>
          <a:stretch>
            <a:fillRect/>
          </a:stretch>
        </p:blipFill>
        <p:spPr>
          <a:xfrm>
            <a:off x="1585912" y="3976687"/>
            <a:ext cx="114299" cy="114299"/>
          </a:xfrm>
          <a:prstGeom prst="rect">
            <a:avLst/>
          </a:prstGeom>
        </p:spPr>
      </p:pic>
      <p:pic>
        <p:nvPicPr>
          <p:cNvPr id="6" name="object 6"/>
          <p:cNvPicPr/>
          <p:nvPr/>
        </p:nvPicPr>
        <p:blipFill>
          <a:blip r:embed="rId6" cstate="print"/>
          <a:stretch>
            <a:fillRect/>
          </a:stretch>
        </p:blipFill>
        <p:spPr>
          <a:xfrm>
            <a:off x="1585912" y="5110162"/>
            <a:ext cx="114299" cy="114299"/>
          </a:xfrm>
          <a:prstGeom prst="rect">
            <a:avLst/>
          </a:prstGeom>
        </p:spPr>
      </p:pic>
      <p:pic>
        <p:nvPicPr>
          <p:cNvPr id="7" name="object 7"/>
          <p:cNvPicPr/>
          <p:nvPr/>
        </p:nvPicPr>
        <p:blipFill>
          <a:blip r:embed="rId7" cstate="print"/>
          <a:stretch>
            <a:fillRect/>
          </a:stretch>
        </p:blipFill>
        <p:spPr>
          <a:xfrm>
            <a:off x="1585912" y="5595937"/>
            <a:ext cx="114299" cy="114299"/>
          </a:xfrm>
          <a:prstGeom prst="rect">
            <a:avLst/>
          </a:prstGeom>
        </p:spPr>
      </p:pic>
      <p:sp>
        <p:nvSpPr>
          <p:cNvPr id="8" name="object 8"/>
          <p:cNvSpPr txBox="1"/>
          <p:nvPr/>
        </p:nvSpPr>
        <p:spPr>
          <a:xfrm>
            <a:off x="973137" y="768350"/>
            <a:ext cx="10476230" cy="5471795"/>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startAt="3"/>
              <a:tabLst>
                <a:tab pos="325755" algn="l"/>
              </a:tabLst>
            </a:pPr>
            <a:r>
              <a:rPr sz="2150" spc="70" dirty="0">
                <a:latin typeface="Segoe UI Semibold"/>
                <a:cs typeface="Segoe UI Semibold"/>
              </a:rPr>
              <a:t>Documentation</a:t>
            </a:r>
            <a:r>
              <a:rPr sz="2150" spc="165" dirty="0">
                <a:latin typeface="Segoe UI Semibold"/>
                <a:cs typeface="Segoe UI Semibold"/>
              </a:rPr>
              <a:t> </a:t>
            </a:r>
            <a:r>
              <a:rPr sz="2150" spc="50" dirty="0">
                <a:latin typeface="Segoe UI Semibold"/>
                <a:cs typeface="Segoe UI Semibold"/>
              </a:rPr>
              <a:t>and</a:t>
            </a:r>
            <a:r>
              <a:rPr sz="2150" spc="135" dirty="0">
                <a:latin typeface="Segoe UI Semibold"/>
                <a:cs typeface="Segoe UI Semibold"/>
              </a:rPr>
              <a:t> </a:t>
            </a:r>
            <a:r>
              <a:rPr sz="2150" spc="65" dirty="0">
                <a:latin typeface="Segoe UI Semibold"/>
                <a:cs typeface="Segoe UI Semibold"/>
              </a:rPr>
              <a:t>Collaboration</a:t>
            </a:r>
            <a:r>
              <a:rPr sz="2150" spc="180" dirty="0">
                <a:latin typeface="Segoe UI Semibold"/>
                <a:cs typeface="Segoe UI Semibold"/>
              </a:rPr>
              <a:t> </a:t>
            </a:r>
            <a:r>
              <a:rPr sz="2150" spc="60" dirty="0">
                <a:latin typeface="Segoe UI Semibold"/>
                <a:cs typeface="Segoe UI Semibold"/>
              </a:rPr>
              <a:t>Platforms</a:t>
            </a:r>
            <a:endParaRPr sz="2150" dirty="0">
              <a:latin typeface="Segoe UI Semibold"/>
              <a:cs typeface="Segoe UI Semibold"/>
            </a:endParaRPr>
          </a:p>
          <a:p>
            <a:pPr marL="878840">
              <a:lnSpc>
                <a:spcPct val="100000"/>
              </a:lnSpc>
              <a:spcBef>
                <a:spcPts val="1845"/>
              </a:spcBef>
            </a:pPr>
            <a:r>
              <a:rPr sz="2150" spc="75" dirty="0">
                <a:latin typeface="Segoe UI Semibold"/>
                <a:cs typeface="Segoe UI Semibold"/>
              </a:rPr>
              <a:t>Examples:</a:t>
            </a:r>
            <a:r>
              <a:rPr sz="2150" spc="190" dirty="0">
                <a:latin typeface="Segoe UI Semibold"/>
                <a:cs typeface="Segoe UI Semibold"/>
              </a:rPr>
              <a:t> </a:t>
            </a:r>
            <a:r>
              <a:rPr sz="2150" spc="55" dirty="0">
                <a:latin typeface="Segoe UI"/>
                <a:cs typeface="Segoe UI"/>
              </a:rPr>
              <a:t>Confluence,</a:t>
            </a:r>
            <a:r>
              <a:rPr sz="2150" spc="170" dirty="0">
                <a:latin typeface="Segoe UI"/>
                <a:cs typeface="Segoe UI"/>
              </a:rPr>
              <a:t> </a:t>
            </a:r>
            <a:r>
              <a:rPr sz="2150" spc="65" dirty="0">
                <a:latin typeface="Segoe UI"/>
                <a:cs typeface="Segoe UI"/>
              </a:rPr>
              <a:t>Google</a:t>
            </a:r>
            <a:r>
              <a:rPr sz="2150" spc="175" dirty="0">
                <a:latin typeface="Segoe UI"/>
                <a:cs typeface="Segoe UI"/>
              </a:rPr>
              <a:t> </a:t>
            </a:r>
            <a:r>
              <a:rPr sz="2150" spc="50" dirty="0">
                <a:latin typeface="Segoe UI"/>
                <a:cs typeface="Segoe UI"/>
              </a:rPr>
              <a:t>Workspace,</a:t>
            </a:r>
            <a:r>
              <a:rPr sz="2150" spc="170" dirty="0">
                <a:latin typeface="Segoe UI"/>
                <a:cs typeface="Segoe UI"/>
              </a:rPr>
              <a:t> </a:t>
            </a:r>
            <a:r>
              <a:rPr sz="2150" spc="45" dirty="0">
                <a:latin typeface="Segoe UI"/>
                <a:cs typeface="Segoe UI"/>
              </a:rPr>
              <a:t>SharePoint.</a:t>
            </a:r>
            <a:endParaRPr sz="2150" dirty="0">
              <a:latin typeface="Segoe UI"/>
              <a:cs typeface="Segoe UI"/>
            </a:endParaRPr>
          </a:p>
          <a:p>
            <a:pPr marL="878840">
              <a:lnSpc>
                <a:spcPct val="100000"/>
              </a:lnSpc>
              <a:spcBef>
                <a:spcPts val="1245"/>
              </a:spcBef>
            </a:pPr>
            <a:r>
              <a:rPr sz="2150" spc="60" dirty="0">
                <a:latin typeface="Segoe UI Semibold"/>
                <a:cs typeface="Segoe UI Semibold"/>
              </a:rPr>
              <a:t>Use:</a:t>
            </a:r>
            <a:r>
              <a:rPr sz="2150" spc="170" dirty="0">
                <a:latin typeface="Segoe UI Semibold"/>
                <a:cs typeface="Segoe UI Semibold"/>
              </a:rPr>
              <a:t> </a:t>
            </a:r>
            <a:r>
              <a:rPr sz="2150" spc="50" dirty="0">
                <a:latin typeface="Segoe UI"/>
                <a:cs typeface="Segoe UI"/>
              </a:rPr>
              <a:t>Share</a:t>
            </a:r>
            <a:r>
              <a:rPr sz="2150" spc="170" dirty="0">
                <a:latin typeface="Segoe UI"/>
                <a:cs typeface="Segoe UI"/>
              </a:rPr>
              <a:t> </a:t>
            </a:r>
            <a:r>
              <a:rPr sz="2150" spc="60" dirty="0">
                <a:latin typeface="Segoe UI"/>
                <a:cs typeface="Segoe UI"/>
              </a:rPr>
              <a:t>documents,</a:t>
            </a:r>
            <a:r>
              <a:rPr sz="2150" spc="160" dirty="0">
                <a:latin typeface="Segoe UI"/>
                <a:cs typeface="Segoe UI"/>
              </a:rPr>
              <a:t> </a:t>
            </a:r>
            <a:r>
              <a:rPr sz="2150" spc="70" dirty="0">
                <a:latin typeface="Segoe UI"/>
                <a:cs typeface="Segoe UI"/>
              </a:rPr>
              <a:t>collaborate</a:t>
            </a:r>
            <a:r>
              <a:rPr sz="2150" spc="170" dirty="0">
                <a:latin typeface="Segoe UI"/>
                <a:cs typeface="Segoe UI"/>
              </a:rPr>
              <a:t> </a:t>
            </a:r>
            <a:r>
              <a:rPr sz="2150" dirty="0">
                <a:latin typeface="Segoe UI"/>
                <a:cs typeface="Segoe UI"/>
              </a:rPr>
              <a:t>on</a:t>
            </a:r>
            <a:r>
              <a:rPr sz="2150" spc="150" dirty="0">
                <a:latin typeface="Segoe UI"/>
                <a:cs typeface="Segoe UI"/>
              </a:rPr>
              <a:t> </a:t>
            </a:r>
            <a:r>
              <a:rPr sz="2150" spc="60" dirty="0">
                <a:latin typeface="Segoe UI"/>
                <a:cs typeface="Segoe UI"/>
              </a:rPr>
              <a:t>content,</a:t>
            </a:r>
            <a:r>
              <a:rPr sz="2150" spc="160" dirty="0">
                <a:latin typeface="Segoe UI"/>
                <a:cs typeface="Segoe UI"/>
              </a:rPr>
              <a:t> </a:t>
            </a:r>
            <a:r>
              <a:rPr sz="2150" spc="70" dirty="0">
                <a:latin typeface="Segoe UI"/>
                <a:cs typeface="Segoe UI"/>
              </a:rPr>
              <a:t>maintain</a:t>
            </a:r>
            <a:r>
              <a:rPr sz="2150" spc="155" dirty="0">
                <a:latin typeface="Segoe UI"/>
                <a:cs typeface="Segoe UI"/>
              </a:rPr>
              <a:t> </a:t>
            </a:r>
            <a:r>
              <a:rPr sz="2150" spc="60" dirty="0">
                <a:latin typeface="Segoe UI"/>
                <a:cs typeface="Segoe UI"/>
              </a:rPr>
              <a:t>version</a:t>
            </a:r>
            <a:r>
              <a:rPr sz="2150" spc="155" dirty="0">
                <a:latin typeface="Segoe UI"/>
                <a:cs typeface="Segoe UI"/>
              </a:rPr>
              <a:t> </a:t>
            </a:r>
            <a:r>
              <a:rPr sz="2150" spc="50" dirty="0">
                <a:latin typeface="Segoe UI"/>
                <a:cs typeface="Segoe UI"/>
              </a:rPr>
              <a:t>control.</a:t>
            </a:r>
            <a:endParaRPr sz="2150" dirty="0">
              <a:latin typeface="Segoe UI"/>
              <a:cs typeface="Segoe UI"/>
            </a:endParaRPr>
          </a:p>
          <a:p>
            <a:pPr marL="325755" indent="-313055">
              <a:lnSpc>
                <a:spcPct val="100000"/>
              </a:lnSpc>
              <a:spcBef>
                <a:spcPts val="1920"/>
              </a:spcBef>
              <a:buFont typeface="Segoe UI"/>
              <a:buAutoNum type="arabicPeriod" startAt="4"/>
              <a:tabLst>
                <a:tab pos="325755" algn="l"/>
              </a:tabLst>
            </a:pPr>
            <a:r>
              <a:rPr sz="2150" spc="80" dirty="0">
                <a:latin typeface="Segoe UI Semibold"/>
                <a:cs typeface="Segoe UI Semibold"/>
              </a:rPr>
              <a:t>Risk</a:t>
            </a:r>
            <a:r>
              <a:rPr sz="2150" spc="140" dirty="0">
                <a:latin typeface="Segoe UI Semibold"/>
                <a:cs typeface="Segoe UI Semibold"/>
              </a:rPr>
              <a:t> </a:t>
            </a:r>
            <a:r>
              <a:rPr sz="2150" spc="65" dirty="0">
                <a:latin typeface="Segoe UI Semibold"/>
                <a:cs typeface="Segoe UI Semibold"/>
              </a:rPr>
              <a:t>Management</a:t>
            </a:r>
            <a:r>
              <a:rPr sz="2150" spc="135" dirty="0">
                <a:latin typeface="Segoe UI Semibold"/>
                <a:cs typeface="Segoe UI Semibold"/>
              </a:rPr>
              <a:t> </a:t>
            </a:r>
            <a:r>
              <a:rPr sz="2150" spc="-20" dirty="0">
                <a:latin typeface="Segoe UI Semibold"/>
                <a:cs typeface="Segoe UI Semibold"/>
              </a:rPr>
              <a:t>Tools</a:t>
            </a:r>
            <a:endParaRPr sz="2150" dirty="0">
              <a:latin typeface="Segoe UI Semibold"/>
              <a:cs typeface="Segoe UI Semibold"/>
            </a:endParaRPr>
          </a:p>
          <a:p>
            <a:pPr marL="878840" marR="5080">
              <a:lnSpc>
                <a:spcPct val="127899"/>
              </a:lnSpc>
              <a:spcBef>
                <a:spcPts val="1125"/>
              </a:spcBef>
              <a:tabLst>
                <a:tab pos="2389505" algn="l"/>
                <a:tab pos="3081020" algn="l"/>
                <a:tab pos="4371975" algn="l"/>
                <a:tab pos="5196840" algn="l"/>
                <a:tab pos="7135495" algn="l"/>
                <a:tab pos="8731885" algn="l"/>
                <a:tab pos="10022840" algn="l"/>
              </a:tabLst>
            </a:pPr>
            <a:r>
              <a:rPr sz="2150" spc="65" dirty="0">
                <a:latin typeface="Segoe UI Semibold"/>
                <a:cs typeface="Segoe UI Semibold"/>
              </a:rPr>
              <a:t>Examples:</a:t>
            </a:r>
            <a:r>
              <a:rPr sz="2150" dirty="0">
                <a:latin typeface="Segoe UI Semibold"/>
                <a:cs typeface="Segoe UI Semibold"/>
              </a:rPr>
              <a:t>	</a:t>
            </a:r>
            <a:r>
              <a:rPr sz="2150" spc="-20" dirty="0">
                <a:latin typeface="Segoe UI"/>
                <a:cs typeface="Segoe UI"/>
              </a:rPr>
              <a:t>Risk</a:t>
            </a:r>
            <a:r>
              <a:rPr sz="2150" dirty="0">
                <a:latin typeface="Segoe UI"/>
                <a:cs typeface="Segoe UI"/>
              </a:rPr>
              <a:t>	</a:t>
            </a:r>
            <a:r>
              <a:rPr sz="2150" spc="40" dirty="0">
                <a:latin typeface="Segoe UI"/>
                <a:cs typeface="Segoe UI"/>
              </a:rPr>
              <a:t>Register,</a:t>
            </a:r>
            <a:r>
              <a:rPr sz="2150" dirty="0">
                <a:latin typeface="Segoe UI"/>
                <a:cs typeface="Segoe UI"/>
              </a:rPr>
              <a:t>	</a:t>
            </a:r>
            <a:r>
              <a:rPr sz="2150" spc="45" dirty="0">
                <a:latin typeface="Segoe UI"/>
                <a:cs typeface="Segoe UI"/>
              </a:rPr>
              <a:t>Excel</a:t>
            </a:r>
            <a:r>
              <a:rPr sz="2150" dirty="0">
                <a:latin typeface="Segoe UI"/>
                <a:cs typeface="Segoe UI"/>
              </a:rPr>
              <a:t>	</a:t>
            </a:r>
            <a:r>
              <a:rPr sz="2150" spc="55" dirty="0">
                <a:latin typeface="Segoe UI"/>
                <a:cs typeface="Segoe UI"/>
              </a:rPr>
              <a:t>spreadsheets,</a:t>
            </a:r>
            <a:r>
              <a:rPr sz="2150" dirty="0">
                <a:latin typeface="Segoe UI"/>
                <a:cs typeface="Segoe UI"/>
              </a:rPr>
              <a:t>	</a:t>
            </a:r>
            <a:r>
              <a:rPr sz="2150" spc="55" dirty="0">
                <a:latin typeface="Segoe UI"/>
                <a:cs typeface="Segoe UI"/>
              </a:rPr>
              <a:t>specialized</a:t>
            </a:r>
            <a:r>
              <a:rPr sz="2150" dirty="0">
                <a:latin typeface="Segoe UI"/>
                <a:cs typeface="Segoe UI"/>
              </a:rPr>
              <a:t>	</a:t>
            </a:r>
            <a:r>
              <a:rPr sz="2150" spc="55" dirty="0">
                <a:latin typeface="Segoe UI"/>
                <a:cs typeface="Segoe UI"/>
              </a:rPr>
              <a:t>software</a:t>
            </a:r>
            <a:r>
              <a:rPr sz="2150" dirty="0">
                <a:latin typeface="Segoe UI"/>
                <a:cs typeface="Segoe UI"/>
              </a:rPr>
              <a:t>	</a:t>
            </a:r>
            <a:r>
              <a:rPr sz="2150" spc="30" dirty="0">
                <a:latin typeface="Segoe UI"/>
                <a:cs typeface="Segoe UI"/>
              </a:rPr>
              <a:t>like </a:t>
            </a:r>
            <a:r>
              <a:rPr sz="2150" spc="40" dirty="0">
                <a:latin typeface="Segoe UI"/>
                <a:cs typeface="Segoe UI"/>
              </a:rPr>
              <a:t>RiskWatch.</a:t>
            </a:r>
            <a:endParaRPr sz="2150" dirty="0">
              <a:latin typeface="Segoe UI"/>
              <a:cs typeface="Segoe UI"/>
            </a:endParaRPr>
          </a:p>
          <a:p>
            <a:pPr marL="878840">
              <a:lnSpc>
                <a:spcPct val="100000"/>
              </a:lnSpc>
              <a:spcBef>
                <a:spcPts val="1170"/>
              </a:spcBef>
            </a:pPr>
            <a:r>
              <a:rPr sz="2150" spc="60" dirty="0">
                <a:latin typeface="Segoe UI Semibold"/>
                <a:cs typeface="Segoe UI Semibold"/>
              </a:rPr>
              <a:t>Use:</a:t>
            </a:r>
            <a:r>
              <a:rPr sz="2150" spc="165" dirty="0">
                <a:latin typeface="Segoe UI Semibold"/>
                <a:cs typeface="Segoe UI Semibold"/>
              </a:rPr>
              <a:t> </a:t>
            </a:r>
            <a:r>
              <a:rPr sz="2150" spc="65" dirty="0">
                <a:latin typeface="Segoe UI"/>
                <a:cs typeface="Segoe UI"/>
              </a:rPr>
              <a:t>Identify,</a:t>
            </a:r>
            <a:r>
              <a:rPr sz="2150" spc="145" dirty="0">
                <a:latin typeface="Segoe UI"/>
                <a:cs typeface="Segoe UI"/>
              </a:rPr>
              <a:t> </a:t>
            </a:r>
            <a:r>
              <a:rPr sz="2150" spc="55" dirty="0">
                <a:latin typeface="Segoe UI"/>
                <a:cs typeface="Segoe UI"/>
              </a:rPr>
              <a:t>assess,</a:t>
            </a:r>
            <a:r>
              <a:rPr sz="2150" spc="140" dirty="0">
                <a:latin typeface="Segoe UI"/>
                <a:cs typeface="Segoe UI"/>
              </a:rPr>
              <a:t> </a:t>
            </a:r>
            <a:r>
              <a:rPr sz="2150" spc="50" dirty="0">
                <a:latin typeface="Segoe UI"/>
                <a:cs typeface="Segoe UI"/>
              </a:rPr>
              <a:t>and</a:t>
            </a:r>
            <a:r>
              <a:rPr sz="2150" spc="165" dirty="0">
                <a:latin typeface="Segoe UI"/>
                <a:cs typeface="Segoe UI"/>
              </a:rPr>
              <a:t> </a:t>
            </a:r>
            <a:r>
              <a:rPr sz="2150" spc="65" dirty="0">
                <a:latin typeface="Segoe UI"/>
                <a:cs typeface="Segoe UI"/>
              </a:rPr>
              <a:t>monitor</a:t>
            </a:r>
            <a:r>
              <a:rPr sz="2150" spc="160" dirty="0">
                <a:latin typeface="Segoe UI"/>
                <a:cs typeface="Segoe UI"/>
              </a:rPr>
              <a:t> </a:t>
            </a:r>
            <a:r>
              <a:rPr sz="2150" spc="60" dirty="0">
                <a:latin typeface="Segoe UI"/>
                <a:cs typeface="Segoe UI"/>
              </a:rPr>
              <a:t>project</a:t>
            </a:r>
            <a:r>
              <a:rPr sz="2150" spc="180" dirty="0">
                <a:latin typeface="Segoe UI"/>
                <a:cs typeface="Segoe UI"/>
              </a:rPr>
              <a:t> </a:t>
            </a:r>
            <a:r>
              <a:rPr sz="2150" spc="40" dirty="0">
                <a:latin typeface="Segoe UI"/>
                <a:cs typeface="Segoe UI"/>
              </a:rPr>
              <a:t>risks.</a:t>
            </a:r>
            <a:endParaRPr sz="2150" dirty="0">
              <a:latin typeface="Segoe UI"/>
              <a:cs typeface="Segoe UI"/>
            </a:endParaRPr>
          </a:p>
          <a:p>
            <a:pPr marL="325755" indent="-313055">
              <a:lnSpc>
                <a:spcPct val="100000"/>
              </a:lnSpc>
              <a:spcBef>
                <a:spcPts val="1920"/>
              </a:spcBef>
              <a:buFont typeface="Segoe UI"/>
              <a:buAutoNum type="arabicPeriod" startAt="5"/>
              <a:tabLst>
                <a:tab pos="325755" algn="l"/>
              </a:tabLst>
            </a:pPr>
            <a:r>
              <a:rPr sz="2150" spc="55" dirty="0">
                <a:latin typeface="Segoe UI Semibold"/>
                <a:cs typeface="Segoe UI Semibold"/>
              </a:rPr>
              <a:t>Integration</a:t>
            </a:r>
            <a:r>
              <a:rPr sz="2150" spc="185" dirty="0">
                <a:latin typeface="Segoe UI Semibold"/>
                <a:cs typeface="Segoe UI Semibold"/>
              </a:rPr>
              <a:t> </a:t>
            </a:r>
            <a:r>
              <a:rPr sz="2150" spc="60" dirty="0">
                <a:latin typeface="Segoe UI Semibold"/>
                <a:cs typeface="Segoe UI Semibold"/>
              </a:rPr>
              <a:t>Platforms</a:t>
            </a:r>
            <a:endParaRPr sz="2150" dirty="0">
              <a:latin typeface="Segoe UI Semibold"/>
              <a:cs typeface="Segoe UI Semibold"/>
            </a:endParaRPr>
          </a:p>
          <a:p>
            <a:pPr marL="878840">
              <a:lnSpc>
                <a:spcPct val="100000"/>
              </a:lnSpc>
              <a:spcBef>
                <a:spcPts val="1845"/>
              </a:spcBef>
            </a:pPr>
            <a:r>
              <a:rPr sz="2150" spc="75" dirty="0">
                <a:latin typeface="Segoe UI Semibold"/>
                <a:cs typeface="Segoe UI Semibold"/>
              </a:rPr>
              <a:t>Examples:</a:t>
            </a:r>
            <a:r>
              <a:rPr sz="2150" spc="165" dirty="0">
                <a:latin typeface="Segoe UI Semibold"/>
                <a:cs typeface="Segoe UI Semibold"/>
              </a:rPr>
              <a:t> </a:t>
            </a:r>
            <a:r>
              <a:rPr sz="2150" spc="70" dirty="0">
                <a:latin typeface="Segoe UI"/>
                <a:cs typeface="Segoe UI"/>
              </a:rPr>
              <a:t>Zapier,</a:t>
            </a:r>
            <a:r>
              <a:rPr sz="2150" spc="155" dirty="0">
                <a:latin typeface="Segoe UI"/>
                <a:cs typeface="Segoe UI"/>
              </a:rPr>
              <a:t> </a:t>
            </a:r>
            <a:r>
              <a:rPr sz="2150" spc="50" dirty="0">
                <a:latin typeface="Segoe UI"/>
                <a:cs typeface="Segoe UI"/>
              </a:rPr>
              <a:t>MuleSoft.</a:t>
            </a:r>
            <a:endParaRPr sz="2150" dirty="0">
              <a:latin typeface="Segoe UI"/>
              <a:cs typeface="Segoe UI"/>
            </a:endParaRPr>
          </a:p>
          <a:p>
            <a:pPr marL="878840" marR="5715">
              <a:lnSpc>
                <a:spcPct val="127899"/>
              </a:lnSpc>
              <a:spcBef>
                <a:spcPts val="525"/>
              </a:spcBef>
            </a:pPr>
            <a:r>
              <a:rPr sz="2150" spc="60" dirty="0">
                <a:latin typeface="Segoe UI Semibold"/>
                <a:cs typeface="Segoe UI Semibold"/>
              </a:rPr>
              <a:t>Use:</a:t>
            </a:r>
            <a:r>
              <a:rPr sz="2150" spc="330" dirty="0">
                <a:latin typeface="Segoe UI Semibold"/>
                <a:cs typeface="Segoe UI Semibold"/>
              </a:rPr>
              <a:t> </a:t>
            </a:r>
            <a:r>
              <a:rPr sz="2150" spc="55" dirty="0">
                <a:latin typeface="Segoe UI"/>
                <a:cs typeface="Segoe UI"/>
              </a:rPr>
              <a:t>Connect</a:t>
            </a:r>
            <a:r>
              <a:rPr sz="2150" spc="355" dirty="0">
                <a:latin typeface="Segoe UI"/>
                <a:cs typeface="Segoe UI"/>
              </a:rPr>
              <a:t> </a:t>
            </a:r>
            <a:r>
              <a:rPr sz="2150" spc="60" dirty="0">
                <a:latin typeface="Segoe UI"/>
                <a:cs typeface="Segoe UI"/>
              </a:rPr>
              <a:t>different</a:t>
            </a:r>
            <a:r>
              <a:rPr sz="2150" spc="355" dirty="0">
                <a:latin typeface="Segoe UI"/>
                <a:cs typeface="Segoe UI"/>
              </a:rPr>
              <a:t> </a:t>
            </a:r>
            <a:r>
              <a:rPr sz="2150" spc="65" dirty="0">
                <a:latin typeface="Segoe UI"/>
                <a:cs typeface="Segoe UI"/>
              </a:rPr>
              <a:t>software</a:t>
            </a:r>
            <a:r>
              <a:rPr sz="2150" spc="330" dirty="0">
                <a:latin typeface="Segoe UI"/>
                <a:cs typeface="Segoe UI"/>
              </a:rPr>
              <a:t> </a:t>
            </a:r>
            <a:r>
              <a:rPr sz="2150" spc="65" dirty="0">
                <a:latin typeface="Segoe UI"/>
                <a:cs typeface="Segoe UI"/>
              </a:rPr>
              <a:t>applications</a:t>
            </a:r>
            <a:r>
              <a:rPr sz="2150" spc="320" dirty="0">
                <a:latin typeface="Segoe UI"/>
                <a:cs typeface="Segoe UI"/>
              </a:rPr>
              <a:t> </a:t>
            </a:r>
            <a:r>
              <a:rPr sz="2150" dirty="0">
                <a:latin typeface="Segoe UI"/>
                <a:cs typeface="Segoe UI"/>
              </a:rPr>
              <a:t>to</a:t>
            </a:r>
            <a:r>
              <a:rPr sz="2150" spc="350" dirty="0">
                <a:latin typeface="Segoe UI"/>
                <a:cs typeface="Segoe UI"/>
              </a:rPr>
              <a:t> </a:t>
            </a:r>
            <a:r>
              <a:rPr sz="2150" spc="70" dirty="0">
                <a:latin typeface="Segoe UI"/>
                <a:cs typeface="Segoe UI"/>
              </a:rPr>
              <a:t>automate</a:t>
            </a:r>
            <a:r>
              <a:rPr sz="2150" spc="330" dirty="0">
                <a:latin typeface="Segoe UI"/>
                <a:cs typeface="Segoe UI"/>
              </a:rPr>
              <a:t> </a:t>
            </a:r>
            <a:r>
              <a:rPr sz="2150" spc="65" dirty="0">
                <a:latin typeface="Segoe UI"/>
                <a:cs typeface="Segoe UI"/>
              </a:rPr>
              <a:t>workflows</a:t>
            </a:r>
            <a:r>
              <a:rPr sz="2150" spc="320" dirty="0">
                <a:latin typeface="Segoe UI"/>
                <a:cs typeface="Segoe UI"/>
              </a:rPr>
              <a:t> </a:t>
            </a:r>
            <a:r>
              <a:rPr sz="2150" spc="25" dirty="0">
                <a:latin typeface="Segoe UI"/>
                <a:cs typeface="Segoe UI"/>
              </a:rPr>
              <a:t>and </a:t>
            </a:r>
            <a:r>
              <a:rPr sz="2150" spc="65" dirty="0">
                <a:latin typeface="Segoe UI"/>
                <a:cs typeface="Segoe UI"/>
              </a:rPr>
              <a:t>data</a:t>
            </a:r>
            <a:r>
              <a:rPr sz="2150" spc="165" dirty="0">
                <a:latin typeface="Segoe UI"/>
                <a:cs typeface="Segoe UI"/>
              </a:rPr>
              <a:t> </a:t>
            </a:r>
            <a:r>
              <a:rPr sz="2150" spc="45" dirty="0">
                <a:latin typeface="Segoe UI"/>
                <a:cs typeface="Segoe UI"/>
              </a:rPr>
              <a:t>sharing.</a:t>
            </a:r>
            <a:endParaRPr sz="2150" dirty="0">
              <a:latin typeface="Segoe UI"/>
              <a:cs typeface="Segoe UI"/>
            </a:endParaRPr>
          </a:p>
        </p:txBody>
      </p:sp>
      <p:sp>
        <p:nvSpPr>
          <p:cNvPr id="9" name="object 9"/>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33</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617027"/>
            <a:ext cx="7336155" cy="390525"/>
          </a:xfrm>
          <a:prstGeom prst="rect">
            <a:avLst/>
          </a:prstGeom>
        </p:spPr>
        <p:txBody>
          <a:bodyPr vert="horz" wrap="square" lIns="0" tIns="11430" rIns="0" bIns="0" rtlCol="0">
            <a:spAutoFit/>
          </a:bodyPr>
          <a:lstStyle/>
          <a:p>
            <a:pPr marL="12700">
              <a:lnSpc>
                <a:spcPct val="100000"/>
              </a:lnSpc>
              <a:spcBef>
                <a:spcPts val="90"/>
              </a:spcBef>
            </a:pPr>
            <a:r>
              <a:rPr sz="2400" dirty="0"/>
              <a:t>Techniques</a:t>
            </a:r>
            <a:r>
              <a:rPr sz="2400" spc="320" dirty="0"/>
              <a:t> </a:t>
            </a:r>
            <a:r>
              <a:rPr sz="2400" dirty="0"/>
              <a:t>for</a:t>
            </a:r>
            <a:r>
              <a:rPr sz="2400" spc="320" dirty="0"/>
              <a:t> </a:t>
            </a:r>
            <a:r>
              <a:rPr sz="2400" spc="60" dirty="0"/>
              <a:t>Effective</a:t>
            </a:r>
            <a:r>
              <a:rPr sz="2400" spc="305" dirty="0"/>
              <a:t> </a:t>
            </a:r>
            <a:r>
              <a:rPr sz="2400" spc="60" dirty="0"/>
              <a:t>Integration</a:t>
            </a:r>
            <a:r>
              <a:rPr sz="2400" spc="335" dirty="0"/>
              <a:t> </a:t>
            </a:r>
            <a:r>
              <a:rPr sz="2400" spc="50" dirty="0"/>
              <a:t>Management</a:t>
            </a:r>
            <a:endParaRPr sz="2400"/>
          </a:p>
        </p:txBody>
      </p:sp>
      <p:pic>
        <p:nvPicPr>
          <p:cNvPr id="3" name="object 3"/>
          <p:cNvPicPr/>
          <p:nvPr/>
        </p:nvPicPr>
        <p:blipFill>
          <a:blip r:embed="rId2" cstate="print"/>
          <a:stretch>
            <a:fillRect/>
          </a:stretch>
        </p:blipFill>
        <p:spPr>
          <a:xfrm>
            <a:off x="1585912" y="3024187"/>
            <a:ext cx="114299" cy="114299"/>
          </a:xfrm>
          <a:prstGeom prst="rect">
            <a:avLst/>
          </a:prstGeom>
        </p:spPr>
      </p:pic>
      <p:pic>
        <p:nvPicPr>
          <p:cNvPr id="4" name="object 4"/>
          <p:cNvPicPr/>
          <p:nvPr/>
        </p:nvPicPr>
        <p:blipFill>
          <a:blip r:embed="rId3" cstate="print"/>
          <a:stretch>
            <a:fillRect/>
          </a:stretch>
        </p:blipFill>
        <p:spPr>
          <a:xfrm>
            <a:off x="1585912" y="4567237"/>
            <a:ext cx="114299" cy="114299"/>
          </a:xfrm>
          <a:prstGeom prst="rect">
            <a:avLst/>
          </a:prstGeom>
        </p:spPr>
      </p:pic>
      <p:sp>
        <p:nvSpPr>
          <p:cNvPr id="5" name="object 5"/>
          <p:cNvSpPr txBox="1"/>
          <p:nvPr/>
        </p:nvSpPr>
        <p:spPr>
          <a:xfrm>
            <a:off x="973137" y="2320925"/>
            <a:ext cx="10477500" cy="2890520"/>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a:tabLst>
                <a:tab pos="325755" algn="l"/>
              </a:tabLst>
            </a:pPr>
            <a:r>
              <a:rPr sz="2150" spc="70" dirty="0">
                <a:latin typeface="Segoe UI Semibold"/>
                <a:cs typeface="Segoe UI Semibold"/>
              </a:rPr>
              <a:t>Developing</a:t>
            </a:r>
            <a:r>
              <a:rPr sz="2150" spc="114" dirty="0">
                <a:latin typeface="Segoe UI Semibold"/>
                <a:cs typeface="Segoe UI Semibold"/>
              </a:rPr>
              <a:t> </a:t>
            </a:r>
            <a:r>
              <a:rPr sz="2150" dirty="0">
                <a:latin typeface="Segoe UI Semibold"/>
                <a:cs typeface="Segoe UI Semibold"/>
              </a:rPr>
              <a:t>a</a:t>
            </a:r>
            <a:r>
              <a:rPr sz="2150" spc="150" dirty="0">
                <a:latin typeface="Segoe UI Semibold"/>
                <a:cs typeface="Segoe UI Semibold"/>
              </a:rPr>
              <a:t> </a:t>
            </a:r>
            <a:r>
              <a:rPr sz="2150" spc="70" dirty="0">
                <a:latin typeface="Segoe UI Semibold"/>
                <a:cs typeface="Segoe UI Semibold"/>
              </a:rPr>
              <a:t>Project</a:t>
            </a:r>
            <a:r>
              <a:rPr sz="2150" spc="130" dirty="0">
                <a:latin typeface="Segoe UI Semibold"/>
                <a:cs typeface="Segoe UI Semibold"/>
              </a:rPr>
              <a:t> </a:t>
            </a:r>
            <a:r>
              <a:rPr sz="2150" spc="40" dirty="0">
                <a:latin typeface="Segoe UI Semibold"/>
                <a:cs typeface="Segoe UI Semibold"/>
              </a:rPr>
              <a:t>Plan</a:t>
            </a:r>
            <a:endParaRPr sz="2150">
              <a:latin typeface="Segoe UI Semibold"/>
              <a:cs typeface="Segoe UI Semibold"/>
            </a:endParaRPr>
          </a:p>
          <a:p>
            <a:pPr marL="878840" marR="8890">
              <a:lnSpc>
                <a:spcPct val="125000"/>
              </a:lnSpc>
              <a:spcBef>
                <a:spcPts val="1275"/>
              </a:spcBef>
              <a:tabLst>
                <a:tab pos="2606675" algn="l"/>
                <a:tab pos="3096260" algn="l"/>
                <a:tab pos="4413885" algn="l"/>
                <a:tab pos="6027420" algn="l"/>
                <a:tab pos="6726555" algn="l"/>
                <a:tab pos="7063105" algn="l"/>
                <a:tab pos="9200515" algn="l"/>
                <a:tab pos="9946640" algn="l"/>
              </a:tabLst>
            </a:pPr>
            <a:r>
              <a:rPr sz="2150" spc="55" dirty="0">
                <a:latin typeface="Segoe UI"/>
                <a:cs typeface="Segoe UI"/>
              </a:rPr>
              <a:t>Consolidate</a:t>
            </a:r>
            <a:r>
              <a:rPr sz="2150" dirty="0">
                <a:latin typeface="Segoe UI"/>
                <a:cs typeface="Segoe UI"/>
              </a:rPr>
              <a:t>	</a:t>
            </a:r>
            <a:r>
              <a:rPr sz="2150" spc="25" dirty="0">
                <a:latin typeface="Segoe UI"/>
                <a:cs typeface="Segoe UI"/>
              </a:rPr>
              <a:t>all</a:t>
            </a:r>
            <a:r>
              <a:rPr sz="2150" dirty="0">
                <a:latin typeface="Segoe UI"/>
                <a:cs typeface="Segoe UI"/>
              </a:rPr>
              <a:t>	</a:t>
            </a:r>
            <a:r>
              <a:rPr sz="2150" spc="50" dirty="0">
                <a:latin typeface="Segoe UI"/>
                <a:cs typeface="Segoe UI"/>
              </a:rPr>
              <a:t>planning</a:t>
            </a:r>
            <a:r>
              <a:rPr sz="2150" dirty="0">
                <a:latin typeface="Segoe UI"/>
                <a:cs typeface="Segoe UI"/>
              </a:rPr>
              <a:t>	</a:t>
            </a:r>
            <a:r>
              <a:rPr sz="2150" spc="50" dirty="0">
                <a:latin typeface="Segoe UI"/>
                <a:cs typeface="Segoe UI"/>
              </a:rPr>
              <a:t>documents</a:t>
            </a:r>
            <a:r>
              <a:rPr sz="2150" dirty="0">
                <a:latin typeface="Segoe UI"/>
                <a:cs typeface="Segoe UI"/>
              </a:rPr>
              <a:t>	</a:t>
            </a:r>
            <a:r>
              <a:rPr sz="2150" spc="30" dirty="0">
                <a:latin typeface="Segoe UI"/>
                <a:cs typeface="Segoe UI"/>
              </a:rPr>
              <a:t>into</a:t>
            </a:r>
            <a:r>
              <a:rPr sz="2150" dirty="0">
                <a:latin typeface="Segoe UI"/>
                <a:cs typeface="Segoe UI"/>
              </a:rPr>
              <a:t>	</a:t>
            </a:r>
            <a:r>
              <a:rPr sz="2150" spc="-50" dirty="0">
                <a:latin typeface="Segoe UI"/>
                <a:cs typeface="Segoe UI"/>
              </a:rPr>
              <a:t>a</a:t>
            </a:r>
            <a:r>
              <a:rPr sz="2150" dirty="0">
                <a:latin typeface="Segoe UI"/>
                <a:cs typeface="Segoe UI"/>
              </a:rPr>
              <a:t>	</a:t>
            </a:r>
            <a:r>
              <a:rPr sz="2150" spc="55" dirty="0">
                <a:latin typeface="Segoe UI"/>
                <a:cs typeface="Segoe UI"/>
              </a:rPr>
              <a:t>comprehensive</a:t>
            </a:r>
            <a:r>
              <a:rPr sz="2150" dirty="0">
                <a:latin typeface="Segoe UI"/>
                <a:cs typeface="Segoe UI"/>
              </a:rPr>
              <a:t>	</a:t>
            </a:r>
            <a:r>
              <a:rPr sz="2150" spc="40" dirty="0">
                <a:latin typeface="Segoe UI"/>
                <a:cs typeface="Segoe UI"/>
              </a:rPr>
              <a:t>plan</a:t>
            </a:r>
            <a:r>
              <a:rPr sz="2150" dirty="0">
                <a:latin typeface="Segoe UI"/>
                <a:cs typeface="Segoe UI"/>
              </a:rPr>
              <a:t>	</a:t>
            </a:r>
            <a:r>
              <a:rPr sz="2150" spc="40" dirty="0">
                <a:latin typeface="Segoe UI"/>
                <a:cs typeface="Segoe UI"/>
              </a:rPr>
              <a:t>that </a:t>
            </a:r>
            <a:r>
              <a:rPr sz="2150" spc="55" dirty="0">
                <a:latin typeface="Segoe UI"/>
                <a:cs typeface="Segoe UI"/>
              </a:rPr>
              <a:t>guides</a:t>
            </a:r>
            <a:r>
              <a:rPr sz="2150" spc="140" dirty="0">
                <a:latin typeface="Segoe UI"/>
                <a:cs typeface="Segoe UI"/>
              </a:rPr>
              <a:t> </a:t>
            </a:r>
            <a:r>
              <a:rPr sz="2150" spc="60" dirty="0">
                <a:latin typeface="Segoe UI"/>
                <a:cs typeface="Segoe UI"/>
              </a:rPr>
              <a:t>project</a:t>
            </a:r>
            <a:r>
              <a:rPr sz="2150" spc="190" dirty="0">
                <a:latin typeface="Segoe UI"/>
                <a:cs typeface="Segoe UI"/>
              </a:rPr>
              <a:t> </a:t>
            </a:r>
            <a:r>
              <a:rPr sz="2150" spc="50" dirty="0">
                <a:latin typeface="Segoe UI"/>
                <a:cs typeface="Segoe UI"/>
              </a:rPr>
              <a:t>execution.</a:t>
            </a:r>
            <a:endParaRPr sz="2150">
              <a:latin typeface="Segoe UI"/>
              <a:cs typeface="Segoe UI"/>
            </a:endParaRPr>
          </a:p>
          <a:p>
            <a:pPr marL="325755" indent="-313055">
              <a:lnSpc>
                <a:spcPct val="100000"/>
              </a:lnSpc>
              <a:spcBef>
                <a:spcPts val="1920"/>
              </a:spcBef>
              <a:buFont typeface="Segoe UI"/>
              <a:buAutoNum type="arabicPeriod" startAt="2"/>
              <a:tabLst>
                <a:tab pos="325755" algn="l"/>
              </a:tabLst>
            </a:pPr>
            <a:r>
              <a:rPr sz="2150" spc="60" dirty="0">
                <a:latin typeface="Segoe UI Semibold"/>
                <a:cs typeface="Segoe UI Semibold"/>
              </a:rPr>
              <a:t>Change</a:t>
            </a:r>
            <a:r>
              <a:rPr sz="2150" spc="140" dirty="0">
                <a:latin typeface="Segoe UI Semibold"/>
                <a:cs typeface="Segoe UI Semibold"/>
              </a:rPr>
              <a:t> </a:t>
            </a:r>
            <a:r>
              <a:rPr sz="2150" spc="55" dirty="0">
                <a:latin typeface="Segoe UI Semibold"/>
                <a:cs typeface="Segoe UI Semibold"/>
              </a:rPr>
              <a:t>Control</a:t>
            </a:r>
            <a:r>
              <a:rPr sz="2150" spc="215" dirty="0">
                <a:latin typeface="Segoe UI Semibold"/>
                <a:cs typeface="Segoe UI Semibold"/>
              </a:rPr>
              <a:t> </a:t>
            </a:r>
            <a:r>
              <a:rPr sz="2150" spc="65" dirty="0">
                <a:latin typeface="Segoe UI Semibold"/>
                <a:cs typeface="Segoe UI Semibold"/>
              </a:rPr>
              <a:t>Processes</a:t>
            </a:r>
            <a:endParaRPr sz="2150">
              <a:latin typeface="Segoe UI Semibold"/>
              <a:cs typeface="Segoe UI Semibold"/>
            </a:endParaRPr>
          </a:p>
          <a:p>
            <a:pPr marL="878840" marR="5080">
              <a:lnSpc>
                <a:spcPct val="127899"/>
              </a:lnSpc>
              <a:spcBef>
                <a:spcPts val="1125"/>
              </a:spcBef>
              <a:tabLst>
                <a:tab pos="2252980" algn="l"/>
                <a:tab pos="3931920" algn="l"/>
                <a:tab pos="4534535" algn="l"/>
                <a:tab pos="6060440" algn="l"/>
                <a:tab pos="7348855" algn="l"/>
                <a:tab pos="7856220" algn="l"/>
                <a:tab pos="8506460" algn="l"/>
                <a:tab pos="9651365" algn="l"/>
              </a:tabLst>
            </a:pPr>
            <a:r>
              <a:rPr sz="2150" spc="60" dirty="0">
                <a:latin typeface="Segoe UI"/>
                <a:cs typeface="Segoe UI"/>
              </a:rPr>
              <a:t>Establish</a:t>
            </a:r>
            <a:r>
              <a:rPr sz="2150" dirty="0">
                <a:latin typeface="Segoe UI"/>
                <a:cs typeface="Segoe UI"/>
              </a:rPr>
              <a:t>	</a:t>
            </a:r>
            <a:r>
              <a:rPr sz="2150" spc="50" dirty="0">
                <a:latin typeface="Segoe UI"/>
                <a:cs typeface="Segoe UI"/>
              </a:rPr>
              <a:t>procedures</a:t>
            </a:r>
            <a:r>
              <a:rPr sz="2150" dirty="0">
                <a:latin typeface="Segoe UI"/>
                <a:cs typeface="Segoe UI"/>
              </a:rPr>
              <a:t>	</a:t>
            </a:r>
            <a:r>
              <a:rPr sz="2150" spc="20" dirty="0">
                <a:latin typeface="Segoe UI"/>
                <a:cs typeface="Segoe UI"/>
              </a:rPr>
              <a:t>for</a:t>
            </a:r>
            <a:r>
              <a:rPr sz="2150" dirty="0">
                <a:latin typeface="Segoe UI"/>
                <a:cs typeface="Segoe UI"/>
              </a:rPr>
              <a:t>	</a:t>
            </a:r>
            <a:r>
              <a:rPr sz="2150" spc="55" dirty="0">
                <a:latin typeface="Segoe UI"/>
                <a:cs typeface="Segoe UI"/>
              </a:rPr>
              <a:t>managing</a:t>
            </a:r>
            <a:r>
              <a:rPr sz="2150" dirty="0">
                <a:latin typeface="Segoe UI"/>
                <a:cs typeface="Segoe UI"/>
              </a:rPr>
              <a:t>	</a:t>
            </a:r>
            <a:r>
              <a:rPr sz="2150" spc="45" dirty="0">
                <a:latin typeface="Segoe UI"/>
                <a:cs typeface="Segoe UI"/>
              </a:rPr>
              <a:t>changes</a:t>
            </a:r>
            <a:r>
              <a:rPr sz="2150" dirty="0">
                <a:latin typeface="Segoe UI"/>
                <a:cs typeface="Segoe UI"/>
              </a:rPr>
              <a:t>	</a:t>
            </a:r>
            <a:r>
              <a:rPr sz="2150" spc="-25" dirty="0">
                <a:latin typeface="Segoe UI"/>
                <a:cs typeface="Segoe UI"/>
              </a:rPr>
              <a:t>to</a:t>
            </a:r>
            <a:r>
              <a:rPr sz="2150" dirty="0">
                <a:latin typeface="Segoe UI"/>
                <a:cs typeface="Segoe UI"/>
              </a:rPr>
              <a:t>	</a:t>
            </a:r>
            <a:r>
              <a:rPr sz="2150" spc="25" dirty="0">
                <a:latin typeface="Segoe UI"/>
                <a:cs typeface="Segoe UI"/>
              </a:rPr>
              <a:t>the</a:t>
            </a:r>
            <a:r>
              <a:rPr sz="2150" dirty="0">
                <a:latin typeface="Segoe UI"/>
                <a:cs typeface="Segoe UI"/>
              </a:rPr>
              <a:t>	</a:t>
            </a:r>
            <a:r>
              <a:rPr sz="2150" spc="50" dirty="0">
                <a:latin typeface="Segoe UI"/>
                <a:cs typeface="Segoe UI"/>
              </a:rPr>
              <a:t>project</a:t>
            </a:r>
            <a:r>
              <a:rPr sz="2150" dirty="0">
                <a:latin typeface="Segoe UI"/>
                <a:cs typeface="Segoe UI"/>
              </a:rPr>
              <a:t>	</a:t>
            </a:r>
            <a:r>
              <a:rPr sz="2150" spc="45" dirty="0">
                <a:latin typeface="Segoe UI"/>
                <a:cs typeface="Segoe UI"/>
              </a:rPr>
              <a:t>scope, </a:t>
            </a:r>
            <a:r>
              <a:rPr sz="2150" spc="55" dirty="0">
                <a:latin typeface="Segoe UI"/>
                <a:cs typeface="Segoe UI"/>
              </a:rPr>
              <a:t>schedule,</a:t>
            </a:r>
            <a:r>
              <a:rPr sz="2150" spc="175" dirty="0">
                <a:latin typeface="Segoe UI"/>
                <a:cs typeface="Segoe UI"/>
              </a:rPr>
              <a:t> </a:t>
            </a:r>
            <a:r>
              <a:rPr sz="2150" dirty="0">
                <a:latin typeface="Segoe UI"/>
                <a:cs typeface="Segoe UI"/>
              </a:rPr>
              <a:t>or</a:t>
            </a:r>
            <a:r>
              <a:rPr sz="2150" spc="190" dirty="0">
                <a:latin typeface="Segoe UI"/>
                <a:cs typeface="Segoe UI"/>
              </a:rPr>
              <a:t> </a:t>
            </a:r>
            <a:r>
              <a:rPr sz="2150" spc="55" dirty="0">
                <a:latin typeface="Segoe UI"/>
                <a:cs typeface="Segoe UI"/>
              </a:rPr>
              <a:t>resources</a:t>
            </a:r>
            <a:r>
              <a:rPr sz="2150" spc="175" dirty="0">
                <a:latin typeface="Segoe UI"/>
                <a:cs typeface="Segoe UI"/>
              </a:rPr>
              <a:t> </a:t>
            </a:r>
            <a:r>
              <a:rPr sz="2150" dirty="0">
                <a:latin typeface="Segoe UI"/>
                <a:cs typeface="Segoe UI"/>
              </a:rPr>
              <a:t>to</a:t>
            </a:r>
            <a:r>
              <a:rPr sz="2150" spc="200" dirty="0">
                <a:latin typeface="Segoe UI"/>
                <a:cs typeface="Segoe UI"/>
              </a:rPr>
              <a:t> </a:t>
            </a:r>
            <a:r>
              <a:rPr sz="2150" spc="60" dirty="0">
                <a:latin typeface="Segoe UI"/>
                <a:cs typeface="Segoe UI"/>
              </a:rPr>
              <a:t>prevent</a:t>
            </a:r>
            <a:r>
              <a:rPr sz="2150" spc="210" dirty="0">
                <a:latin typeface="Segoe UI"/>
                <a:cs typeface="Segoe UI"/>
              </a:rPr>
              <a:t> </a:t>
            </a:r>
            <a:r>
              <a:rPr sz="2150" spc="55" dirty="0">
                <a:latin typeface="Segoe UI"/>
                <a:cs typeface="Segoe UI"/>
              </a:rPr>
              <a:t>scope</a:t>
            </a:r>
            <a:r>
              <a:rPr sz="2150" spc="185" dirty="0">
                <a:latin typeface="Segoe UI"/>
                <a:cs typeface="Segoe UI"/>
              </a:rPr>
              <a:t> </a:t>
            </a:r>
            <a:r>
              <a:rPr sz="2150" spc="45" dirty="0">
                <a:latin typeface="Segoe UI"/>
                <a:cs typeface="Segoe UI"/>
              </a:rPr>
              <a:t>creep.</a:t>
            </a:r>
            <a:endParaRPr sz="2150">
              <a:latin typeface="Segoe UI"/>
              <a:cs typeface="Segoe UI"/>
            </a:endParaRPr>
          </a:p>
        </p:txBody>
      </p:sp>
      <p:sp>
        <p:nvSpPr>
          <p:cNvPr id="6" name="object 6"/>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34</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5912" y="1985962"/>
            <a:ext cx="114299" cy="114299"/>
          </a:xfrm>
          <a:prstGeom prst="rect">
            <a:avLst/>
          </a:prstGeom>
        </p:spPr>
      </p:pic>
      <p:pic>
        <p:nvPicPr>
          <p:cNvPr id="3" name="object 3"/>
          <p:cNvPicPr/>
          <p:nvPr/>
        </p:nvPicPr>
        <p:blipFill>
          <a:blip r:embed="rId3" cstate="print"/>
          <a:stretch>
            <a:fillRect/>
          </a:stretch>
        </p:blipFill>
        <p:spPr>
          <a:xfrm>
            <a:off x="1585912" y="3529012"/>
            <a:ext cx="114299" cy="114299"/>
          </a:xfrm>
          <a:prstGeom prst="rect">
            <a:avLst/>
          </a:prstGeom>
        </p:spPr>
      </p:pic>
      <p:pic>
        <p:nvPicPr>
          <p:cNvPr id="4" name="object 4"/>
          <p:cNvPicPr/>
          <p:nvPr/>
        </p:nvPicPr>
        <p:blipFill>
          <a:blip r:embed="rId4" cstate="print"/>
          <a:stretch>
            <a:fillRect/>
          </a:stretch>
        </p:blipFill>
        <p:spPr>
          <a:xfrm>
            <a:off x="1585912" y="5081587"/>
            <a:ext cx="114299" cy="114299"/>
          </a:xfrm>
          <a:prstGeom prst="rect">
            <a:avLst/>
          </a:prstGeom>
        </p:spPr>
      </p:pic>
      <p:sp>
        <p:nvSpPr>
          <p:cNvPr id="5" name="object 5"/>
          <p:cNvSpPr txBox="1"/>
          <p:nvPr/>
        </p:nvSpPr>
        <p:spPr>
          <a:xfrm>
            <a:off x="973137" y="1282700"/>
            <a:ext cx="10478770" cy="4433570"/>
          </a:xfrm>
          <a:prstGeom prst="rect">
            <a:avLst/>
          </a:prstGeom>
        </p:spPr>
        <p:txBody>
          <a:bodyPr vert="horz" wrap="square" lIns="0" tIns="15875" rIns="0" bIns="0" rtlCol="0">
            <a:spAutoFit/>
          </a:bodyPr>
          <a:lstStyle/>
          <a:p>
            <a:pPr marL="325755" indent="-313055">
              <a:lnSpc>
                <a:spcPct val="100000"/>
              </a:lnSpc>
              <a:spcBef>
                <a:spcPts val="125"/>
              </a:spcBef>
              <a:buFont typeface="Segoe UI"/>
              <a:buAutoNum type="arabicPeriod" startAt="3"/>
              <a:tabLst>
                <a:tab pos="325755" algn="l"/>
              </a:tabLst>
            </a:pPr>
            <a:r>
              <a:rPr sz="2150" spc="75" dirty="0">
                <a:latin typeface="Segoe UI Semibold"/>
                <a:cs typeface="Segoe UI Semibold"/>
              </a:rPr>
              <a:t>Performance</a:t>
            </a:r>
            <a:r>
              <a:rPr sz="2150" spc="135" dirty="0">
                <a:latin typeface="Segoe UI Semibold"/>
                <a:cs typeface="Segoe UI Semibold"/>
              </a:rPr>
              <a:t> </a:t>
            </a:r>
            <a:r>
              <a:rPr sz="2150" spc="70" dirty="0">
                <a:latin typeface="Segoe UI Semibold"/>
                <a:cs typeface="Segoe UI Semibold"/>
              </a:rPr>
              <a:t>Monitoring</a:t>
            </a:r>
            <a:r>
              <a:rPr sz="2150" spc="140" dirty="0">
                <a:latin typeface="Segoe UI Semibold"/>
                <a:cs typeface="Segoe UI Semibold"/>
              </a:rPr>
              <a:t> </a:t>
            </a:r>
            <a:r>
              <a:rPr sz="2150" spc="50" dirty="0">
                <a:latin typeface="Segoe UI Semibold"/>
                <a:cs typeface="Segoe UI Semibold"/>
              </a:rPr>
              <a:t>and</a:t>
            </a:r>
            <a:r>
              <a:rPr sz="2150" spc="145" dirty="0">
                <a:latin typeface="Segoe UI Semibold"/>
                <a:cs typeface="Segoe UI Semibold"/>
              </a:rPr>
              <a:t> </a:t>
            </a:r>
            <a:r>
              <a:rPr sz="2150" spc="50" dirty="0">
                <a:latin typeface="Segoe UI Semibold"/>
                <a:cs typeface="Segoe UI Semibold"/>
              </a:rPr>
              <a:t>Reporting</a:t>
            </a:r>
            <a:endParaRPr sz="2150" dirty="0">
              <a:latin typeface="Segoe UI Semibold"/>
              <a:cs typeface="Segoe UI Semibold"/>
            </a:endParaRPr>
          </a:p>
          <a:p>
            <a:pPr marL="878840" marR="8255">
              <a:lnSpc>
                <a:spcPct val="125000"/>
              </a:lnSpc>
              <a:spcBef>
                <a:spcPts val="1275"/>
              </a:spcBef>
              <a:tabLst>
                <a:tab pos="2342515" algn="l"/>
                <a:tab pos="3243580" algn="l"/>
                <a:tab pos="4421505" algn="l"/>
                <a:tab pos="6332220" algn="l"/>
                <a:tab pos="7538084" algn="l"/>
                <a:tab pos="8220709" algn="l"/>
                <a:tab pos="9045575" algn="l"/>
                <a:tab pos="10003790" algn="l"/>
              </a:tabLst>
            </a:pPr>
            <a:r>
              <a:rPr sz="2150" spc="40" dirty="0">
                <a:latin typeface="Segoe UI"/>
                <a:cs typeface="Segoe UI"/>
              </a:rPr>
              <a:t>Regularly</a:t>
            </a:r>
            <a:r>
              <a:rPr sz="2150" dirty="0">
                <a:latin typeface="Segoe UI"/>
                <a:cs typeface="Segoe UI"/>
              </a:rPr>
              <a:t>	</a:t>
            </a:r>
            <a:r>
              <a:rPr sz="2150" spc="40" dirty="0">
                <a:latin typeface="Segoe UI"/>
                <a:cs typeface="Segoe UI"/>
              </a:rPr>
              <a:t>track</a:t>
            </a:r>
            <a:r>
              <a:rPr sz="2150" dirty="0">
                <a:latin typeface="Segoe UI"/>
                <a:cs typeface="Segoe UI"/>
              </a:rPr>
              <a:t>	</a:t>
            </a:r>
            <a:r>
              <a:rPr sz="2150" spc="50" dirty="0">
                <a:latin typeface="Segoe UI"/>
                <a:cs typeface="Segoe UI"/>
              </a:rPr>
              <a:t>project</a:t>
            </a:r>
            <a:r>
              <a:rPr sz="2150" dirty="0">
                <a:latin typeface="Segoe UI"/>
                <a:cs typeface="Segoe UI"/>
              </a:rPr>
              <a:t>	</a:t>
            </a:r>
            <a:r>
              <a:rPr sz="2150" spc="55" dirty="0">
                <a:latin typeface="Segoe UI"/>
                <a:cs typeface="Segoe UI"/>
              </a:rPr>
              <a:t>performance</a:t>
            </a:r>
            <a:r>
              <a:rPr sz="2150" dirty="0">
                <a:latin typeface="Segoe UI"/>
                <a:cs typeface="Segoe UI"/>
              </a:rPr>
              <a:t>	</a:t>
            </a:r>
            <a:r>
              <a:rPr sz="2150" spc="50" dirty="0">
                <a:latin typeface="Segoe UI"/>
                <a:cs typeface="Segoe UI"/>
              </a:rPr>
              <a:t>against</a:t>
            </a:r>
            <a:r>
              <a:rPr sz="2150" dirty="0">
                <a:latin typeface="Segoe UI"/>
                <a:cs typeface="Segoe UI"/>
              </a:rPr>
              <a:t>	</a:t>
            </a:r>
            <a:r>
              <a:rPr sz="2150" spc="25" dirty="0">
                <a:latin typeface="Segoe UI"/>
                <a:cs typeface="Segoe UI"/>
              </a:rPr>
              <a:t>the</a:t>
            </a:r>
            <a:r>
              <a:rPr sz="2150" dirty="0">
                <a:latin typeface="Segoe UI"/>
                <a:cs typeface="Segoe UI"/>
              </a:rPr>
              <a:t>	</a:t>
            </a:r>
            <a:r>
              <a:rPr sz="2150" spc="40" dirty="0">
                <a:latin typeface="Segoe UI"/>
                <a:cs typeface="Segoe UI"/>
              </a:rPr>
              <a:t>plan</a:t>
            </a:r>
            <a:r>
              <a:rPr sz="2150" dirty="0">
                <a:latin typeface="Segoe UI"/>
                <a:cs typeface="Segoe UI"/>
              </a:rPr>
              <a:t>	</a:t>
            </a:r>
            <a:r>
              <a:rPr sz="2150" spc="50" dirty="0" smtClean="0">
                <a:latin typeface="Segoe UI"/>
                <a:cs typeface="Segoe UI"/>
              </a:rPr>
              <a:t>and</a:t>
            </a:r>
            <a:r>
              <a:rPr sz="2150" spc="170" dirty="0" smtClean="0">
                <a:latin typeface="Segoe UI"/>
                <a:cs typeface="Segoe UI"/>
              </a:rPr>
              <a:t> </a:t>
            </a:r>
            <a:r>
              <a:rPr sz="2150" spc="65" dirty="0">
                <a:latin typeface="Segoe UI"/>
                <a:cs typeface="Segoe UI"/>
              </a:rPr>
              <a:t>generate</a:t>
            </a:r>
            <a:r>
              <a:rPr sz="2150" spc="160" dirty="0">
                <a:latin typeface="Segoe UI"/>
                <a:cs typeface="Segoe UI"/>
              </a:rPr>
              <a:t> </a:t>
            </a:r>
            <a:r>
              <a:rPr sz="2150" spc="65" dirty="0">
                <a:latin typeface="Segoe UI"/>
                <a:cs typeface="Segoe UI"/>
              </a:rPr>
              <a:t>status</a:t>
            </a:r>
            <a:r>
              <a:rPr sz="2150" spc="150" dirty="0">
                <a:latin typeface="Segoe UI"/>
                <a:cs typeface="Segoe UI"/>
              </a:rPr>
              <a:t> </a:t>
            </a:r>
            <a:r>
              <a:rPr sz="2150" spc="50" dirty="0">
                <a:latin typeface="Segoe UI"/>
                <a:cs typeface="Segoe UI"/>
              </a:rPr>
              <a:t>reports.</a:t>
            </a:r>
            <a:endParaRPr sz="2150" dirty="0">
              <a:latin typeface="Segoe UI"/>
              <a:cs typeface="Segoe UI"/>
            </a:endParaRPr>
          </a:p>
          <a:p>
            <a:pPr marL="325755" indent="-313055">
              <a:lnSpc>
                <a:spcPct val="100000"/>
              </a:lnSpc>
              <a:spcBef>
                <a:spcPts val="1920"/>
              </a:spcBef>
              <a:buFont typeface="Segoe UI"/>
              <a:buAutoNum type="arabicPeriod" startAt="4"/>
              <a:tabLst>
                <a:tab pos="325755" algn="l"/>
              </a:tabLst>
            </a:pPr>
            <a:r>
              <a:rPr sz="2150" spc="65" dirty="0">
                <a:latin typeface="Segoe UI Semibold"/>
                <a:cs typeface="Segoe UI Semibold"/>
              </a:rPr>
              <a:t>Resource</a:t>
            </a:r>
            <a:r>
              <a:rPr sz="2150" spc="135" dirty="0">
                <a:latin typeface="Segoe UI Semibold"/>
                <a:cs typeface="Segoe UI Semibold"/>
              </a:rPr>
              <a:t> </a:t>
            </a:r>
            <a:r>
              <a:rPr sz="2150" spc="70" dirty="0">
                <a:latin typeface="Segoe UI Semibold"/>
                <a:cs typeface="Segoe UI Semibold"/>
              </a:rPr>
              <a:t>Allocation</a:t>
            </a:r>
            <a:r>
              <a:rPr sz="2150" spc="170" dirty="0">
                <a:latin typeface="Segoe UI Semibold"/>
                <a:cs typeface="Segoe UI Semibold"/>
              </a:rPr>
              <a:t> </a:t>
            </a:r>
            <a:r>
              <a:rPr sz="2150" spc="50" dirty="0">
                <a:latin typeface="Segoe UI Semibold"/>
                <a:cs typeface="Segoe UI Semibold"/>
              </a:rPr>
              <a:t>and</a:t>
            </a:r>
            <a:r>
              <a:rPr sz="2150" spc="125" dirty="0">
                <a:latin typeface="Segoe UI Semibold"/>
                <a:cs typeface="Segoe UI Semibold"/>
              </a:rPr>
              <a:t> </a:t>
            </a:r>
            <a:r>
              <a:rPr sz="2150" spc="55" dirty="0">
                <a:latin typeface="Segoe UI Semibold"/>
                <a:cs typeface="Segoe UI Semibold"/>
              </a:rPr>
              <a:t>Optimization</a:t>
            </a:r>
            <a:endParaRPr sz="2150" dirty="0">
              <a:latin typeface="Segoe UI Semibold"/>
              <a:cs typeface="Segoe UI Semibold"/>
            </a:endParaRPr>
          </a:p>
          <a:p>
            <a:pPr marL="878840" marR="10160">
              <a:lnSpc>
                <a:spcPct val="127899"/>
              </a:lnSpc>
              <a:spcBef>
                <a:spcPts val="1125"/>
              </a:spcBef>
              <a:tabLst>
                <a:tab pos="1858010" algn="l"/>
                <a:tab pos="2503805" algn="l"/>
                <a:tab pos="3853815" algn="l"/>
                <a:tab pos="4385310" algn="l"/>
                <a:tab pos="5774055" algn="l"/>
                <a:tab pos="7314565" algn="l"/>
                <a:tab pos="7922259" algn="l"/>
                <a:tab pos="9158605" algn="l"/>
                <a:tab pos="9556115" algn="l"/>
              </a:tabLst>
            </a:pPr>
            <a:r>
              <a:rPr sz="2150" spc="45" dirty="0">
                <a:latin typeface="Segoe UI"/>
                <a:cs typeface="Segoe UI"/>
              </a:rPr>
              <a:t>Ensure</a:t>
            </a:r>
            <a:r>
              <a:rPr sz="2150" dirty="0">
                <a:latin typeface="Segoe UI"/>
                <a:cs typeface="Segoe UI"/>
              </a:rPr>
              <a:t>	</a:t>
            </a:r>
            <a:r>
              <a:rPr sz="2150" spc="40" dirty="0">
                <a:latin typeface="Segoe UI"/>
                <a:cs typeface="Segoe UI"/>
              </a:rPr>
              <a:t>that</a:t>
            </a:r>
            <a:r>
              <a:rPr sz="2150" dirty="0">
                <a:latin typeface="Segoe UI"/>
                <a:cs typeface="Segoe UI"/>
              </a:rPr>
              <a:t>	</a:t>
            </a:r>
            <a:r>
              <a:rPr sz="2150" spc="45" dirty="0">
                <a:latin typeface="Segoe UI"/>
                <a:cs typeface="Segoe UI"/>
              </a:rPr>
              <a:t>resources</a:t>
            </a:r>
            <a:r>
              <a:rPr sz="2150" dirty="0">
                <a:latin typeface="Segoe UI"/>
                <a:cs typeface="Segoe UI"/>
              </a:rPr>
              <a:t>	</a:t>
            </a:r>
            <a:r>
              <a:rPr sz="2150" spc="30" dirty="0">
                <a:latin typeface="Segoe UI"/>
                <a:cs typeface="Segoe UI"/>
              </a:rPr>
              <a:t>are</a:t>
            </a:r>
            <a:r>
              <a:rPr sz="2150" dirty="0">
                <a:latin typeface="Segoe UI"/>
                <a:cs typeface="Segoe UI"/>
              </a:rPr>
              <a:t>	</a:t>
            </a:r>
            <a:r>
              <a:rPr sz="2150" spc="50" dirty="0">
                <a:latin typeface="Segoe UI"/>
                <a:cs typeface="Segoe UI"/>
              </a:rPr>
              <a:t>efficiently</a:t>
            </a:r>
            <a:r>
              <a:rPr sz="2150" dirty="0">
                <a:latin typeface="Segoe UI"/>
                <a:cs typeface="Segoe UI"/>
              </a:rPr>
              <a:t>	</a:t>
            </a:r>
            <a:r>
              <a:rPr sz="2150" spc="55" dirty="0">
                <a:latin typeface="Segoe UI"/>
                <a:cs typeface="Segoe UI"/>
              </a:rPr>
              <a:t>distributed</a:t>
            </a:r>
            <a:r>
              <a:rPr sz="2150" dirty="0">
                <a:latin typeface="Segoe UI"/>
                <a:cs typeface="Segoe UI"/>
              </a:rPr>
              <a:t>	</a:t>
            </a:r>
            <a:r>
              <a:rPr sz="2150" spc="25" dirty="0">
                <a:latin typeface="Segoe UI"/>
                <a:cs typeface="Segoe UI"/>
              </a:rPr>
              <a:t>and</a:t>
            </a:r>
            <a:r>
              <a:rPr sz="2150" dirty="0">
                <a:latin typeface="Segoe UI"/>
                <a:cs typeface="Segoe UI"/>
              </a:rPr>
              <a:t>	</a:t>
            </a:r>
            <a:r>
              <a:rPr sz="2150" spc="55" dirty="0">
                <a:latin typeface="Segoe UI"/>
                <a:cs typeface="Segoe UI"/>
              </a:rPr>
              <a:t>adjusted</a:t>
            </a:r>
            <a:r>
              <a:rPr sz="2150" dirty="0">
                <a:latin typeface="Segoe UI"/>
                <a:cs typeface="Segoe UI"/>
              </a:rPr>
              <a:t>	</a:t>
            </a:r>
            <a:r>
              <a:rPr sz="2150" spc="-25" dirty="0">
                <a:latin typeface="Segoe UI"/>
                <a:cs typeface="Segoe UI"/>
              </a:rPr>
              <a:t>as</a:t>
            </a:r>
            <a:r>
              <a:rPr sz="2150" dirty="0">
                <a:latin typeface="Segoe UI"/>
                <a:cs typeface="Segoe UI"/>
              </a:rPr>
              <a:t>	</a:t>
            </a:r>
            <a:r>
              <a:rPr sz="2150" spc="50" dirty="0">
                <a:latin typeface="Segoe UI"/>
                <a:cs typeface="Segoe UI"/>
              </a:rPr>
              <a:t>project </a:t>
            </a:r>
            <a:r>
              <a:rPr sz="2150" spc="55" dirty="0">
                <a:latin typeface="Segoe UI"/>
                <a:cs typeface="Segoe UI"/>
              </a:rPr>
              <a:t>needs</a:t>
            </a:r>
            <a:r>
              <a:rPr sz="2150" spc="140" dirty="0">
                <a:latin typeface="Segoe UI"/>
                <a:cs typeface="Segoe UI"/>
              </a:rPr>
              <a:t> </a:t>
            </a:r>
            <a:r>
              <a:rPr sz="2150" spc="55" dirty="0">
                <a:latin typeface="Segoe UI"/>
                <a:cs typeface="Segoe UI"/>
              </a:rPr>
              <a:t>evolve.</a:t>
            </a:r>
            <a:endParaRPr sz="2150" dirty="0">
              <a:latin typeface="Segoe UI"/>
              <a:cs typeface="Segoe UI"/>
            </a:endParaRPr>
          </a:p>
          <a:p>
            <a:pPr marL="325755" indent="-313055">
              <a:lnSpc>
                <a:spcPct val="100000"/>
              </a:lnSpc>
              <a:spcBef>
                <a:spcPts val="1845"/>
              </a:spcBef>
              <a:buFont typeface="Segoe UI"/>
              <a:buAutoNum type="arabicPeriod" startAt="5"/>
              <a:tabLst>
                <a:tab pos="325755" algn="l"/>
              </a:tabLst>
            </a:pPr>
            <a:r>
              <a:rPr sz="2150" spc="45" dirty="0">
                <a:latin typeface="Segoe UI Semibold"/>
                <a:cs typeface="Segoe UI Semibold"/>
              </a:rPr>
              <a:t>Stakeholder</a:t>
            </a:r>
            <a:r>
              <a:rPr sz="2150" spc="170" dirty="0">
                <a:latin typeface="Segoe UI Semibold"/>
                <a:cs typeface="Segoe UI Semibold"/>
              </a:rPr>
              <a:t> </a:t>
            </a:r>
            <a:r>
              <a:rPr sz="2150" spc="55" dirty="0">
                <a:latin typeface="Segoe UI Semibold"/>
                <a:cs typeface="Segoe UI Semibold"/>
              </a:rPr>
              <a:t>Management</a:t>
            </a:r>
            <a:endParaRPr sz="2150" dirty="0">
              <a:latin typeface="Segoe UI Semibold"/>
              <a:cs typeface="Segoe UI Semibold"/>
            </a:endParaRPr>
          </a:p>
          <a:p>
            <a:pPr marL="878840" marR="5080">
              <a:lnSpc>
                <a:spcPct val="125000"/>
              </a:lnSpc>
              <a:spcBef>
                <a:spcPts val="1275"/>
              </a:spcBef>
              <a:tabLst>
                <a:tab pos="2802890" algn="l"/>
                <a:tab pos="3993515" algn="l"/>
                <a:tab pos="4707890" algn="l"/>
                <a:tab pos="6679565" algn="l"/>
                <a:tab pos="7460615" algn="l"/>
                <a:tab pos="9327515" algn="l"/>
                <a:tab pos="9832340" algn="l"/>
              </a:tabLst>
            </a:pPr>
            <a:r>
              <a:rPr sz="2150" spc="50" dirty="0">
                <a:latin typeface="Segoe UI"/>
                <a:cs typeface="Segoe UI"/>
              </a:rPr>
              <a:t>Continuously</a:t>
            </a:r>
            <a:r>
              <a:rPr sz="2150" dirty="0">
                <a:latin typeface="Segoe UI"/>
                <a:cs typeface="Segoe UI"/>
              </a:rPr>
              <a:t>	</a:t>
            </a:r>
            <a:r>
              <a:rPr sz="2150" spc="50" dirty="0">
                <a:latin typeface="Segoe UI"/>
                <a:cs typeface="Segoe UI"/>
              </a:rPr>
              <a:t>engage</a:t>
            </a:r>
            <a:r>
              <a:rPr sz="2150" dirty="0">
                <a:latin typeface="Segoe UI"/>
                <a:cs typeface="Segoe UI"/>
              </a:rPr>
              <a:t>	</a:t>
            </a:r>
            <a:r>
              <a:rPr sz="2150" spc="25" dirty="0">
                <a:latin typeface="Segoe UI"/>
                <a:cs typeface="Segoe UI"/>
              </a:rPr>
              <a:t>and</a:t>
            </a:r>
            <a:r>
              <a:rPr sz="2150" dirty="0">
                <a:latin typeface="Segoe UI"/>
                <a:cs typeface="Segoe UI"/>
              </a:rPr>
              <a:t>	</a:t>
            </a:r>
            <a:r>
              <a:rPr sz="2150" spc="55" dirty="0">
                <a:latin typeface="Segoe UI"/>
                <a:cs typeface="Segoe UI"/>
              </a:rPr>
              <a:t>communicate</a:t>
            </a:r>
            <a:r>
              <a:rPr sz="2150" dirty="0">
                <a:latin typeface="Segoe UI"/>
                <a:cs typeface="Segoe UI"/>
              </a:rPr>
              <a:t>	</a:t>
            </a:r>
            <a:r>
              <a:rPr sz="2150" spc="45" dirty="0">
                <a:latin typeface="Segoe UI"/>
                <a:cs typeface="Segoe UI"/>
              </a:rPr>
              <a:t>with</a:t>
            </a:r>
            <a:r>
              <a:rPr sz="2150" dirty="0">
                <a:latin typeface="Segoe UI"/>
                <a:cs typeface="Segoe UI"/>
              </a:rPr>
              <a:t>	</a:t>
            </a:r>
            <a:r>
              <a:rPr sz="2150" spc="55" dirty="0">
                <a:latin typeface="Segoe UI"/>
                <a:cs typeface="Segoe UI"/>
              </a:rPr>
              <a:t>stakeholders</a:t>
            </a:r>
            <a:r>
              <a:rPr sz="2150" dirty="0">
                <a:latin typeface="Segoe UI"/>
                <a:cs typeface="Segoe UI"/>
              </a:rPr>
              <a:t>	</a:t>
            </a:r>
            <a:r>
              <a:rPr sz="2150" spc="-25" dirty="0">
                <a:latin typeface="Segoe UI"/>
                <a:cs typeface="Segoe UI"/>
              </a:rPr>
              <a:t>to</a:t>
            </a:r>
            <a:r>
              <a:rPr sz="2150" dirty="0">
                <a:latin typeface="Segoe UI"/>
                <a:cs typeface="Segoe UI"/>
              </a:rPr>
              <a:t>	</a:t>
            </a:r>
            <a:r>
              <a:rPr sz="2150" spc="50" dirty="0">
                <a:latin typeface="Segoe UI"/>
                <a:cs typeface="Segoe UI"/>
              </a:rPr>
              <a:t>align </a:t>
            </a:r>
            <a:r>
              <a:rPr sz="2150" spc="65" dirty="0">
                <a:latin typeface="Segoe UI"/>
                <a:cs typeface="Segoe UI"/>
              </a:rPr>
              <a:t>expectations</a:t>
            </a:r>
            <a:r>
              <a:rPr sz="2150" spc="160" dirty="0">
                <a:latin typeface="Segoe UI"/>
                <a:cs typeface="Segoe UI"/>
              </a:rPr>
              <a:t> </a:t>
            </a:r>
            <a:r>
              <a:rPr sz="2150" spc="50" dirty="0">
                <a:latin typeface="Segoe UI"/>
                <a:cs typeface="Segoe UI"/>
              </a:rPr>
              <a:t>and</a:t>
            </a:r>
            <a:r>
              <a:rPr sz="2150" spc="180" dirty="0">
                <a:latin typeface="Segoe UI"/>
                <a:cs typeface="Segoe UI"/>
              </a:rPr>
              <a:t> </a:t>
            </a:r>
            <a:r>
              <a:rPr sz="2150" spc="60" dirty="0">
                <a:latin typeface="Segoe UI"/>
                <a:cs typeface="Segoe UI"/>
              </a:rPr>
              <a:t>address</a:t>
            </a:r>
            <a:r>
              <a:rPr sz="2150" spc="160" dirty="0">
                <a:latin typeface="Segoe UI"/>
                <a:cs typeface="Segoe UI"/>
              </a:rPr>
              <a:t> </a:t>
            </a:r>
            <a:r>
              <a:rPr sz="2150" spc="40" dirty="0">
                <a:latin typeface="Segoe UI"/>
                <a:cs typeface="Segoe UI"/>
              </a:rPr>
              <a:t>concerns.</a:t>
            </a:r>
            <a:endParaRPr sz="2150" dirty="0">
              <a:latin typeface="Segoe UI"/>
              <a:cs typeface="Segoe UI"/>
            </a:endParaRPr>
          </a:p>
        </p:txBody>
      </p:sp>
      <p:sp>
        <p:nvSpPr>
          <p:cNvPr id="6" name="object 6"/>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35</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2" y="1397952"/>
            <a:ext cx="2185670" cy="390525"/>
          </a:xfrm>
          <a:prstGeom prst="rect">
            <a:avLst/>
          </a:prstGeom>
        </p:spPr>
        <p:txBody>
          <a:bodyPr vert="horz" wrap="square" lIns="0" tIns="11430" rIns="0" bIns="0" rtlCol="0">
            <a:spAutoFit/>
          </a:bodyPr>
          <a:lstStyle/>
          <a:p>
            <a:pPr marL="12700">
              <a:lnSpc>
                <a:spcPct val="100000"/>
              </a:lnSpc>
              <a:spcBef>
                <a:spcPts val="90"/>
              </a:spcBef>
            </a:pPr>
            <a:r>
              <a:rPr sz="2400" dirty="0"/>
              <a:t>Key</a:t>
            </a:r>
            <a:r>
              <a:rPr sz="2400" spc="290" dirty="0"/>
              <a:t> </a:t>
            </a:r>
            <a:r>
              <a:rPr sz="2400" spc="-10" dirty="0"/>
              <a:t>Takeaways</a:t>
            </a:r>
            <a:endParaRPr sz="2400"/>
          </a:p>
        </p:txBody>
      </p:sp>
      <p:pic>
        <p:nvPicPr>
          <p:cNvPr id="3" name="object 3"/>
          <p:cNvPicPr/>
          <p:nvPr/>
        </p:nvPicPr>
        <p:blipFill>
          <a:blip r:embed="rId2" cstate="print"/>
          <a:stretch>
            <a:fillRect/>
          </a:stretch>
        </p:blipFill>
        <p:spPr>
          <a:xfrm>
            <a:off x="1038225" y="2095499"/>
            <a:ext cx="104774" cy="104774"/>
          </a:xfrm>
          <a:prstGeom prst="rect">
            <a:avLst/>
          </a:prstGeom>
        </p:spPr>
      </p:pic>
      <p:sp>
        <p:nvSpPr>
          <p:cNvPr id="4" name="object 4"/>
          <p:cNvSpPr txBox="1">
            <a:spLocks noGrp="1"/>
          </p:cNvSpPr>
          <p:nvPr>
            <p:ph type="body" idx="1"/>
          </p:nvPr>
        </p:nvSpPr>
        <p:spPr>
          <a:prstGeom prst="rect">
            <a:avLst/>
          </a:prstGeom>
        </p:spPr>
        <p:txBody>
          <a:bodyPr vert="horz" wrap="square" lIns="0" tIns="12065" rIns="0" bIns="0" rtlCol="0">
            <a:spAutoFit/>
          </a:bodyPr>
          <a:lstStyle/>
          <a:p>
            <a:pPr marL="564515" marR="5080">
              <a:lnSpc>
                <a:spcPct val="127899"/>
              </a:lnSpc>
              <a:spcBef>
                <a:spcPts val="95"/>
              </a:spcBef>
              <a:tabLst>
                <a:tab pos="1742439" algn="l"/>
                <a:tab pos="3062605" algn="l"/>
                <a:tab pos="3488054" algn="l"/>
                <a:tab pos="5379720" algn="l"/>
                <a:tab pos="6918959" algn="l"/>
                <a:tab pos="7677784" algn="l"/>
                <a:tab pos="8940800" algn="l"/>
                <a:tab pos="9594215" algn="l"/>
              </a:tabLst>
            </a:pPr>
            <a:r>
              <a:rPr spc="60" dirty="0">
                <a:latin typeface="Segoe UI Semibold"/>
                <a:cs typeface="Segoe UI Semibold"/>
              </a:rPr>
              <a:t>Project</a:t>
            </a:r>
            <a:r>
              <a:rPr dirty="0">
                <a:latin typeface="Segoe UI Semibold"/>
                <a:cs typeface="Segoe UI Semibold"/>
              </a:rPr>
              <a:t>	</a:t>
            </a:r>
            <a:r>
              <a:rPr spc="75" dirty="0">
                <a:latin typeface="Segoe UI Semibold"/>
                <a:cs typeface="Segoe UI Semibold"/>
              </a:rPr>
              <a:t>Charter:</a:t>
            </a:r>
            <a:r>
              <a:rPr dirty="0">
                <a:latin typeface="Segoe UI Semibold"/>
                <a:cs typeface="Segoe UI Semibold"/>
              </a:rPr>
              <a:t>	</a:t>
            </a:r>
            <a:r>
              <a:rPr spc="-50" dirty="0"/>
              <a:t>A</a:t>
            </a:r>
            <a:r>
              <a:rPr dirty="0"/>
              <a:t>	</a:t>
            </a:r>
            <a:r>
              <a:rPr spc="55" dirty="0"/>
              <a:t>foundational</a:t>
            </a:r>
            <a:r>
              <a:rPr dirty="0"/>
              <a:t>	</a:t>
            </a:r>
            <a:r>
              <a:rPr spc="50" dirty="0"/>
              <a:t>document</a:t>
            </a:r>
            <a:r>
              <a:rPr dirty="0"/>
              <a:t>	</a:t>
            </a:r>
            <a:r>
              <a:rPr spc="40" dirty="0"/>
              <a:t>that</a:t>
            </a:r>
            <a:r>
              <a:rPr dirty="0"/>
              <a:t>	</a:t>
            </a:r>
            <a:r>
              <a:rPr spc="50" dirty="0"/>
              <a:t>outlines</a:t>
            </a:r>
            <a:r>
              <a:rPr dirty="0"/>
              <a:t>	</a:t>
            </a:r>
            <a:r>
              <a:rPr spc="25" dirty="0"/>
              <a:t>the</a:t>
            </a:r>
            <a:r>
              <a:rPr dirty="0"/>
              <a:t>	</a:t>
            </a:r>
            <a:r>
              <a:rPr spc="55" dirty="0"/>
              <a:t>project's </a:t>
            </a:r>
            <a:r>
              <a:rPr spc="65" dirty="0"/>
              <a:t>objectives,</a:t>
            </a:r>
            <a:r>
              <a:rPr spc="160" dirty="0"/>
              <a:t> </a:t>
            </a:r>
            <a:r>
              <a:rPr spc="55" dirty="0"/>
              <a:t>scope,</a:t>
            </a:r>
            <a:r>
              <a:rPr spc="165" dirty="0"/>
              <a:t> </a:t>
            </a:r>
            <a:r>
              <a:rPr spc="60" dirty="0"/>
              <a:t>stakeholders,</a:t>
            </a:r>
            <a:r>
              <a:rPr spc="160" dirty="0"/>
              <a:t> </a:t>
            </a:r>
            <a:r>
              <a:rPr spc="50" dirty="0"/>
              <a:t>and</a:t>
            </a:r>
            <a:r>
              <a:rPr spc="180" dirty="0"/>
              <a:t> </a:t>
            </a:r>
            <a:r>
              <a:rPr spc="45" dirty="0"/>
              <a:t>resources.</a:t>
            </a:r>
          </a:p>
          <a:p>
            <a:pPr marL="564515" marR="6350">
              <a:lnSpc>
                <a:spcPct val="127899"/>
              </a:lnSpc>
              <a:spcBef>
                <a:spcPts val="450"/>
              </a:spcBef>
            </a:pPr>
            <a:r>
              <a:rPr spc="55" dirty="0">
                <a:latin typeface="Segoe UI Semibold"/>
                <a:cs typeface="Segoe UI Semibold"/>
              </a:rPr>
              <a:t>Integration</a:t>
            </a:r>
            <a:r>
              <a:rPr spc="204" dirty="0">
                <a:latin typeface="Segoe UI Semibold"/>
                <a:cs typeface="Segoe UI Semibold"/>
              </a:rPr>
              <a:t> </a:t>
            </a:r>
            <a:r>
              <a:rPr spc="60" dirty="0">
                <a:latin typeface="Segoe UI Semibold"/>
                <a:cs typeface="Segoe UI Semibold"/>
              </a:rPr>
              <a:t>with</a:t>
            </a:r>
            <a:r>
              <a:rPr spc="225" dirty="0">
                <a:latin typeface="Segoe UI Semibold"/>
                <a:cs typeface="Segoe UI Semibold"/>
              </a:rPr>
              <a:t> </a:t>
            </a:r>
            <a:r>
              <a:rPr spc="55" dirty="0">
                <a:latin typeface="Segoe UI Semibold"/>
                <a:cs typeface="Segoe UI Semibold"/>
              </a:rPr>
              <a:t>SDLC:</a:t>
            </a:r>
            <a:r>
              <a:rPr spc="210" dirty="0">
                <a:latin typeface="Segoe UI Semibold"/>
                <a:cs typeface="Segoe UI Semibold"/>
              </a:rPr>
              <a:t> </a:t>
            </a:r>
            <a:r>
              <a:rPr spc="55" dirty="0"/>
              <a:t>Ensures</a:t>
            </a:r>
            <a:r>
              <a:rPr spc="190" dirty="0"/>
              <a:t> </a:t>
            </a:r>
            <a:r>
              <a:rPr spc="60" dirty="0"/>
              <a:t>that</a:t>
            </a:r>
            <a:r>
              <a:rPr spc="225" dirty="0"/>
              <a:t> </a:t>
            </a:r>
            <a:r>
              <a:rPr spc="60" dirty="0"/>
              <a:t>project</a:t>
            </a:r>
            <a:r>
              <a:rPr spc="229" dirty="0"/>
              <a:t> </a:t>
            </a:r>
            <a:r>
              <a:rPr spc="60" dirty="0"/>
              <a:t>planning</a:t>
            </a:r>
            <a:r>
              <a:rPr spc="210" dirty="0"/>
              <a:t> </a:t>
            </a:r>
            <a:r>
              <a:rPr spc="60" dirty="0"/>
              <a:t>aligns</a:t>
            </a:r>
            <a:r>
              <a:rPr spc="190" dirty="0"/>
              <a:t> </a:t>
            </a:r>
            <a:r>
              <a:rPr spc="65" dirty="0"/>
              <a:t>with</a:t>
            </a:r>
            <a:r>
              <a:rPr spc="185" dirty="0"/>
              <a:t> </a:t>
            </a:r>
            <a:r>
              <a:rPr spc="50" dirty="0"/>
              <a:t>the</a:t>
            </a:r>
            <a:r>
              <a:rPr spc="204" dirty="0"/>
              <a:t> </a:t>
            </a:r>
            <a:r>
              <a:rPr spc="55" dirty="0"/>
              <a:t>software </a:t>
            </a:r>
            <a:r>
              <a:rPr spc="65" dirty="0"/>
              <a:t>development</a:t>
            </a:r>
            <a:r>
              <a:rPr spc="190" dirty="0"/>
              <a:t> </a:t>
            </a:r>
            <a:r>
              <a:rPr spc="60" dirty="0"/>
              <a:t>lifecycle</a:t>
            </a:r>
            <a:r>
              <a:rPr spc="170" dirty="0"/>
              <a:t> </a:t>
            </a:r>
            <a:r>
              <a:rPr spc="50" dirty="0"/>
              <a:t>stages.</a:t>
            </a:r>
          </a:p>
          <a:p>
            <a:pPr marL="564515" marR="5080">
              <a:lnSpc>
                <a:spcPct val="125000"/>
              </a:lnSpc>
              <a:spcBef>
                <a:spcPts val="600"/>
              </a:spcBef>
              <a:tabLst>
                <a:tab pos="2061845" algn="l"/>
                <a:tab pos="3539490" algn="l"/>
                <a:tab pos="4188460" algn="l"/>
                <a:tab pos="6285230" algn="l"/>
                <a:tab pos="7343775" algn="l"/>
                <a:tab pos="7868920" algn="l"/>
                <a:tab pos="9070975" algn="l"/>
              </a:tabLst>
            </a:pPr>
            <a:r>
              <a:rPr spc="55" dirty="0">
                <a:latin typeface="Segoe UI Semibold"/>
                <a:cs typeface="Segoe UI Semibold"/>
              </a:rPr>
              <a:t>Managing</a:t>
            </a:r>
            <a:r>
              <a:rPr dirty="0">
                <a:latin typeface="Segoe UI Semibold"/>
                <a:cs typeface="Segoe UI Semibold"/>
              </a:rPr>
              <a:t>	</a:t>
            </a:r>
            <a:r>
              <a:rPr spc="60" dirty="0">
                <a:latin typeface="Segoe UI Semibold"/>
                <a:cs typeface="Segoe UI Semibold"/>
              </a:rPr>
              <a:t>Interfaces</a:t>
            </a:r>
            <a:r>
              <a:rPr dirty="0">
                <a:latin typeface="Segoe UI Semibold"/>
                <a:cs typeface="Segoe UI Semibold"/>
              </a:rPr>
              <a:t>	</a:t>
            </a:r>
            <a:r>
              <a:rPr spc="25" dirty="0">
                <a:latin typeface="Segoe UI Semibold"/>
                <a:cs typeface="Segoe UI Semibold"/>
              </a:rPr>
              <a:t>and</a:t>
            </a:r>
            <a:r>
              <a:rPr dirty="0">
                <a:latin typeface="Segoe UI Semibold"/>
                <a:cs typeface="Segoe UI Semibold"/>
              </a:rPr>
              <a:t>	</a:t>
            </a:r>
            <a:r>
              <a:rPr spc="60" dirty="0">
                <a:latin typeface="Segoe UI Semibold"/>
                <a:cs typeface="Segoe UI Semibold"/>
              </a:rPr>
              <a:t>Dependencies:</a:t>
            </a:r>
            <a:r>
              <a:rPr dirty="0">
                <a:latin typeface="Segoe UI Semibold"/>
                <a:cs typeface="Segoe UI Semibold"/>
              </a:rPr>
              <a:t>	</a:t>
            </a:r>
            <a:r>
              <a:rPr spc="55" dirty="0"/>
              <a:t>Critical</a:t>
            </a:r>
            <a:r>
              <a:rPr dirty="0"/>
              <a:t>	</a:t>
            </a:r>
            <a:r>
              <a:rPr spc="20" dirty="0"/>
              <a:t>for</a:t>
            </a:r>
            <a:r>
              <a:rPr dirty="0"/>
              <a:t>	</a:t>
            </a:r>
            <a:r>
              <a:rPr spc="50" dirty="0"/>
              <a:t>aligning</a:t>
            </a:r>
            <a:r>
              <a:rPr dirty="0"/>
              <a:t>	</a:t>
            </a:r>
            <a:r>
              <a:rPr spc="55" dirty="0"/>
              <a:t>stakeholders </a:t>
            </a:r>
            <a:r>
              <a:rPr spc="50" dirty="0"/>
              <a:t>and</a:t>
            </a:r>
            <a:r>
              <a:rPr spc="180" dirty="0"/>
              <a:t> </a:t>
            </a:r>
            <a:r>
              <a:rPr spc="65" dirty="0"/>
              <a:t>coordinating</a:t>
            </a:r>
            <a:r>
              <a:rPr spc="180" dirty="0"/>
              <a:t> </a:t>
            </a:r>
            <a:r>
              <a:rPr spc="65" dirty="0"/>
              <a:t>cross-</a:t>
            </a:r>
            <a:r>
              <a:rPr spc="60" dirty="0"/>
              <a:t>functional</a:t>
            </a:r>
            <a:r>
              <a:rPr spc="175" dirty="0"/>
              <a:t> </a:t>
            </a:r>
            <a:r>
              <a:rPr spc="70" dirty="0"/>
              <a:t>teams</a:t>
            </a:r>
            <a:r>
              <a:rPr spc="160" dirty="0"/>
              <a:t> </a:t>
            </a:r>
            <a:r>
              <a:rPr dirty="0"/>
              <a:t>to</a:t>
            </a:r>
            <a:r>
              <a:rPr spc="185" dirty="0"/>
              <a:t> </a:t>
            </a:r>
            <a:r>
              <a:rPr spc="60" dirty="0"/>
              <a:t>achieve</a:t>
            </a:r>
            <a:r>
              <a:rPr spc="170" dirty="0"/>
              <a:t> </a:t>
            </a:r>
            <a:r>
              <a:rPr spc="60" dirty="0"/>
              <a:t>project</a:t>
            </a:r>
            <a:r>
              <a:rPr spc="190" dirty="0"/>
              <a:t> </a:t>
            </a:r>
            <a:r>
              <a:rPr spc="50" dirty="0"/>
              <a:t>goals.</a:t>
            </a:r>
          </a:p>
          <a:p>
            <a:pPr marL="564515" marR="5080">
              <a:lnSpc>
                <a:spcPct val="125000"/>
              </a:lnSpc>
              <a:spcBef>
                <a:spcPts val="600"/>
              </a:spcBef>
              <a:tabLst>
                <a:tab pos="1452245" algn="l"/>
                <a:tab pos="2139315" algn="l"/>
                <a:tab pos="3893185" algn="l"/>
                <a:tab pos="5513705" algn="l"/>
                <a:tab pos="7239000" algn="l"/>
                <a:tab pos="8078470" algn="l"/>
                <a:tab pos="8756650" algn="l"/>
              </a:tabLst>
            </a:pPr>
            <a:r>
              <a:rPr spc="-10" dirty="0">
                <a:latin typeface="Segoe UI Semibold"/>
                <a:cs typeface="Segoe UI Semibold"/>
              </a:rPr>
              <a:t>Tools</a:t>
            </a:r>
            <a:r>
              <a:rPr dirty="0">
                <a:latin typeface="Segoe UI Semibold"/>
                <a:cs typeface="Segoe UI Semibold"/>
              </a:rPr>
              <a:t>	</a:t>
            </a:r>
            <a:r>
              <a:rPr spc="25" dirty="0">
                <a:latin typeface="Segoe UI Semibold"/>
                <a:cs typeface="Segoe UI Semibold"/>
              </a:rPr>
              <a:t>and</a:t>
            </a:r>
            <a:r>
              <a:rPr dirty="0">
                <a:latin typeface="Segoe UI Semibold"/>
                <a:cs typeface="Segoe UI Semibold"/>
              </a:rPr>
              <a:t>	</a:t>
            </a:r>
            <a:r>
              <a:rPr spc="45" dirty="0">
                <a:latin typeface="Segoe UI Semibold"/>
                <a:cs typeface="Segoe UI Semibold"/>
              </a:rPr>
              <a:t>Techniques:</a:t>
            </a:r>
            <a:r>
              <a:rPr dirty="0">
                <a:latin typeface="Segoe UI Semibold"/>
                <a:cs typeface="Segoe UI Semibold"/>
              </a:rPr>
              <a:t>	</a:t>
            </a:r>
            <a:r>
              <a:rPr spc="60" dirty="0"/>
              <a:t>Leveraging</a:t>
            </a:r>
            <a:r>
              <a:rPr dirty="0"/>
              <a:t>	</a:t>
            </a:r>
            <a:r>
              <a:rPr spc="60" dirty="0"/>
              <a:t>appropriate</a:t>
            </a:r>
            <a:r>
              <a:rPr dirty="0"/>
              <a:t>	</a:t>
            </a:r>
            <a:r>
              <a:rPr spc="50" dirty="0"/>
              <a:t>tools</a:t>
            </a:r>
            <a:r>
              <a:rPr dirty="0"/>
              <a:t>	</a:t>
            </a:r>
            <a:r>
              <a:rPr spc="25" dirty="0"/>
              <a:t>and</a:t>
            </a:r>
            <a:r>
              <a:rPr dirty="0"/>
              <a:t>	</a:t>
            </a:r>
            <a:r>
              <a:rPr spc="60" dirty="0"/>
              <a:t>methodologies </a:t>
            </a:r>
            <a:r>
              <a:rPr spc="70" dirty="0"/>
              <a:t>facilitates</a:t>
            </a:r>
            <a:r>
              <a:rPr spc="150" dirty="0"/>
              <a:t> </a:t>
            </a:r>
            <a:r>
              <a:rPr spc="65" dirty="0"/>
              <a:t>seamless</a:t>
            </a:r>
            <a:r>
              <a:rPr spc="150" dirty="0"/>
              <a:t> </a:t>
            </a:r>
            <a:r>
              <a:rPr spc="65" dirty="0"/>
              <a:t>integration</a:t>
            </a:r>
            <a:r>
              <a:rPr spc="140" dirty="0"/>
              <a:t> </a:t>
            </a:r>
            <a:r>
              <a:rPr spc="50" dirty="0"/>
              <a:t>and</a:t>
            </a:r>
            <a:r>
              <a:rPr spc="170" dirty="0"/>
              <a:t> </a:t>
            </a:r>
            <a:r>
              <a:rPr spc="60" dirty="0"/>
              <a:t>project</a:t>
            </a:r>
            <a:r>
              <a:rPr spc="185" dirty="0"/>
              <a:t> </a:t>
            </a:r>
            <a:r>
              <a:rPr spc="60" dirty="0"/>
              <a:t>management.</a:t>
            </a:r>
          </a:p>
        </p:txBody>
      </p:sp>
      <p:pic>
        <p:nvPicPr>
          <p:cNvPr id="5" name="object 5"/>
          <p:cNvPicPr/>
          <p:nvPr/>
        </p:nvPicPr>
        <p:blipFill>
          <a:blip r:embed="rId2" cstate="print"/>
          <a:stretch>
            <a:fillRect/>
          </a:stretch>
        </p:blipFill>
        <p:spPr>
          <a:xfrm>
            <a:off x="1038225" y="2990849"/>
            <a:ext cx="104774" cy="104774"/>
          </a:xfrm>
          <a:prstGeom prst="rect">
            <a:avLst/>
          </a:prstGeom>
        </p:spPr>
      </p:pic>
      <p:pic>
        <p:nvPicPr>
          <p:cNvPr id="6" name="object 6"/>
          <p:cNvPicPr/>
          <p:nvPr/>
        </p:nvPicPr>
        <p:blipFill>
          <a:blip r:embed="rId3" cstate="print"/>
          <a:stretch>
            <a:fillRect/>
          </a:stretch>
        </p:blipFill>
        <p:spPr>
          <a:xfrm>
            <a:off x="1038225" y="3895725"/>
            <a:ext cx="104774" cy="104774"/>
          </a:xfrm>
          <a:prstGeom prst="rect">
            <a:avLst/>
          </a:prstGeom>
        </p:spPr>
      </p:pic>
      <p:pic>
        <p:nvPicPr>
          <p:cNvPr id="7" name="object 7"/>
          <p:cNvPicPr/>
          <p:nvPr/>
        </p:nvPicPr>
        <p:blipFill>
          <a:blip r:embed="rId3" cstate="print"/>
          <a:stretch>
            <a:fillRect/>
          </a:stretch>
        </p:blipFill>
        <p:spPr>
          <a:xfrm>
            <a:off x="1038225" y="4791074"/>
            <a:ext cx="104774" cy="104774"/>
          </a:xfrm>
          <a:prstGeom prst="rect">
            <a:avLst/>
          </a:prstGeom>
        </p:spPr>
      </p:pic>
      <p:sp>
        <p:nvSpPr>
          <p:cNvPr id="8" name="object 8"/>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36</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5012" y="2866707"/>
            <a:ext cx="1903730" cy="456565"/>
          </a:xfrm>
          <a:prstGeom prst="rect">
            <a:avLst/>
          </a:prstGeom>
        </p:spPr>
        <p:txBody>
          <a:bodyPr vert="horz" wrap="square" lIns="0" tIns="15875" rIns="0" bIns="0" rtlCol="0">
            <a:spAutoFit/>
          </a:bodyPr>
          <a:lstStyle/>
          <a:p>
            <a:pPr marL="12700">
              <a:lnSpc>
                <a:spcPct val="100000"/>
              </a:lnSpc>
              <a:spcBef>
                <a:spcPts val="125"/>
              </a:spcBef>
            </a:pPr>
            <a:r>
              <a:rPr sz="2800" spc="70" dirty="0">
                <a:solidFill>
                  <a:srgbClr val="4487CC"/>
                </a:solidFill>
                <a:latin typeface="Segoe UI Semibold"/>
                <a:cs typeface="Segoe UI Semibold"/>
              </a:rPr>
              <a:t>Case</a:t>
            </a:r>
            <a:r>
              <a:rPr sz="2800" spc="125" dirty="0">
                <a:solidFill>
                  <a:srgbClr val="4487CC"/>
                </a:solidFill>
                <a:latin typeface="Segoe UI Semibold"/>
                <a:cs typeface="Segoe UI Semibold"/>
              </a:rPr>
              <a:t> </a:t>
            </a:r>
            <a:r>
              <a:rPr sz="2800" spc="50" dirty="0">
                <a:solidFill>
                  <a:srgbClr val="4487CC"/>
                </a:solidFill>
                <a:latin typeface="Segoe UI Semibold"/>
                <a:cs typeface="Segoe UI Semibold"/>
              </a:rPr>
              <a:t>Study</a:t>
            </a:r>
            <a:endParaRPr sz="2800">
              <a:latin typeface="Segoe UI Semibold"/>
              <a:cs typeface="Segoe UI Semibold"/>
            </a:endParaRPr>
          </a:p>
        </p:txBody>
      </p:sp>
      <p:pic>
        <p:nvPicPr>
          <p:cNvPr id="3" name="object 3"/>
          <p:cNvPicPr/>
          <p:nvPr/>
        </p:nvPicPr>
        <p:blipFill>
          <a:blip r:embed="rId2" cstate="print"/>
          <a:stretch>
            <a:fillRect/>
          </a:stretch>
        </p:blipFill>
        <p:spPr>
          <a:xfrm>
            <a:off x="1038225" y="3733799"/>
            <a:ext cx="104774" cy="104774"/>
          </a:xfrm>
          <a:prstGeom prst="rect">
            <a:avLst/>
          </a:prstGeom>
        </p:spPr>
      </p:pic>
      <p:sp>
        <p:nvSpPr>
          <p:cNvPr id="4" name="object 4"/>
          <p:cNvSpPr txBox="1"/>
          <p:nvPr/>
        </p:nvSpPr>
        <p:spPr>
          <a:xfrm>
            <a:off x="1287462" y="3597275"/>
            <a:ext cx="6600825" cy="356870"/>
          </a:xfrm>
          <a:prstGeom prst="rect">
            <a:avLst/>
          </a:prstGeom>
        </p:spPr>
        <p:txBody>
          <a:bodyPr vert="horz" wrap="square" lIns="0" tIns="15875" rIns="0" bIns="0" rtlCol="0">
            <a:spAutoFit/>
          </a:bodyPr>
          <a:lstStyle/>
          <a:p>
            <a:pPr marL="12700">
              <a:lnSpc>
                <a:spcPct val="100000"/>
              </a:lnSpc>
              <a:spcBef>
                <a:spcPts val="125"/>
              </a:spcBef>
            </a:pPr>
            <a:r>
              <a:rPr sz="2150" spc="60" dirty="0">
                <a:latin typeface="Segoe UI"/>
                <a:cs typeface="Segoe UI"/>
              </a:rPr>
              <a:t>Develop</a:t>
            </a:r>
            <a:r>
              <a:rPr sz="2150" spc="204" dirty="0">
                <a:latin typeface="Segoe UI"/>
                <a:cs typeface="Segoe UI"/>
              </a:rPr>
              <a:t> </a:t>
            </a:r>
            <a:r>
              <a:rPr sz="2150" dirty="0">
                <a:latin typeface="Segoe UI"/>
                <a:cs typeface="Segoe UI"/>
              </a:rPr>
              <a:t>a</a:t>
            </a:r>
            <a:r>
              <a:rPr sz="2150" spc="225" dirty="0">
                <a:latin typeface="Segoe UI"/>
                <a:cs typeface="Segoe UI"/>
              </a:rPr>
              <a:t> </a:t>
            </a:r>
            <a:r>
              <a:rPr sz="2150" spc="55" dirty="0">
                <a:latin typeface="Segoe UI"/>
                <a:cs typeface="Segoe UI"/>
              </a:rPr>
              <a:t>Project</a:t>
            </a:r>
            <a:r>
              <a:rPr sz="2150" spc="220" dirty="0">
                <a:latin typeface="Segoe UI"/>
                <a:cs typeface="Segoe UI"/>
              </a:rPr>
              <a:t> </a:t>
            </a:r>
            <a:r>
              <a:rPr sz="2150" spc="65" dirty="0">
                <a:latin typeface="Segoe UI"/>
                <a:cs typeface="Segoe UI"/>
              </a:rPr>
              <a:t>Charter</a:t>
            </a:r>
            <a:r>
              <a:rPr sz="2150" spc="195" dirty="0">
                <a:latin typeface="Segoe UI"/>
                <a:cs typeface="Segoe UI"/>
              </a:rPr>
              <a:t> </a:t>
            </a:r>
            <a:r>
              <a:rPr sz="2150" dirty="0">
                <a:latin typeface="Segoe UI"/>
                <a:cs typeface="Segoe UI"/>
              </a:rPr>
              <a:t>using</a:t>
            </a:r>
            <a:r>
              <a:rPr sz="2150" spc="204" dirty="0">
                <a:latin typeface="Segoe UI"/>
                <a:cs typeface="Segoe UI"/>
              </a:rPr>
              <a:t> </a:t>
            </a:r>
            <a:r>
              <a:rPr sz="2150" spc="50" dirty="0">
                <a:latin typeface="Segoe UI"/>
                <a:cs typeface="Segoe UI"/>
              </a:rPr>
              <a:t>the</a:t>
            </a:r>
            <a:r>
              <a:rPr sz="2150" spc="195" dirty="0">
                <a:latin typeface="Segoe UI"/>
                <a:cs typeface="Segoe UI"/>
              </a:rPr>
              <a:t> </a:t>
            </a:r>
            <a:r>
              <a:rPr sz="2150" spc="60" dirty="0">
                <a:latin typeface="Segoe UI"/>
                <a:cs typeface="Segoe UI"/>
              </a:rPr>
              <a:t>following</a:t>
            </a:r>
            <a:r>
              <a:rPr sz="2150" spc="200" dirty="0">
                <a:latin typeface="Segoe UI"/>
                <a:cs typeface="Segoe UI"/>
              </a:rPr>
              <a:t> </a:t>
            </a:r>
            <a:r>
              <a:rPr sz="2150" spc="40" dirty="0">
                <a:latin typeface="Segoe UI"/>
                <a:cs typeface="Segoe UI"/>
              </a:rPr>
              <a:t>info.</a:t>
            </a:r>
            <a:endParaRPr sz="2150">
              <a:latin typeface="Segoe UI"/>
              <a:cs typeface="Segoe UI"/>
            </a:endParaRPr>
          </a:p>
        </p:txBody>
      </p:sp>
      <p:sp>
        <p:nvSpPr>
          <p:cNvPr id="5" name="object 5"/>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37</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38</a:t>
            </a:r>
          </a:p>
        </p:txBody>
      </p:sp>
      <p:sp>
        <p:nvSpPr>
          <p:cNvPr id="2" name="object 2"/>
          <p:cNvSpPr txBox="1"/>
          <p:nvPr/>
        </p:nvSpPr>
        <p:spPr>
          <a:xfrm>
            <a:off x="735012" y="1928495"/>
            <a:ext cx="10715625" cy="2921000"/>
          </a:xfrm>
          <a:prstGeom prst="rect">
            <a:avLst/>
          </a:prstGeom>
        </p:spPr>
        <p:txBody>
          <a:bodyPr vert="horz" wrap="square" lIns="0" tIns="6985" rIns="0" bIns="0" rtlCol="0">
            <a:spAutoFit/>
          </a:bodyPr>
          <a:lstStyle/>
          <a:p>
            <a:pPr marL="12700" marR="5080" algn="just">
              <a:lnSpc>
                <a:spcPct val="126499"/>
              </a:lnSpc>
              <a:spcBef>
                <a:spcPts val="55"/>
              </a:spcBef>
            </a:pPr>
            <a:r>
              <a:rPr sz="2150" dirty="0">
                <a:latin typeface="Segoe UI"/>
                <a:cs typeface="Segoe UI"/>
              </a:rPr>
              <a:t>TechNova</a:t>
            </a:r>
            <a:r>
              <a:rPr sz="2150" spc="45" dirty="0">
                <a:latin typeface="Segoe UI"/>
                <a:cs typeface="Segoe UI"/>
              </a:rPr>
              <a:t>  </a:t>
            </a:r>
            <a:r>
              <a:rPr sz="2150" spc="60" dirty="0">
                <a:latin typeface="Segoe UI"/>
                <a:cs typeface="Segoe UI"/>
              </a:rPr>
              <a:t>Solutions,</a:t>
            </a:r>
            <a:r>
              <a:rPr sz="2150" spc="25" dirty="0">
                <a:latin typeface="Segoe UI"/>
                <a:cs typeface="Segoe UI"/>
              </a:rPr>
              <a:t>  </a:t>
            </a:r>
            <a:r>
              <a:rPr sz="2150" dirty="0">
                <a:latin typeface="Segoe UI"/>
                <a:cs typeface="Segoe UI"/>
              </a:rPr>
              <a:t>a</a:t>
            </a:r>
            <a:r>
              <a:rPr sz="2150" spc="50" dirty="0">
                <a:latin typeface="Segoe UI"/>
                <a:cs typeface="Segoe UI"/>
              </a:rPr>
              <a:t>  </a:t>
            </a:r>
            <a:r>
              <a:rPr sz="2150" spc="60" dirty="0">
                <a:latin typeface="Segoe UI"/>
                <a:cs typeface="Segoe UI"/>
              </a:rPr>
              <a:t>leading</a:t>
            </a:r>
            <a:r>
              <a:rPr sz="2150" spc="35" dirty="0">
                <a:latin typeface="Segoe UI"/>
                <a:cs typeface="Segoe UI"/>
              </a:rPr>
              <a:t>  </a:t>
            </a:r>
            <a:r>
              <a:rPr sz="2150" spc="65" dirty="0">
                <a:latin typeface="Segoe UI"/>
                <a:cs typeface="Segoe UI"/>
              </a:rPr>
              <a:t>provider</a:t>
            </a:r>
            <a:r>
              <a:rPr sz="2150" spc="30" dirty="0">
                <a:latin typeface="Segoe UI"/>
                <a:cs typeface="Segoe UI"/>
              </a:rPr>
              <a:t>  </a:t>
            </a:r>
            <a:r>
              <a:rPr sz="2150" dirty="0">
                <a:latin typeface="Segoe UI"/>
                <a:cs typeface="Segoe UI"/>
              </a:rPr>
              <a:t>of</a:t>
            </a:r>
            <a:r>
              <a:rPr sz="2150" spc="35" dirty="0">
                <a:latin typeface="Segoe UI"/>
                <a:cs typeface="Segoe UI"/>
              </a:rPr>
              <a:t>  </a:t>
            </a:r>
            <a:r>
              <a:rPr sz="2150" spc="65" dirty="0">
                <a:latin typeface="Segoe UI"/>
                <a:cs typeface="Segoe UI"/>
              </a:rPr>
              <a:t>Customer</a:t>
            </a:r>
            <a:r>
              <a:rPr sz="2150" spc="35" dirty="0">
                <a:latin typeface="Segoe UI"/>
                <a:cs typeface="Segoe UI"/>
              </a:rPr>
              <a:t>  </a:t>
            </a:r>
            <a:r>
              <a:rPr sz="2150" spc="55" dirty="0">
                <a:latin typeface="Segoe UI"/>
                <a:cs typeface="Segoe UI"/>
              </a:rPr>
              <a:t>Relationship</a:t>
            </a:r>
            <a:r>
              <a:rPr sz="2150" spc="35" dirty="0">
                <a:latin typeface="Segoe UI"/>
                <a:cs typeface="Segoe UI"/>
              </a:rPr>
              <a:t>  </a:t>
            </a:r>
            <a:r>
              <a:rPr sz="2150" spc="55" dirty="0">
                <a:latin typeface="Segoe UI"/>
                <a:cs typeface="Segoe UI"/>
              </a:rPr>
              <a:t>Management </a:t>
            </a:r>
            <a:r>
              <a:rPr sz="2150" spc="65" dirty="0">
                <a:latin typeface="Segoe UI"/>
                <a:cs typeface="Segoe UI"/>
              </a:rPr>
              <a:t>(CRM)</a:t>
            </a:r>
            <a:r>
              <a:rPr sz="2150" spc="195" dirty="0">
                <a:latin typeface="Segoe UI"/>
                <a:cs typeface="Segoe UI"/>
              </a:rPr>
              <a:t>  </a:t>
            </a:r>
            <a:r>
              <a:rPr sz="2150" spc="65" dirty="0">
                <a:latin typeface="Segoe UI"/>
                <a:cs typeface="Segoe UI"/>
              </a:rPr>
              <a:t>software,</a:t>
            </a:r>
            <a:r>
              <a:rPr sz="2150" spc="175" dirty="0">
                <a:latin typeface="Segoe UI"/>
                <a:cs typeface="Segoe UI"/>
              </a:rPr>
              <a:t>  </a:t>
            </a:r>
            <a:r>
              <a:rPr sz="2150" spc="55" dirty="0">
                <a:latin typeface="Segoe UI"/>
                <a:cs typeface="Segoe UI"/>
              </a:rPr>
              <a:t>offers</a:t>
            </a:r>
            <a:r>
              <a:rPr sz="2150" spc="175" dirty="0">
                <a:latin typeface="Segoe UI"/>
                <a:cs typeface="Segoe UI"/>
              </a:rPr>
              <a:t>  </a:t>
            </a:r>
            <a:r>
              <a:rPr sz="2150" spc="55" dirty="0">
                <a:latin typeface="Segoe UI"/>
                <a:cs typeface="Segoe UI"/>
              </a:rPr>
              <a:t>its</a:t>
            </a:r>
            <a:r>
              <a:rPr sz="2150" spc="175" dirty="0">
                <a:latin typeface="Segoe UI"/>
                <a:cs typeface="Segoe UI"/>
              </a:rPr>
              <a:t>  </a:t>
            </a:r>
            <a:r>
              <a:rPr sz="2150" spc="60" dirty="0">
                <a:latin typeface="Segoe UI"/>
                <a:cs typeface="Segoe UI"/>
              </a:rPr>
              <a:t>flagship</a:t>
            </a:r>
            <a:r>
              <a:rPr sz="2150" spc="185" dirty="0">
                <a:latin typeface="Segoe UI"/>
                <a:cs typeface="Segoe UI"/>
              </a:rPr>
              <a:t>  </a:t>
            </a:r>
            <a:r>
              <a:rPr sz="2150" spc="60" dirty="0">
                <a:latin typeface="Segoe UI"/>
                <a:cs typeface="Segoe UI"/>
              </a:rPr>
              <a:t>product,</a:t>
            </a:r>
            <a:r>
              <a:rPr sz="2150" spc="175" dirty="0">
                <a:latin typeface="Segoe UI"/>
                <a:cs typeface="Segoe UI"/>
              </a:rPr>
              <a:t>  </a:t>
            </a:r>
            <a:r>
              <a:rPr sz="2150" spc="70" dirty="0">
                <a:latin typeface="Segoe UI"/>
                <a:cs typeface="Segoe UI"/>
              </a:rPr>
              <a:t>NovaCRM,</a:t>
            </a:r>
            <a:r>
              <a:rPr sz="2150" spc="175" dirty="0">
                <a:latin typeface="Segoe UI"/>
                <a:cs typeface="Segoe UI"/>
              </a:rPr>
              <a:t>  </a:t>
            </a:r>
            <a:r>
              <a:rPr sz="2150" spc="65" dirty="0">
                <a:latin typeface="Segoe UI"/>
                <a:cs typeface="Segoe UI"/>
              </a:rPr>
              <a:t>tailored</a:t>
            </a:r>
            <a:r>
              <a:rPr sz="2150" spc="180" dirty="0">
                <a:latin typeface="Segoe UI"/>
                <a:cs typeface="Segoe UI"/>
              </a:rPr>
              <a:t>  </a:t>
            </a:r>
            <a:r>
              <a:rPr sz="2150" spc="45" dirty="0">
                <a:latin typeface="Segoe UI"/>
                <a:cs typeface="Segoe UI"/>
              </a:rPr>
              <a:t>for</a:t>
            </a:r>
            <a:r>
              <a:rPr sz="2150" spc="185" dirty="0">
                <a:latin typeface="Segoe UI"/>
                <a:cs typeface="Segoe UI"/>
              </a:rPr>
              <a:t>  </a:t>
            </a:r>
            <a:r>
              <a:rPr sz="2150" spc="60" dirty="0">
                <a:latin typeface="Segoe UI"/>
                <a:cs typeface="Segoe UI"/>
              </a:rPr>
              <a:t>small</a:t>
            </a:r>
            <a:r>
              <a:rPr sz="2150" spc="180" dirty="0">
                <a:latin typeface="Segoe UI"/>
                <a:cs typeface="Segoe UI"/>
              </a:rPr>
              <a:t>  </a:t>
            </a:r>
            <a:r>
              <a:rPr sz="2150" spc="-25" dirty="0">
                <a:latin typeface="Segoe UI"/>
                <a:cs typeface="Segoe UI"/>
              </a:rPr>
              <a:t>to </a:t>
            </a:r>
            <a:r>
              <a:rPr sz="2150" spc="80" dirty="0">
                <a:latin typeface="Segoe UI"/>
                <a:cs typeface="Segoe UI"/>
              </a:rPr>
              <a:t>medium-</a:t>
            </a:r>
            <a:r>
              <a:rPr sz="2150" spc="55" dirty="0">
                <a:latin typeface="Segoe UI"/>
                <a:cs typeface="Segoe UI"/>
              </a:rPr>
              <a:t>sized</a:t>
            </a:r>
            <a:r>
              <a:rPr sz="2150" spc="195" dirty="0">
                <a:latin typeface="Segoe UI"/>
                <a:cs typeface="Segoe UI"/>
              </a:rPr>
              <a:t>  </a:t>
            </a:r>
            <a:r>
              <a:rPr sz="2150" spc="55" dirty="0">
                <a:latin typeface="Segoe UI"/>
                <a:cs typeface="Segoe UI"/>
              </a:rPr>
              <a:t>businesses.</a:t>
            </a:r>
            <a:r>
              <a:rPr sz="2150" spc="195" dirty="0">
                <a:latin typeface="Segoe UI"/>
                <a:cs typeface="Segoe UI"/>
              </a:rPr>
              <a:t>  </a:t>
            </a:r>
            <a:r>
              <a:rPr sz="2150" spc="70" dirty="0">
                <a:latin typeface="Segoe UI"/>
                <a:cs typeface="Segoe UI"/>
              </a:rPr>
              <a:t>NovaCRM</a:t>
            </a:r>
            <a:r>
              <a:rPr sz="2150" spc="210" dirty="0">
                <a:latin typeface="Segoe UI"/>
                <a:cs typeface="Segoe UI"/>
              </a:rPr>
              <a:t>  </a:t>
            </a:r>
            <a:r>
              <a:rPr sz="2150" spc="65" dirty="0">
                <a:latin typeface="Segoe UI"/>
                <a:cs typeface="Segoe UI"/>
              </a:rPr>
              <a:t>encompasses</a:t>
            </a:r>
            <a:r>
              <a:rPr sz="2150" spc="195" dirty="0">
                <a:latin typeface="Segoe UI"/>
                <a:cs typeface="Segoe UI"/>
              </a:rPr>
              <a:t>  </a:t>
            </a:r>
            <a:r>
              <a:rPr sz="2150" dirty="0">
                <a:latin typeface="Segoe UI"/>
                <a:cs typeface="Segoe UI"/>
              </a:rPr>
              <a:t>a</a:t>
            </a:r>
            <a:r>
              <a:rPr sz="2150" spc="220" dirty="0">
                <a:latin typeface="Segoe UI"/>
                <a:cs typeface="Segoe UI"/>
              </a:rPr>
              <a:t>  </a:t>
            </a:r>
            <a:r>
              <a:rPr sz="2150" spc="60" dirty="0">
                <a:latin typeface="Segoe UI"/>
                <a:cs typeface="Segoe UI"/>
              </a:rPr>
              <a:t>wide</a:t>
            </a:r>
            <a:r>
              <a:rPr sz="2150" spc="200" dirty="0">
                <a:latin typeface="Segoe UI"/>
                <a:cs typeface="Segoe UI"/>
              </a:rPr>
              <a:t>  </a:t>
            </a:r>
            <a:r>
              <a:rPr sz="2150" spc="55" dirty="0">
                <a:latin typeface="Segoe UI"/>
                <a:cs typeface="Segoe UI"/>
              </a:rPr>
              <a:t>range</a:t>
            </a:r>
            <a:r>
              <a:rPr sz="2150" spc="204" dirty="0">
                <a:latin typeface="Segoe UI"/>
                <a:cs typeface="Segoe UI"/>
              </a:rPr>
              <a:t>  </a:t>
            </a:r>
            <a:r>
              <a:rPr sz="2150" dirty="0">
                <a:latin typeface="Segoe UI"/>
                <a:cs typeface="Segoe UI"/>
              </a:rPr>
              <a:t>of</a:t>
            </a:r>
            <a:r>
              <a:rPr sz="2150" spc="204" dirty="0">
                <a:latin typeface="Segoe UI"/>
                <a:cs typeface="Segoe UI"/>
              </a:rPr>
              <a:t>  </a:t>
            </a:r>
            <a:r>
              <a:rPr sz="2150" spc="50" dirty="0">
                <a:latin typeface="Segoe UI"/>
                <a:cs typeface="Segoe UI"/>
              </a:rPr>
              <a:t>features, </a:t>
            </a:r>
            <a:r>
              <a:rPr sz="2150" spc="55" dirty="0">
                <a:latin typeface="Segoe UI"/>
                <a:cs typeface="Segoe UI"/>
              </a:rPr>
              <a:t>including</a:t>
            </a:r>
            <a:r>
              <a:rPr sz="2150" spc="165" dirty="0">
                <a:latin typeface="Segoe UI"/>
                <a:cs typeface="Segoe UI"/>
              </a:rPr>
              <a:t> </a:t>
            </a:r>
            <a:r>
              <a:rPr sz="2150" spc="60" dirty="0">
                <a:latin typeface="Segoe UI"/>
                <a:cs typeface="Segoe UI"/>
              </a:rPr>
              <a:t>contact</a:t>
            </a:r>
            <a:r>
              <a:rPr sz="2150" spc="185" dirty="0">
                <a:latin typeface="Segoe UI"/>
                <a:cs typeface="Segoe UI"/>
              </a:rPr>
              <a:t> </a:t>
            </a:r>
            <a:r>
              <a:rPr sz="2150" spc="70" dirty="0">
                <a:latin typeface="Segoe UI"/>
                <a:cs typeface="Segoe UI"/>
              </a:rPr>
              <a:t>management,</a:t>
            </a:r>
            <a:r>
              <a:rPr sz="2150" spc="155" dirty="0">
                <a:latin typeface="Segoe UI"/>
                <a:cs typeface="Segoe UI"/>
              </a:rPr>
              <a:t> </a:t>
            </a:r>
            <a:r>
              <a:rPr sz="2150" spc="55" dirty="0">
                <a:latin typeface="Segoe UI"/>
                <a:cs typeface="Segoe UI"/>
              </a:rPr>
              <a:t>sales</a:t>
            </a:r>
            <a:r>
              <a:rPr sz="2150" spc="150" dirty="0">
                <a:latin typeface="Segoe UI"/>
                <a:cs typeface="Segoe UI"/>
              </a:rPr>
              <a:t> </a:t>
            </a:r>
            <a:r>
              <a:rPr sz="2150" spc="70" dirty="0">
                <a:latin typeface="Segoe UI"/>
                <a:cs typeface="Segoe UI"/>
              </a:rPr>
              <a:t>automation,</a:t>
            </a:r>
            <a:r>
              <a:rPr sz="2150" spc="150" dirty="0">
                <a:latin typeface="Segoe UI"/>
                <a:cs typeface="Segoe UI"/>
              </a:rPr>
              <a:t> </a:t>
            </a:r>
            <a:r>
              <a:rPr sz="2150" spc="60" dirty="0">
                <a:latin typeface="Segoe UI"/>
                <a:cs typeface="Segoe UI"/>
              </a:rPr>
              <a:t>customer</a:t>
            </a:r>
            <a:r>
              <a:rPr sz="2150" spc="170" dirty="0">
                <a:latin typeface="Segoe UI"/>
                <a:cs typeface="Segoe UI"/>
              </a:rPr>
              <a:t> </a:t>
            </a:r>
            <a:r>
              <a:rPr sz="2150" spc="60" dirty="0">
                <a:latin typeface="Segoe UI"/>
                <a:cs typeface="Segoe UI"/>
              </a:rPr>
              <a:t>support,</a:t>
            </a:r>
            <a:r>
              <a:rPr sz="2150" spc="150" dirty="0">
                <a:latin typeface="Segoe UI"/>
                <a:cs typeface="Segoe UI"/>
              </a:rPr>
              <a:t> </a:t>
            </a:r>
            <a:r>
              <a:rPr sz="2150" spc="50" dirty="0">
                <a:latin typeface="Segoe UI"/>
                <a:cs typeface="Segoe UI"/>
              </a:rPr>
              <a:t>and</a:t>
            </a:r>
            <a:r>
              <a:rPr sz="2150" spc="175" dirty="0">
                <a:latin typeface="Segoe UI"/>
                <a:cs typeface="Segoe UI"/>
              </a:rPr>
              <a:t> </a:t>
            </a:r>
            <a:r>
              <a:rPr sz="2150" spc="55" dirty="0">
                <a:latin typeface="Segoe UI"/>
                <a:cs typeface="Segoe UI"/>
              </a:rPr>
              <a:t>analytics </a:t>
            </a:r>
            <a:r>
              <a:rPr sz="2150" spc="65" dirty="0">
                <a:latin typeface="Segoe UI"/>
                <a:cs typeface="Segoe UI"/>
              </a:rPr>
              <a:t>dashboards.</a:t>
            </a:r>
            <a:r>
              <a:rPr sz="2150" spc="409" dirty="0">
                <a:latin typeface="Segoe UI"/>
                <a:cs typeface="Segoe UI"/>
              </a:rPr>
              <a:t> </a:t>
            </a:r>
            <a:r>
              <a:rPr sz="2150" spc="50" dirty="0">
                <a:latin typeface="Segoe UI"/>
                <a:cs typeface="Segoe UI"/>
              </a:rPr>
              <a:t>Renowned</a:t>
            </a:r>
            <a:r>
              <a:rPr sz="2150" spc="434" dirty="0">
                <a:latin typeface="Segoe UI"/>
                <a:cs typeface="Segoe UI"/>
              </a:rPr>
              <a:t> </a:t>
            </a:r>
            <a:r>
              <a:rPr sz="2150" spc="45" dirty="0">
                <a:latin typeface="Segoe UI"/>
                <a:cs typeface="Segoe UI"/>
              </a:rPr>
              <a:t>for</a:t>
            </a:r>
            <a:r>
              <a:rPr sz="2150" spc="430" dirty="0">
                <a:latin typeface="Segoe UI"/>
                <a:cs typeface="Segoe UI"/>
              </a:rPr>
              <a:t> </a:t>
            </a:r>
            <a:r>
              <a:rPr sz="2150" spc="55" dirty="0">
                <a:latin typeface="Segoe UI"/>
                <a:cs typeface="Segoe UI"/>
              </a:rPr>
              <a:t>its</a:t>
            </a:r>
            <a:r>
              <a:rPr sz="2150" spc="420" dirty="0">
                <a:latin typeface="Segoe UI"/>
                <a:cs typeface="Segoe UI"/>
              </a:rPr>
              <a:t> </a:t>
            </a:r>
            <a:r>
              <a:rPr sz="2150" spc="70" dirty="0">
                <a:latin typeface="Segoe UI"/>
                <a:cs typeface="Segoe UI"/>
              </a:rPr>
              <a:t>user-</a:t>
            </a:r>
            <a:r>
              <a:rPr sz="2150" spc="60" dirty="0">
                <a:latin typeface="Segoe UI"/>
                <a:cs typeface="Segoe UI"/>
              </a:rPr>
              <a:t>friendly</a:t>
            </a:r>
            <a:r>
              <a:rPr sz="2150" spc="440" dirty="0">
                <a:latin typeface="Segoe UI"/>
                <a:cs typeface="Segoe UI"/>
              </a:rPr>
              <a:t> </a:t>
            </a:r>
            <a:r>
              <a:rPr sz="2150" spc="60" dirty="0">
                <a:latin typeface="Segoe UI"/>
                <a:cs typeface="Segoe UI"/>
              </a:rPr>
              <a:t>interface</a:t>
            </a:r>
            <a:r>
              <a:rPr sz="2150" spc="430" dirty="0">
                <a:latin typeface="Segoe UI"/>
                <a:cs typeface="Segoe UI"/>
              </a:rPr>
              <a:t> </a:t>
            </a:r>
            <a:r>
              <a:rPr sz="2150" spc="50" dirty="0">
                <a:latin typeface="Segoe UI"/>
                <a:cs typeface="Segoe UI"/>
              </a:rPr>
              <a:t>and</a:t>
            </a:r>
            <a:r>
              <a:rPr sz="2150" spc="434" dirty="0">
                <a:latin typeface="Segoe UI"/>
                <a:cs typeface="Segoe UI"/>
              </a:rPr>
              <a:t> </a:t>
            </a:r>
            <a:r>
              <a:rPr sz="2150" spc="65" dirty="0">
                <a:latin typeface="Segoe UI"/>
                <a:cs typeface="Segoe UI"/>
              </a:rPr>
              <a:t>customizable</a:t>
            </a:r>
            <a:r>
              <a:rPr sz="2150" spc="430" dirty="0">
                <a:latin typeface="Segoe UI"/>
                <a:cs typeface="Segoe UI"/>
              </a:rPr>
              <a:t> </a:t>
            </a:r>
            <a:r>
              <a:rPr sz="2150" spc="50" dirty="0">
                <a:latin typeface="Segoe UI"/>
                <a:cs typeface="Segoe UI"/>
              </a:rPr>
              <a:t>modules, </a:t>
            </a:r>
            <a:r>
              <a:rPr sz="2150" spc="70" dirty="0">
                <a:latin typeface="Segoe UI"/>
                <a:cs typeface="Segoe UI"/>
              </a:rPr>
              <a:t>NovaCRM</a:t>
            </a:r>
            <a:r>
              <a:rPr sz="2150" spc="325" dirty="0">
                <a:latin typeface="Segoe UI"/>
                <a:cs typeface="Segoe UI"/>
              </a:rPr>
              <a:t>  </a:t>
            </a:r>
            <a:r>
              <a:rPr sz="2150" spc="65" dirty="0">
                <a:latin typeface="Segoe UI"/>
                <a:cs typeface="Segoe UI"/>
              </a:rPr>
              <a:t>allows</a:t>
            </a:r>
            <a:r>
              <a:rPr sz="2150" spc="320" dirty="0">
                <a:latin typeface="Segoe UI"/>
                <a:cs typeface="Segoe UI"/>
              </a:rPr>
              <a:t>  </a:t>
            </a:r>
            <a:r>
              <a:rPr sz="2150" spc="55" dirty="0">
                <a:latin typeface="Segoe UI"/>
                <a:cs typeface="Segoe UI"/>
              </a:rPr>
              <a:t>businesses</a:t>
            </a:r>
            <a:r>
              <a:rPr sz="2150" spc="320" dirty="0">
                <a:latin typeface="Segoe UI"/>
                <a:cs typeface="Segoe UI"/>
              </a:rPr>
              <a:t>  </a:t>
            </a:r>
            <a:r>
              <a:rPr sz="2150" dirty="0">
                <a:latin typeface="Segoe UI"/>
                <a:cs typeface="Segoe UI"/>
              </a:rPr>
              <a:t>to</a:t>
            </a:r>
            <a:r>
              <a:rPr sz="2150" spc="335" dirty="0">
                <a:latin typeface="Segoe UI"/>
                <a:cs typeface="Segoe UI"/>
              </a:rPr>
              <a:t>  </a:t>
            </a:r>
            <a:r>
              <a:rPr sz="2150" spc="65" dirty="0">
                <a:latin typeface="Segoe UI"/>
                <a:cs typeface="Segoe UI"/>
              </a:rPr>
              <a:t>adapt</a:t>
            </a:r>
            <a:r>
              <a:rPr sz="2150" spc="340" dirty="0">
                <a:latin typeface="Segoe UI"/>
                <a:cs typeface="Segoe UI"/>
              </a:rPr>
              <a:t>  </a:t>
            </a:r>
            <a:r>
              <a:rPr sz="2150" spc="50" dirty="0">
                <a:latin typeface="Segoe UI"/>
                <a:cs typeface="Segoe UI"/>
              </a:rPr>
              <a:t>the</a:t>
            </a:r>
            <a:r>
              <a:rPr sz="2150" spc="325" dirty="0">
                <a:latin typeface="Segoe UI"/>
                <a:cs typeface="Segoe UI"/>
              </a:rPr>
              <a:t>  </a:t>
            </a:r>
            <a:r>
              <a:rPr sz="2150" spc="60" dirty="0">
                <a:latin typeface="Segoe UI"/>
                <a:cs typeface="Segoe UI"/>
              </a:rPr>
              <a:t>system</a:t>
            </a:r>
            <a:r>
              <a:rPr sz="2150" spc="335" dirty="0">
                <a:latin typeface="Segoe UI"/>
                <a:cs typeface="Segoe UI"/>
              </a:rPr>
              <a:t>  </a:t>
            </a:r>
            <a:r>
              <a:rPr sz="2150" dirty="0">
                <a:latin typeface="Segoe UI"/>
                <a:cs typeface="Segoe UI"/>
              </a:rPr>
              <a:t>to</a:t>
            </a:r>
            <a:r>
              <a:rPr sz="2150" spc="330" dirty="0">
                <a:latin typeface="Segoe UI"/>
                <a:cs typeface="Segoe UI"/>
              </a:rPr>
              <a:t>  </a:t>
            </a:r>
            <a:r>
              <a:rPr sz="2150" spc="55" dirty="0">
                <a:latin typeface="Segoe UI"/>
                <a:cs typeface="Segoe UI"/>
              </a:rPr>
              <a:t>their</a:t>
            </a:r>
            <a:r>
              <a:rPr sz="2150" spc="330" dirty="0">
                <a:latin typeface="Segoe UI"/>
                <a:cs typeface="Segoe UI"/>
              </a:rPr>
              <a:t>  </a:t>
            </a:r>
            <a:r>
              <a:rPr sz="2150" spc="60" dirty="0">
                <a:latin typeface="Segoe UI"/>
                <a:cs typeface="Segoe UI"/>
              </a:rPr>
              <a:t>specific</a:t>
            </a:r>
            <a:r>
              <a:rPr sz="2150" spc="320" dirty="0">
                <a:latin typeface="Segoe UI"/>
                <a:cs typeface="Segoe UI"/>
              </a:rPr>
              <a:t>  </a:t>
            </a:r>
            <a:r>
              <a:rPr sz="2150" spc="45" dirty="0">
                <a:latin typeface="Segoe UI"/>
                <a:cs typeface="Segoe UI"/>
              </a:rPr>
              <a:t>needs, </a:t>
            </a:r>
            <a:r>
              <a:rPr sz="2150" spc="55" dirty="0">
                <a:latin typeface="Segoe UI"/>
                <a:cs typeface="Segoe UI"/>
              </a:rPr>
              <a:t>enhancing</a:t>
            </a:r>
            <a:r>
              <a:rPr sz="2150" spc="165" dirty="0">
                <a:latin typeface="Segoe UI"/>
                <a:cs typeface="Segoe UI"/>
              </a:rPr>
              <a:t> </a:t>
            </a:r>
            <a:r>
              <a:rPr sz="2150" spc="55" dirty="0">
                <a:latin typeface="Segoe UI"/>
                <a:cs typeface="Segoe UI"/>
              </a:rPr>
              <a:t>their</a:t>
            </a:r>
            <a:r>
              <a:rPr sz="2150" spc="175" dirty="0">
                <a:latin typeface="Segoe UI"/>
                <a:cs typeface="Segoe UI"/>
              </a:rPr>
              <a:t> </a:t>
            </a:r>
            <a:r>
              <a:rPr sz="2150" spc="65" dirty="0">
                <a:latin typeface="Segoe UI"/>
                <a:cs typeface="Segoe UI"/>
              </a:rPr>
              <a:t>operational</a:t>
            </a:r>
            <a:r>
              <a:rPr sz="2150" spc="175" dirty="0">
                <a:latin typeface="Segoe UI"/>
                <a:cs typeface="Segoe UI"/>
              </a:rPr>
              <a:t> </a:t>
            </a:r>
            <a:r>
              <a:rPr sz="2150" spc="55" dirty="0">
                <a:latin typeface="Segoe UI"/>
                <a:cs typeface="Segoe UI"/>
              </a:rPr>
              <a:t>efficiency</a:t>
            </a:r>
            <a:r>
              <a:rPr sz="2150" spc="175" dirty="0">
                <a:latin typeface="Segoe UI"/>
                <a:cs typeface="Segoe UI"/>
              </a:rPr>
              <a:t> </a:t>
            </a:r>
            <a:r>
              <a:rPr sz="2150" spc="50" dirty="0">
                <a:latin typeface="Segoe UI"/>
                <a:cs typeface="Segoe UI"/>
              </a:rPr>
              <a:t>and</a:t>
            </a:r>
            <a:r>
              <a:rPr sz="2150" spc="175" dirty="0">
                <a:latin typeface="Segoe UI"/>
                <a:cs typeface="Segoe UI"/>
              </a:rPr>
              <a:t> </a:t>
            </a:r>
            <a:r>
              <a:rPr sz="2150" spc="60" dirty="0">
                <a:latin typeface="Segoe UI"/>
                <a:cs typeface="Segoe UI"/>
              </a:rPr>
              <a:t>customer</a:t>
            </a:r>
            <a:r>
              <a:rPr sz="2150" spc="175" dirty="0">
                <a:latin typeface="Segoe UI"/>
                <a:cs typeface="Segoe UI"/>
              </a:rPr>
              <a:t> </a:t>
            </a:r>
            <a:r>
              <a:rPr sz="2150" spc="55" dirty="0">
                <a:latin typeface="Segoe UI"/>
                <a:cs typeface="Segoe UI"/>
              </a:rPr>
              <a:t>interactions.</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39</a:t>
            </a:r>
          </a:p>
        </p:txBody>
      </p:sp>
      <p:sp>
        <p:nvSpPr>
          <p:cNvPr id="2" name="object 2"/>
          <p:cNvSpPr txBox="1"/>
          <p:nvPr/>
        </p:nvSpPr>
        <p:spPr>
          <a:xfrm>
            <a:off x="735012" y="1709420"/>
            <a:ext cx="10715625" cy="3349625"/>
          </a:xfrm>
          <a:prstGeom prst="rect">
            <a:avLst/>
          </a:prstGeom>
        </p:spPr>
        <p:txBody>
          <a:bodyPr vert="horz" wrap="square" lIns="0" tIns="15875" rIns="0" bIns="0" rtlCol="0">
            <a:spAutoFit/>
          </a:bodyPr>
          <a:lstStyle/>
          <a:p>
            <a:pPr marL="12700" marR="5080" algn="just">
              <a:lnSpc>
                <a:spcPct val="126699"/>
              </a:lnSpc>
              <a:spcBef>
                <a:spcPts val="125"/>
              </a:spcBef>
            </a:pPr>
            <a:r>
              <a:rPr sz="2150" spc="50" dirty="0">
                <a:latin typeface="Segoe UI"/>
                <a:cs typeface="Segoe UI"/>
              </a:rPr>
              <a:t>In</a:t>
            </a:r>
            <a:r>
              <a:rPr sz="2150" spc="445" dirty="0">
                <a:latin typeface="Segoe UI"/>
                <a:cs typeface="Segoe UI"/>
              </a:rPr>
              <a:t> </a:t>
            </a:r>
            <a:r>
              <a:rPr sz="2150" spc="50" dirty="0">
                <a:latin typeface="Segoe UI"/>
                <a:cs typeface="Segoe UI"/>
              </a:rPr>
              <a:t>the</a:t>
            </a:r>
            <a:r>
              <a:rPr sz="2150" spc="459" dirty="0">
                <a:latin typeface="Segoe UI"/>
                <a:cs typeface="Segoe UI"/>
              </a:rPr>
              <a:t> </a:t>
            </a:r>
            <a:r>
              <a:rPr sz="2150" spc="50" dirty="0">
                <a:latin typeface="Segoe UI"/>
                <a:cs typeface="Segoe UI"/>
              </a:rPr>
              <a:t>current</a:t>
            </a:r>
            <a:r>
              <a:rPr sz="2150" spc="490" dirty="0">
                <a:latin typeface="Segoe UI"/>
                <a:cs typeface="Segoe UI"/>
              </a:rPr>
              <a:t> </a:t>
            </a:r>
            <a:r>
              <a:rPr sz="2150" spc="60" dirty="0">
                <a:latin typeface="Segoe UI"/>
                <a:cs typeface="Segoe UI"/>
              </a:rPr>
              <a:t>market</a:t>
            </a:r>
            <a:r>
              <a:rPr sz="2150" spc="490" dirty="0">
                <a:latin typeface="Segoe UI"/>
                <a:cs typeface="Segoe UI"/>
              </a:rPr>
              <a:t> </a:t>
            </a:r>
            <a:r>
              <a:rPr sz="2150" spc="65" dirty="0">
                <a:latin typeface="Segoe UI"/>
                <a:cs typeface="Segoe UI"/>
              </a:rPr>
              <a:t>landscape,</a:t>
            </a:r>
            <a:r>
              <a:rPr sz="2150" spc="450" dirty="0">
                <a:latin typeface="Segoe UI"/>
                <a:cs typeface="Segoe UI"/>
              </a:rPr>
              <a:t> </a:t>
            </a:r>
            <a:r>
              <a:rPr sz="2150" dirty="0">
                <a:latin typeface="Segoe UI"/>
                <a:cs typeface="Segoe UI"/>
              </a:rPr>
              <a:t>TechNova</a:t>
            </a:r>
            <a:r>
              <a:rPr sz="2150" spc="500" dirty="0">
                <a:latin typeface="Segoe UI"/>
                <a:cs typeface="Segoe UI"/>
              </a:rPr>
              <a:t> </a:t>
            </a:r>
            <a:r>
              <a:rPr sz="2150" spc="60" dirty="0">
                <a:latin typeface="Segoe UI"/>
                <a:cs typeface="Segoe UI"/>
              </a:rPr>
              <a:t>Solutions</a:t>
            </a:r>
            <a:r>
              <a:rPr sz="2150" spc="445" dirty="0">
                <a:latin typeface="Segoe UI"/>
                <a:cs typeface="Segoe UI"/>
              </a:rPr>
              <a:t> </a:t>
            </a:r>
            <a:r>
              <a:rPr sz="2150" spc="50" dirty="0">
                <a:latin typeface="Segoe UI"/>
                <a:cs typeface="Segoe UI"/>
              </a:rPr>
              <a:t>has</a:t>
            </a:r>
            <a:r>
              <a:rPr sz="2150" spc="450" dirty="0">
                <a:latin typeface="Segoe UI"/>
                <a:cs typeface="Segoe UI"/>
              </a:rPr>
              <a:t> </a:t>
            </a:r>
            <a:r>
              <a:rPr sz="2150" spc="65" dirty="0">
                <a:latin typeface="Segoe UI"/>
                <a:cs typeface="Segoe UI"/>
              </a:rPr>
              <a:t>identified</a:t>
            </a:r>
            <a:r>
              <a:rPr sz="2150" spc="470" dirty="0">
                <a:latin typeface="Segoe UI"/>
                <a:cs typeface="Segoe UI"/>
              </a:rPr>
              <a:t> </a:t>
            </a:r>
            <a:r>
              <a:rPr sz="2150" dirty="0">
                <a:latin typeface="Segoe UI"/>
                <a:cs typeface="Segoe UI"/>
              </a:rPr>
              <a:t>a</a:t>
            </a:r>
            <a:r>
              <a:rPr sz="2150" spc="495" dirty="0">
                <a:latin typeface="Segoe UI"/>
                <a:cs typeface="Segoe UI"/>
              </a:rPr>
              <a:t> </a:t>
            </a:r>
            <a:r>
              <a:rPr sz="2150" spc="50" dirty="0">
                <a:latin typeface="Segoe UI"/>
                <a:cs typeface="Segoe UI"/>
              </a:rPr>
              <a:t>significant and</a:t>
            </a:r>
            <a:r>
              <a:rPr sz="2150" spc="90" dirty="0">
                <a:latin typeface="Segoe UI"/>
                <a:cs typeface="Segoe UI"/>
              </a:rPr>
              <a:t>  </a:t>
            </a:r>
            <a:r>
              <a:rPr sz="2150" spc="60" dirty="0">
                <a:latin typeface="Segoe UI"/>
                <a:cs typeface="Segoe UI"/>
              </a:rPr>
              <a:t>growing</a:t>
            </a:r>
            <a:r>
              <a:rPr sz="2150" spc="90" dirty="0">
                <a:latin typeface="Segoe UI"/>
                <a:cs typeface="Segoe UI"/>
              </a:rPr>
              <a:t>  </a:t>
            </a:r>
            <a:r>
              <a:rPr sz="2150" spc="65" dirty="0">
                <a:latin typeface="Segoe UI"/>
                <a:cs typeface="Segoe UI"/>
              </a:rPr>
              <a:t>demand</a:t>
            </a:r>
            <a:r>
              <a:rPr sz="2150" spc="90" dirty="0">
                <a:latin typeface="Segoe UI"/>
                <a:cs typeface="Segoe UI"/>
              </a:rPr>
              <a:t>  </a:t>
            </a:r>
            <a:r>
              <a:rPr sz="2150" spc="45" dirty="0">
                <a:latin typeface="Segoe UI"/>
                <a:cs typeface="Segoe UI"/>
              </a:rPr>
              <a:t>for</a:t>
            </a:r>
            <a:r>
              <a:rPr sz="2150" spc="95" dirty="0">
                <a:latin typeface="Segoe UI"/>
                <a:cs typeface="Segoe UI"/>
              </a:rPr>
              <a:t>  </a:t>
            </a:r>
            <a:r>
              <a:rPr sz="2150" spc="55" dirty="0">
                <a:latin typeface="Segoe UI"/>
                <a:cs typeface="Segoe UI"/>
              </a:rPr>
              <a:t>enhanced</a:t>
            </a:r>
            <a:r>
              <a:rPr sz="2150" spc="90" dirty="0">
                <a:latin typeface="Segoe UI"/>
                <a:cs typeface="Segoe UI"/>
              </a:rPr>
              <a:t>  </a:t>
            </a:r>
            <a:r>
              <a:rPr sz="2150" spc="65" dirty="0">
                <a:latin typeface="Segoe UI"/>
                <a:cs typeface="Segoe UI"/>
              </a:rPr>
              <a:t>mobile</a:t>
            </a:r>
            <a:r>
              <a:rPr sz="2150" spc="85" dirty="0">
                <a:latin typeface="Segoe UI"/>
                <a:cs typeface="Segoe UI"/>
              </a:rPr>
              <a:t>  </a:t>
            </a:r>
            <a:r>
              <a:rPr sz="2150" spc="65" dirty="0">
                <a:latin typeface="Segoe UI"/>
                <a:cs typeface="Segoe UI"/>
              </a:rPr>
              <a:t>accessibility</a:t>
            </a:r>
            <a:r>
              <a:rPr sz="2150" spc="95" dirty="0">
                <a:latin typeface="Segoe UI"/>
                <a:cs typeface="Segoe UI"/>
              </a:rPr>
              <a:t>  </a:t>
            </a:r>
            <a:r>
              <a:rPr sz="2150" spc="60" dirty="0">
                <a:latin typeface="Segoe UI"/>
                <a:cs typeface="Segoe UI"/>
              </a:rPr>
              <a:t>among</a:t>
            </a:r>
            <a:r>
              <a:rPr sz="2150" spc="90" dirty="0">
                <a:latin typeface="Segoe UI"/>
                <a:cs typeface="Segoe UI"/>
              </a:rPr>
              <a:t>  </a:t>
            </a:r>
            <a:r>
              <a:rPr sz="2150" spc="55" dirty="0">
                <a:latin typeface="Segoe UI"/>
                <a:cs typeface="Segoe UI"/>
              </a:rPr>
              <a:t>its</a:t>
            </a:r>
            <a:r>
              <a:rPr sz="2150" spc="85" dirty="0">
                <a:latin typeface="Segoe UI"/>
                <a:cs typeface="Segoe UI"/>
              </a:rPr>
              <a:t>  </a:t>
            </a:r>
            <a:r>
              <a:rPr sz="2150" dirty="0">
                <a:latin typeface="Segoe UI"/>
                <a:cs typeface="Segoe UI"/>
              </a:rPr>
              <a:t>user</a:t>
            </a:r>
            <a:r>
              <a:rPr sz="2150" spc="90" dirty="0">
                <a:latin typeface="Segoe UI"/>
                <a:cs typeface="Segoe UI"/>
              </a:rPr>
              <a:t>  </a:t>
            </a:r>
            <a:r>
              <a:rPr sz="2150" spc="50" dirty="0">
                <a:latin typeface="Segoe UI"/>
                <a:cs typeface="Segoe UI"/>
              </a:rPr>
              <a:t>base. While</a:t>
            </a:r>
            <a:r>
              <a:rPr sz="2150" spc="375" dirty="0">
                <a:latin typeface="Segoe UI"/>
                <a:cs typeface="Segoe UI"/>
              </a:rPr>
              <a:t> </a:t>
            </a:r>
            <a:r>
              <a:rPr sz="2150" spc="70" dirty="0">
                <a:latin typeface="Segoe UI"/>
                <a:cs typeface="Segoe UI"/>
              </a:rPr>
              <a:t>NovaCRM</a:t>
            </a:r>
            <a:r>
              <a:rPr sz="2150" spc="385" dirty="0">
                <a:latin typeface="Segoe UI"/>
                <a:cs typeface="Segoe UI"/>
              </a:rPr>
              <a:t> </a:t>
            </a:r>
            <a:r>
              <a:rPr sz="2150" dirty="0">
                <a:latin typeface="Segoe UI"/>
                <a:cs typeface="Segoe UI"/>
              </a:rPr>
              <a:t>is</a:t>
            </a:r>
            <a:r>
              <a:rPr sz="2150" spc="365" dirty="0">
                <a:latin typeface="Segoe UI"/>
                <a:cs typeface="Segoe UI"/>
              </a:rPr>
              <a:t> </a:t>
            </a:r>
            <a:r>
              <a:rPr sz="2150" spc="50" dirty="0">
                <a:latin typeface="Segoe UI"/>
                <a:cs typeface="Segoe UI"/>
              </a:rPr>
              <a:t>fully</a:t>
            </a:r>
            <a:r>
              <a:rPr sz="2150" spc="385" dirty="0">
                <a:latin typeface="Segoe UI"/>
                <a:cs typeface="Segoe UI"/>
              </a:rPr>
              <a:t> </a:t>
            </a:r>
            <a:r>
              <a:rPr sz="2150" spc="60" dirty="0">
                <a:latin typeface="Segoe UI"/>
                <a:cs typeface="Segoe UI"/>
              </a:rPr>
              <a:t>functional</a:t>
            </a:r>
            <a:r>
              <a:rPr sz="2150" spc="385" dirty="0">
                <a:latin typeface="Segoe UI"/>
                <a:cs typeface="Segoe UI"/>
              </a:rPr>
              <a:t> </a:t>
            </a:r>
            <a:r>
              <a:rPr sz="2150" dirty="0">
                <a:latin typeface="Segoe UI"/>
                <a:cs typeface="Segoe UI"/>
              </a:rPr>
              <a:t>on</a:t>
            </a:r>
            <a:r>
              <a:rPr sz="2150" spc="355" dirty="0">
                <a:latin typeface="Segoe UI"/>
                <a:cs typeface="Segoe UI"/>
              </a:rPr>
              <a:t> </a:t>
            </a:r>
            <a:r>
              <a:rPr sz="2150" spc="55" dirty="0">
                <a:latin typeface="Segoe UI"/>
                <a:cs typeface="Segoe UI"/>
              </a:rPr>
              <a:t>web</a:t>
            </a:r>
            <a:r>
              <a:rPr sz="2150" spc="385" dirty="0">
                <a:latin typeface="Segoe UI"/>
                <a:cs typeface="Segoe UI"/>
              </a:rPr>
              <a:t> </a:t>
            </a:r>
            <a:r>
              <a:rPr sz="2150" spc="60" dirty="0">
                <a:latin typeface="Segoe UI"/>
                <a:cs typeface="Segoe UI"/>
              </a:rPr>
              <a:t>browsers,</a:t>
            </a:r>
            <a:r>
              <a:rPr sz="2150" spc="365" dirty="0">
                <a:latin typeface="Segoe UI"/>
                <a:cs typeface="Segoe UI"/>
              </a:rPr>
              <a:t> </a:t>
            </a:r>
            <a:r>
              <a:rPr sz="2150" spc="50" dirty="0">
                <a:latin typeface="Segoe UI"/>
                <a:cs typeface="Segoe UI"/>
              </a:rPr>
              <a:t>client</a:t>
            </a:r>
            <a:r>
              <a:rPr sz="2150" spc="400" dirty="0">
                <a:latin typeface="Segoe UI"/>
                <a:cs typeface="Segoe UI"/>
              </a:rPr>
              <a:t> </a:t>
            </a:r>
            <a:r>
              <a:rPr sz="2150" spc="65" dirty="0">
                <a:latin typeface="Segoe UI"/>
                <a:cs typeface="Segoe UI"/>
              </a:rPr>
              <a:t>feedback</a:t>
            </a:r>
            <a:r>
              <a:rPr sz="2150" spc="355" dirty="0">
                <a:latin typeface="Segoe UI"/>
                <a:cs typeface="Segoe UI"/>
              </a:rPr>
              <a:t> </a:t>
            </a:r>
            <a:r>
              <a:rPr sz="2150" spc="50" dirty="0">
                <a:latin typeface="Segoe UI"/>
                <a:cs typeface="Segoe UI"/>
              </a:rPr>
              <a:t>consistently </a:t>
            </a:r>
            <a:r>
              <a:rPr sz="2150" spc="60" dirty="0">
                <a:latin typeface="Segoe UI"/>
                <a:cs typeface="Segoe UI"/>
              </a:rPr>
              <a:t>highlights</a:t>
            </a:r>
            <a:r>
              <a:rPr sz="2150" spc="500" dirty="0">
                <a:latin typeface="Segoe UI"/>
                <a:cs typeface="Segoe UI"/>
              </a:rPr>
              <a:t> </a:t>
            </a:r>
            <a:r>
              <a:rPr sz="2150" spc="50" dirty="0">
                <a:latin typeface="Segoe UI"/>
                <a:cs typeface="Segoe UI"/>
              </a:rPr>
              <a:t>the</a:t>
            </a:r>
            <a:r>
              <a:rPr sz="2150" spc="525" dirty="0">
                <a:latin typeface="Segoe UI"/>
                <a:cs typeface="Segoe UI"/>
              </a:rPr>
              <a:t> </a:t>
            </a:r>
            <a:r>
              <a:rPr sz="2150" spc="60" dirty="0">
                <a:latin typeface="Segoe UI"/>
                <a:cs typeface="Segoe UI"/>
              </a:rPr>
              <a:t>absence</a:t>
            </a:r>
            <a:r>
              <a:rPr sz="2150" spc="520" dirty="0">
                <a:latin typeface="Segoe UI"/>
                <a:cs typeface="Segoe UI"/>
              </a:rPr>
              <a:t> </a:t>
            </a:r>
            <a:r>
              <a:rPr sz="2150" dirty="0">
                <a:latin typeface="Segoe UI"/>
                <a:cs typeface="Segoe UI"/>
              </a:rPr>
              <a:t>of</a:t>
            </a:r>
            <a:r>
              <a:rPr sz="2150" spc="525" dirty="0">
                <a:latin typeface="Segoe UI"/>
                <a:cs typeface="Segoe UI"/>
              </a:rPr>
              <a:t> </a:t>
            </a:r>
            <a:r>
              <a:rPr sz="2150" spc="65" dirty="0">
                <a:latin typeface="Segoe UI"/>
                <a:cs typeface="Segoe UI"/>
              </a:rPr>
              <a:t>advanced</a:t>
            </a:r>
            <a:r>
              <a:rPr sz="2150" spc="530" dirty="0">
                <a:latin typeface="Segoe UI"/>
                <a:cs typeface="Segoe UI"/>
              </a:rPr>
              <a:t> </a:t>
            </a:r>
            <a:r>
              <a:rPr sz="2150" spc="65" dirty="0">
                <a:latin typeface="Segoe UI"/>
                <a:cs typeface="Segoe UI"/>
              </a:rPr>
              <a:t>mobile</a:t>
            </a:r>
            <a:r>
              <a:rPr sz="2150" spc="520" dirty="0">
                <a:latin typeface="Segoe UI"/>
                <a:cs typeface="Segoe UI"/>
              </a:rPr>
              <a:t> </a:t>
            </a:r>
            <a:r>
              <a:rPr sz="2150" spc="60" dirty="0">
                <a:latin typeface="Segoe UI"/>
                <a:cs typeface="Segoe UI"/>
              </a:rPr>
              <a:t>features</a:t>
            </a:r>
            <a:r>
              <a:rPr sz="2150" spc="509" dirty="0">
                <a:latin typeface="Segoe UI"/>
                <a:cs typeface="Segoe UI"/>
              </a:rPr>
              <a:t> </a:t>
            </a:r>
            <a:r>
              <a:rPr sz="2150" dirty="0">
                <a:latin typeface="Segoe UI"/>
                <a:cs typeface="Segoe UI"/>
              </a:rPr>
              <a:t>as</a:t>
            </a:r>
            <a:r>
              <a:rPr sz="2150" spc="509" dirty="0">
                <a:latin typeface="Segoe UI"/>
                <a:cs typeface="Segoe UI"/>
              </a:rPr>
              <a:t> </a:t>
            </a:r>
            <a:r>
              <a:rPr sz="2150" dirty="0">
                <a:latin typeface="Segoe UI"/>
                <a:cs typeface="Segoe UI"/>
              </a:rPr>
              <a:t>a</a:t>
            </a:r>
            <a:r>
              <a:rPr sz="2150" spc="-20" dirty="0">
                <a:latin typeface="Segoe UI"/>
                <a:cs typeface="Segoe UI"/>
              </a:rPr>
              <a:t>  </a:t>
            </a:r>
            <a:r>
              <a:rPr sz="2150" spc="70" dirty="0">
                <a:latin typeface="Segoe UI"/>
                <a:cs typeface="Segoe UI"/>
              </a:rPr>
              <a:t>limitation.</a:t>
            </a:r>
            <a:r>
              <a:rPr sz="2150" spc="520" dirty="0">
                <a:latin typeface="Segoe UI"/>
                <a:cs typeface="Segoe UI"/>
              </a:rPr>
              <a:t> </a:t>
            </a:r>
            <a:r>
              <a:rPr sz="2150" dirty="0">
                <a:latin typeface="Segoe UI"/>
                <a:cs typeface="Segoe UI"/>
              </a:rPr>
              <a:t>To</a:t>
            </a:r>
            <a:r>
              <a:rPr sz="2150" spc="535" dirty="0">
                <a:latin typeface="Segoe UI"/>
                <a:cs typeface="Segoe UI"/>
              </a:rPr>
              <a:t> </a:t>
            </a:r>
            <a:r>
              <a:rPr sz="2150" spc="50" dirty="0">
                <a:latin typeface="Segoe UI"/>
                <a:cs typeface="Segoe UI"/>
              </a:rPr>
              <a:t>address </a:t>
            </a:r>
            <a:r>
              <a:rPr sz="2150" spc="55" dirty="0">
                <a:latin typeface="Segoe UI"/>
                <a:cs typeface="Segoe UI"/>
              </a:rPr>
              <a:t>this</a:t>
            </a:r>
            <a:r>
              <a:rPr sz="2150" spc="254" dirty="0">
                <a:latin typeface="Segoe UI"/>
                <a:cs typeface="Segoe UI"/>
              </a:rPr>
              <a:t> </a:t>
            </a:r>
            <a:r>
              <a:rPr sz="2150" spc="65" dirty="0">
                <a:latin typeface="Segoe UI"/>
                <a:cs typeface="Segoe UI"/>
              </a:rPr>
              <a:t>feedback</a:t>
            </a:r>
            <a:r>
              <a:rPr sz="2150" spc="245" dirty="0">
                <a:latin typeface="Segoe UI"/>
                <a:cs typeface="Segoe UI"/>
              </a:rPr>
              <a:t> </a:t>
            </a:r>
            <a:r>
              <a:rPr sz="2150" spc="50" dirty="0">
                <a:latin typeface="Segoe UI"/>
                <a:cs typeface="Segoe UI"/>
              </a:rPr>
              <a:t>and</a:t>
            </a:r>
            <a:r>
              <a:rPr sz="2150" spc="270" dirty="0">
                <a:latin typeface="Segoe UI"/>
                <a:cs typeface="Segoe UI"/>
              </a:rPr>
              <a:t> </a:t>
            </a:r>
            <a:r>
              <a:rPr sz="2150" spc="70" dirty="0">
                <a:latin typeface="Segoe UI"/>
                <a:cs typeface="Segoe UI"/>
              </a:rPr>
              <a:t>maintain</a:t>
            </a:r>
            <a:r>
              <a:rPr sz="2150" spc="245" dirty="0">
                <a:latin typeface="Segoe UI"/>
                <a:cs typeface="Segoe UI"/>
              </a:rPr>
              <a:t> </a:t>
            </a:r>
            <a:r>
              <a:rPr sz="2150" spc="55" dirty="0">
                <a:latin typeface="Segoe UI"/>
                <a:cs typeface="Segoe UI"/>
              </a:rPr>
              <a:t>its</a:t>
            </a:r>
            <a:r>
              <a:rPr sz="2150" spc="254" dirty="0">
                <a:latin typeface="Segoe UI"/>
                <a:cs typeface="Segoe UI"/>
              </a:rPr>
              <a:t> </a:t>
            </a:r>
            <a:r>
              <a:rPr sz="2150" spc="70" dirty="0">
                <a:latin typeface="Segoe UI"/>
                <a:cs typeface="Segoe UI"/>
              </a:rPr>
              <a:t>competitive</a:t>
            </a:r>
            <a:r>
              <a:rPr sz="2150" spc="270" dirty="0">
                <a:latin typeface="Segoe UI"/>
                <a:cs typeface="Segoe UI"/>
              </a:rPr>
              <a:t> </a:t>
            </a:r>
            <a:r>
              <a:rPr sz="2150" spc="60" dirty="0">
                <a:latin typeface="Segoe UI"/>
                <a:cs typeface="Segoe UI"/>
              </a:rPr>
              <a:t>edge,</a:t>
            </a:r>
            <a:r>
              <a:rPr sz="2150" spc="254" dirty="0">
                <a:latin typeface="Segoe UI"/>
                <a:cs typeface="Segoe UI"/>
              </a:rPr>
              <a:t> </a:t>
            </a:r>
            <a:r>
              <a:rPr sz="2150" dirty="0">
                <a:latin typeface="Segoe UI"/>
                <a:cs typeface="Segoe UI"/>
              </a:rPr>
              <a:t>TechNova</a:t>
            </a:r>
            <a:r>
              <a:rPr sz="2150" spc="295" dirty="0">
                <a:latin typeface="Segoe UI"/>
                <a:cs typeface="Segoe UI"/>
              </a:rPr>
              <a:t> </a:t>
            </a:r>
            <a:r>
              <a:rPr sz="2150" spc="60" dirty="0">
                <a:latin typeface="Segoe UI"/>
                <a:cs typeface="Segoe UI"/>
              </a:rPr>
              <a:t>Solutions</a:t>
            </a:r>
            <a:r>
              <a:rPr sz="2150" spc="254" dirty="0">
                <a:latin typeface="Segoe UI"/>
                <a:cs typeface="Segoe UI"/>
              </a:rPr>
              <a:t> </a:t>
            </a:r>
            <a:r>
              <a:rPr sz="2150" spc="50" dirty="0">
                <a:latin typeface="Segoe UI"/>
                <a:cs typeface="Segoe UI"/>
              </a:rPr>
              <a:t>has</a:t>
            </a:r>
            <a:r>
              <a:rPr sz="2150" spc="254" dirty="0">
                <a:latin typeface="Segoe UI"/>
                <a:cs typeface="Segoe UI"/>
              </a:rPr>
              <a:t> </a:t>
            </a:r>
            <a:r>
              <a:rPr sz="2150" spc="50" dirty="0">
                <a:latin typeface="Segoe UI"/>
                <a:cs typeface="Segoe UI"/>
              </a:rPr>
              <a:t>decided </a:t>
            </a:r>
            <a:r>
              <a:rPr sz="2150" dirty="0">
                <a:latin typeface="Segoe UI"/>
                <a:cs typeface="Segoe UI"/>
              </a:rPr>
              <a:t>to</a:t>
            </a:r>
            <a:r>
              <a:rPr sz="2150" spc="-5" dirty="0">
                <a:latin typeface="Segoe UI"/>
                <a:cs typeface="Segoe UI"/>
              </a:rPr>
              <a:t>  </a:t>
            </a:r>
            <a:r>
              <a:rPr sz="2150" spc="65" dirty="0">
                <a:latin typeface="Segoe UI"/>
                <a:cs typeface="Segoe UI"/>
              </a:rPr>
              <a:t>develop</a:t>
            </a:r>
            <a:r>
              <a:rPr sz="2150" spc="-5" dirty="0">
                <a:latin typeface="Segoe UI"/>
                <a:cs typeface="Segoe UI"/>
              </a:rPr>
              <a:t>  </a:t>
            </a:r>
            <a:r>
              <a:rPr sz="2150" dirty="0">
                <a:latin typeface="Segoe UI"/>
                <a:cs typeface="Segoe UI"/>
              </a:rPr>
              <a:t>a</a:t>
            </a:r>
            <a:r>
              <a:rPr sz="2150" spc="10" dirty="0">
                <a:latin typeface="Segoe UI"/>
                <a:cs typeface="Segoe UI"/>
              </a:rPr>
              <a:t>  </a:t>
            </a:r>
            <a:r>
              <a:rPr sz="2150" dirty="0">
                <a:latin typeface="Segoe UI"/>
                <a:cs typeface="Segoe UI"/>
              </a:rPr>
              <a:t>new  </a:t>
            </a:r>
            <a:r>
              <a:rPr sz="2150" spc="60" dirty="0">
                <a:latin typeface="Segoe UI"/>
                <a:cs typeface="Segoe UI"/>
              </a:rPr>
              <a:t>"Mobile</a:t>
            </a:r>
            <a:r>
              <a:rPr sz="2150" spc="-10" dirty="0">
                <a:latin typeface="Segoe UI"/>
                <a:cs typeface="Segoe UI"/>
              </a:rPr>
              <a:t>  </a:t>
            </a:r>
            <a:r>
              <a:rPr sz="2150" spc="65" dirty="0">
                <a:latin typeface="Segoe UI"/>
                <a:cs typeface="Segoe UI"/>
              </a:rPr>
              <a:t>Analytics</a:t>
            </a:r>
            <a:r>
              <a:rPr sz="2150" spc="-15" dirty="0">
                <a:latin typeface="Segoe UI"/>
                <a:cs typeface="Segoe UI"/>
              </a:rPr>
              <a:t>  </a:t>
            </a:r>
            <a:r>
              <a:rPr sz="2150" spc="65" dirty="0">
                <a:latin typeface="Segoe UI"/>
                <a:cs typeface="Segoe UI"/>
              </a:rPr>
              <a:t>Dashboard"</a:t>
            </a:r>
            <a:r>
              <a:rPr sz="2150" spc="-15" dirty="0">
                <a:latin typeface="Segoe UI"/>
                <a:cs typeface="Segoe UI"/>
              </a:rPr>
              <a:t>  </a:t>
            </a:r>
            <a:r>
              <a:rPr sz="2150" spc="60" dirty="0">
                <a:latin typeface="Segoe UI"/>
                <a:cs typeface="Segoe UI"/>
              </a:rPr>
              <a:t>feature.</a:t>
            </a:r>
            <a:r>
              <a:rPr sz="2150" spc="-15" dirty="0">
                <a:latin typeface="Segoe UI"/>
                <a:cs typeface="Segoe UI"/>
              </a:rPr>
              <a:t>  </a:t>
            </a:r>
            <a:r>
              <a:rPr sz="2150" spc="50" dirty="0">
                <a:latin typeface="Segoe UI"/>
                <a:cs typeface="Segoe UI"/>
              </a:rPr>
              <a:t>This</a:t>
            </a:r>
            <a:r>
              <a:rPr sz="2150" spc="-15" dirty="0">
                <a:latin typeface="Segoe UI"/>
                <a:cs typeface="Segoe UI"/>
              </a:rPr>
              <a:t>  </a:t>
            </a:r>
            <a:r>
              <a:rPr sz="2150" spc="70" dirty="0">
                <a:latin typeface="Segoe UI"/>
                <a:cs typeface="Segoe UI"/>
              </a:rPr>
              <a:t>initiative</a:t>
            </a:r>
            <a:r>
              <a:rPr sz="2150" spc="-5" dirty="0">
                <a:latin typeface="Segoe UI"/>
                <a:cs typeface="Segoe UI"/>
              </a:rPr>
              <a:t>  </a:t>
            </a:r>
            <a:r>
              <a:rPr sz="2150" spc="65" dirty="0">
                <a:latin typeface="Segoe UI"/>
                <a:cs typeface="Segoe UI"/>
              </a:rPr>
              <a:t>aims</a:t>
            </a:r>
            <a:r>
              <a:rPr sz="2150" spc="-15" dirty="0">
                <a:latin typeface="Segoe UI"/>
                <a:cs typeface="Segoe UI"/>
              </a:rPr>
              <a:t>  </a:t>
            </a:r>
            <a:r>
              <a:rPr sz="2150" spc="-25" dirty="0">
                <a:latin typeface="Segoe UI"/>
                <a:cs typeface="Segoe UI"/>
              </a:rPr>
              <a:t>to </a:t>
            </a:r>
            <a:r>
              <a:rPr sz="2150" spc="65" dirty="0">
                <a:latin typeface="Segoe UI"/>
                <a:cs typeface="Segoe UI"/>
              </a:rPr>
              <a:t>provide</a:t>
            </a:r>
            <a:r>
              <a:rPr sz="2150" spc="195" dirty="0">
                <a:latin typeface="Segoe UI"/>
                <a:cs typeface="Segoe UI"/>
              </a:rPr>
              <a:t>  </a:t>
            </a:r>
            <a:r>
              <a:rPr sz="2150" spc="50" dirty="0">
                <a:latin typeface="Segoe UI"/>
                <a:cs typeface="Segoe UI"/>
              </a:rPr>
              <a:t>users</a:t>
            </a:r>
            <a:r>
              <a:rPr sz="2150" spc="190" dirty="0">
                <a:latin typeface="Segoe UI"/>
                <a:cs typeface="Segoe UI"/>
              </a:rPr>
              <a:t>  </a:t>
            </a:r>
            <a:r>
              <a:rPr sz="2150" spc="65" dirty="0">
                <a:latin typeface="Segoe UI"/>
                <a:cs typeface="Segoe UI"/>
              </a:rPr>
              <a:t>with</a:t>
            </a:r>
            <a:r>
              <a:rPr sz="2150" spc="190" dirty="0">
                <a:latin typeface="Segoe UI"/>
                <a:cs typeface="Segoe UI"/>
              </a:rPr>
              <a:t>  </a:t>
            </a:r>
            <a:r>
              <a:rPr sz="2150" spc="80" dirty="0">
                <a:latin typeface="Segoe UI"/>
                <a:cs typeface="Segoe UI"/>
              </a:rPr>
              <a:t>real-</a:t>
            </a:r>
            <a:r>
              <a:rPr sz="2150" spc="65" dirty="0">
                <a:latin typeface="Segoe UI"/>
                <a:cs typeface="Segoe UI"/>
              </a:rPr>
              <a:t>time</a:t>
            </a:r>
            <a:r>
              <a:rPr sz="2150" spc="195" dirty="0">
                <a:latin typeface="Segoe UI"/>
                <a:cs typeface="Segoe UI"/>
              </a:rPr>
              <a:t>  </a:t>
            </a:r>
            <a:r>
              <a:rPr sz="2150" spc="65" dirty="0">
                <a:latin typeface="Segoe UI"/>
                <a:cs typeface="Segoe UI"/>
              </a:rPr>
              <a:t>analytics</a:t>
            </a:r>
            <a:r>
              <a:rPr sz="2150" spc="190" dirty="0">
                <a:latin typeface="Segoe UI"/>
                <a:cs typeface="Segoe UI"/>
              </a:rPr>
              <a:t>  </a:t>
            </a:r>
            <a:r>
              <a:rPr sz="2150" spc="50" dirty="0">
                <a:latin typeface="Segoe UI"/>
                <a:cs typeface="Segoe UI"/>
              </a:rPr>
              <a:t>and</a:t>
            </a:r>
            <a:r>
              <a:rPr sz="2150" spc="200" dirty="0">
                <a:latin typeface="Segoe UI"/>
                <a:cs typeface="Segoe UI"/>
              </a:rPr>
              <a:t>  </a:t>
            </a:r>
            <a:r>
              <a:rPr sz="2150" spc="60" dirty="0">
                <a:latin typeface="Segoe UI"/>
                <a:cs typeface="Segoe UI"/>
              </a:rPr>
              <a:t>insights</a:t>
            </a:r>
            <a:r>
              <a:rPr sz="2150" spc="190" dirty="0">
                <a:latin typeface="Segoe UI"/>
                <a:cs typeface="Segoe UI"/>
              </a:rPr>
              <a:t>  </a:t>
            </a:r>
            <a:r>
              <a:rPr sz="2150" spc="60" dirty="0">
                <a:latin typeface="Segoe UI"/>
                <a:cs typeface="Segoe UI"/>
              </a:rPr>
              <a:t>directly</a:t>
            </a:r>
            <a:r>
              <a:rPr sz="2150" spc="200" dirty="0">
                <a:latin typeface="Segoe UI"/>
                <a:cs typeface="Segoe UI"/>
              </a:rPr>
              <a:t>  </a:t>
            </a:r>
            <a:r>
              <a:rPr sz="2150" dirty="0">
                <a:latin typeface="Segoe UI"/>
                <a:cs typeface="Segoe UI"/>
              </a:rPr>
              <a:t>on</a:t>
            </a:r>
            <a:r>
              <a:rPr sz="2150" spc="185" dirty="0">
                <a:latin typeface="Segoe UI"/>
                <a:cs typeface="Segoe UI"/>
              </a:rPr>
              <a:t>  </a:t>
            </a:r>
            <a:r>
              <a:rPr sz="2150" spc="55" dirty="0">
                <a:latin typeface="Segoe UI"/>
                <a:cs typeface="Segoe UI"/>
              </a:rPr>
              <a:t>their</a:t>
            </a:r>
            <a:r>
              <a:rPr sz="2150" spc="200" dirty="0">
                <a:latin typeface="Segoe UI"/>
                <a:cs typeface="Segoe UI"/>
              </a:rPr>
              <a:t>  </a:t>
            </a:r>
            <a:r>
              <a:rPr sz="2150" spc="55" dirty="0">
                <a:latin typeface="Segoe UI"/>
                <a:cs typeface="Segoe UI"/>
              </a:rPr>
              <a:t>mobile </a:t>
            </a:r>
            <a:r>
              <a:rPr sz="2150" spc="60" dirty="0">
                <a:latin typeface="Segoe UI"/>
                <a:cs typeface="Segoe UI"/>
              </a:rPr>
              <a:t>devices,</a:t>
            </a:r>
            <a:r>
              <a:rPr sz="2150" spc="165" dirty="0">
                <a:latin typeface="Segoe UI"/>
                <a:cs typeface="Segoe UI"/>
              </a:rPr>
              <a:t> </a:t>
            </a:r>
            <a:r>
              <a:rPr sz="2150" spc="60" dirty="0">
                <a:latin typeface="Segoe UI"/>
                <a:cs typeface="Segoe UI"/>
              </a:rPr>
              <a:t>thereby</a:t>
            </a:r>
            <a:r>
              <a:rPr sz="2150" spc="190" dirty="0">
                <a:latin typeface="Segoe UI"/>
                <a:cs typeface="Segoe UI"/>
              </a:rPr>
              <a:t> </a:t>
            </a:r>
            <a:r>
              <a:rPr sz="2150" spc="65" dirty="0">
                <a:latin typeface="Segoe UI"/>
                <a:cs typeface="Segoe UI"/>
              </a:rPr>
              <a:t>improving</a:t>
            </a:r>
            <a:r>
              <a:rPr sz="2150" spc="195" dirty="0">
                <a:latin typeface="Segoe UI"/>
                <a:cs typeface="Segoe UI"/>
              </a:rPr>
              <a:t> </a:t>
            </a:r>
            <a:r>
              <a:rPr sz="2150" spc="65" dirty="0">
                <a:latin typeface="Segoe UI"/>
                <a:cs typeface="Segoe UI"/>
              </a:rPr>
              <a:t>accessibility</a:t>
            </a:r>
            <a:r>
              <a:rPr sz="2150" spc="195" dirty="0">
                <a:latin typeface="Segoe UI"/>
                <a:cs typeface="Segoe UI"/>
              </a:rPr>
              <a:t> </a:t>
            </a:r>
            <a:r>
              <a:rPr sz="2150" spc="50" dirty="0">
                <a:latin typeface="Segoe UI"/>
                <a:cs typeface="Segoe UI"/>
              </a:rPr>
              <a:t>and</a:t>
            </a:r>
            <a:r>
              <a:rPr sz="2150" spc="195" dirty="0">
                <a:latin typeface="Segoe UI"/>
                <a:cs typeface="Segoe UI"/>
              </a:rPr>
              <a:t> </a:t>
            </a:r>
            <a:r>
              <a:rPr sz="2150" spc="65" dirty="0">
                <a:latin typeface="Segoe UI"/>
                <a:cs typeface="Segoe UI"/>
              </a:rPr>
              <a:t>overall</a:t>
            </a:r>
            <a:r>
              <a:rPr sz="2150" spc="195" dirty="0">
                <a:latin typeface="Segoe UI"/>
                <a:cs typeface="Segoe UI"/>
              </a:rPr>
              <a:t> </a:t>
            </a:r>
            <a:r>
              <a:rPr sz="2150" dirty="0">
                <a:latin typeface="Segoe UI"/>
                <a:cs typeface="Segoe UI"/>
              </a:rPr>
              <a:t>user</a:t>
            </a:r>
            <a:r>
              <a:rPr sz="2150" spc="190" dirty="0">
                <a:latin typeface="Segoe UI"/>
                <a:cs typeface="Segoe UI"/>
              </a:rPr>
              <a:t> </a:t>
            </a:r>
            <a:r>
              <a:rPr sz="2150" spc="55" dirty="0">
                <a:latin typeface="Segoe UI"/>
                <a:cs typeface="Segoe UI"/>
              </a:rPr>
              <a:t>satisfaction.</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1626849" y="6322391"/>
            <a:ext cx="282575" cy="329565"/>
          </a:xfrm>
          <a:prstGeom prst="rect">
            <a:avLst/>
          </a:prstGeom>
        </p:spPr>
        <p:txBody>
          <a:bodyPr vert="horz" wrap="square" lIns="0" tIns="30480" rIns="0" bIns="0" rtlCol="0">
            <a:spAutoFit/>
          </a:bodyPr>
          <a:lstStyle/>
          <a:p>
            <a:pPr marL="12700">
              <a:lnSpc>
                <a:spcPct val="100000"/>
              </a:lnSpc>
              <a:spcBef>
                <a:spcPts val="240"/>
              </a:spcBef>
            </a:pPr>
            <a:r>
              <a:rPr sz="1800" spc="-25" dirty="0">
                <a:solidFill>
                  <a:srgbClr val="777777"/>
                </a:solidFill>
                <a:latin typeface="Segoe UI"/>
                <a:cs typeface="Segoe UI"/>
              </a:rPr>
              <a:t>40</a:t>
            </a:r>
            <a:endParaRPr sz="1800">
              <a:latin typeface="Segoe UI"/>
              <a:cs typeface="Segoe UI"/>
            </a:endParaRPr>
          </a:p>
        </p:txBody>
      </p:sp>
      <p:sp>
        <p:nvSpPr>
          <p:cNvPr id="2" name="object 2"/>
          <p:cNvSpPr txBox="1"/>
          <p:nvPr/>
        </p:nvSpPr>
        <p:spPr>
          <a:xfrm>
            <a:off x="735012" y="1928495"/>
            <a:ext cx="10714355" cy="2921000"/>
          </a:xfrm>
          <a:prstGeom prst="rect">
            <a:avLst/>
          </a:prstGeom>
        </p:spPr>
        <p:txBody>
          <a:bodyPr vert="horz" wrap="square" lIns="0" tIns="6985" rIns="0" bIns="0" rtlCol="0">
            <a:spAutoFit/>
          </a:bodyPr>
          <a:lstStyle/>
          <a:p>
            <a:pPr marL="12700" marR="5080" algn="just">
              <a:lnSpc>
                <a:spcPct val="126499"/>
              </a:lnSpc>
              <a:spcBef>
                <a:spcPts val="55"/>
              </a:spcBef>
            </a:pPr>
            <a:r>
              <a:rPr sz="2150" dirty="0">
                <a:latin typeface="Segoe UI"/>
                <a:cs typeface="Segoe UI"/>
              </a:rPr>
              <a:t>The</a:t>
            </a:r>
            <a:r>
              <a:rPr sz="2150" spc="80" dirty="0">
                <a:latin typeface="Segoe UI"/>
                <a:cs typeface="Segoe UI"/>
              </a:rPr>
              <a:t>  </a:t>
            </a:r>
            <a:r>
              <a:rPr sz="2150" spc="65" dirty="0">
                <a:latin typeface="Segoe UI"/>
                <a:cs typeface="Segoe UI"/>
              </a:rPr>
              <a:t>primary</a:t>
            </a:r>
            <a:r>
              <a:rPr sz="2150" spc="90" dirty="0">
                <a:latin typeface="Segoe UI"/>
                <a:cs typeface="Segoe UI"/>
              </a:rPr>
              <a:t>  </a:t>
            </a:r>
            <a:r>
              <a:rPr sz="2150" spc="65" dirty="0">
                <a:latin typeface="Segoe UI"/>
                <a:cs typeface="Segoe UI"/>
              </a:rPr>
              <a:t>objective</a:t>
            </a:r>
            <a:r>
              <a:rPr sz="2150" spc="80" dirty="0">
                <a:latin typeface="Segoe UI"/>
                <a:cs typeface="Segoe UI"/>
              </a:rPr>
              <a:t>  </a:t>
            </a:r>
            <a:r>
              <a:rPr sz="2150" dirty="0">
                <a:latin typeface="Segoe UI"/>
                <a:cs typeface="Segoe UI"/>
              </a:rPr>
              <a:t>of</a:t>
            </a:r>
            <a:r>
              <a:rPr sz="2150" spc="90" dirty="0">
                <a:latin typeface="Segoe UI"/>
                <a:cs typeface="Segoe UI"/>
              </a:rPr>
              <a:t>  </a:t>
            </a:r>
            <a:r>
              <a:rPr sz="2150" spc="55" dirty="0">
                <a:latin typeface="Segoe UI"/>
                <a:cs typeface="Segoe UI"/>
              </a:rPr>
              <a:t>this</a:t>
            </a:r>
            <a:r>
              <a:rPr sz="2150" spc="75" dirty="0">
                <a:latin typeface="Segoe UI"/>
                <a:cs typeface="Segoe UI"/>
              </a:rPr>
              <a:t>  </a:t>
            </a:r>
            <a:r>
              <a:rPr sz="2150" spc="60" dirty="0">
                <a:latin typeface="Segoe UI"/>
                <a:cs typeface="Segoe UI"/>
              </a:rPr>
              <a:t>project</a:t>
            </a:r>
            <a:r>
              <a:rPr sz="2150" spc="95" dirty="0">
                <a:latin typeface="Segoe UI"/>
                <a:cs typeface="Segoe UI"/>
              </a:rPr>
              <a:t>  </a:t>
            </a:r>
            <a:r>
              <a:rPr sz="2150" dirty="0">
                <a:latin typeface="Segoe UI"/>
                <a:cs typeface="Segoe UI"/>
              </a:rPr>
              <a:t>is</a:t>
            </a:r>
            <a:r>
              <a:rPr sz="2150" spc="80" dirty="0">
                <a:latin typeface="Segoe UI"/>
                <a:cs typeface="Segoe UI"/>
              </a:rPr>
              <a:t>  </a:t>
            </a:r>
            <a:r>
              <a:rPr sz="2150" dirty="0">
                <a:latin typeface="Segoe UI"/>
                <a:cs typeface="Segoe UI"/>
              </a:rPr>
              <a:t>to</a:t>
            </a:r>
            <a:r>
              <a:rPr sz="2150" spc="90" dirty="0">
                <a:latin typeface="Segoe UI"/>
                <a:cs typeface="Segoe UI"/>
              </a:rPr>
              <a:t>  </a:t>
            </a:r>
            <a:r>
              <a:rPr sz="2150" spc="65" dirty="0">
                <a:latin typeface="Segoe UI"/>
                <a:cs typeface="Segoe UI"/>
              </a:rPr>
              <a:t>develop</a:t>
            </a:r>
            <a:r>
              <a:rPr sz="2150" spc="85" dirty="0">
                <a:latin typeface="Segoe UI"/>
                <a:cs typeface="Segoe UI"/>
              </a:rPr>
              <a:t>  </a:t>
            </a:r>
            <a:r>
              <a:rPr sz="2150" spc="50" dirty="0">
                <a:latin typeface="Segoe UI"/>
                <a:cs typeface="Segoe UI"/>
              </a:rPr>
              <a:t>and</a:t>
            </a:r>
            <a:r>
              <a:rPr sz="2150" spc="90" dirty="0">
                <a:latin typeface="Segoe UI"/>
                <a:cs typeface="Segoe UI"/>
              </a:rPr>
              <a:t>  </a:t>
            </a:r>
            <a:r>
              <a:rPr sz="2150" spc="65" dirty="0">
                <a:latin typeface="Segoe UI"/>
                <a:cs typeface="Segoe UI"/>
              </a:rPr>
              <a:t>integrate</a:t>
            </a:r>
            <a:r>
              <a:rPr sz="2150" spc="80" dirty="0">
                <a:latin typeface="Segoe UI"/>
                <a:cs typeface="Segoe UI"/>
              </a:rPr>
              <a:t>  </a:t>
            </a:r>
            <a:r>
              <a:rPr sz="2150" spc="50" dirty="0">
                <a:latin typeface="Segoe UI"/>
                <a:cs typeface="Segoe UI"/>
              </a:rPr>
              <a:t>the</a:t>
            </a:r>
            <a:r>
              <a:rPr sz="2150" spc="80" dirty="0">
                <a:latin typeface="Segoe UI"/>
                <a:cs typeface="Segoe UI"/>
              </a:rPr>
              <a:t>  </a:t>
            </a:r>
            <a:r>
              <a:rPr sz="2150" spc="55" dirty="0">
                <a:latin typeface="Segoe UI"/>
                <a:cs typeface="Segoe UI"/>
              </a:rPr>
              <a:t>Mobile </a:t>
            </a:r>
            <a:r>
              <a:rPr sz="2150" spc="65" dirty="0">
                <a:latin typeface="Segoe UI"/>
                <a:cs typeface="Segoe UI"/>
              </a:rPr>
              <a:t>Analytics</a:t>
            </a:r>
            <a:r>
              <a:rPr sz="2150" spc="229" dirty="0">
                <a:latin typeface="Segoe UI"/>
                <a:cs typeface="Segoe UI"/>
              </a:rPr>
              <a:t> </a:t>
            </a:r>
            <a:r>
              <a:rPr sz="2150" spc="60" dirty="0">
                <a:latin typeface="Segoe UI"/>
                <a:cs typeface="Segoe UI"/>
              </a:rPr>
              <a:t>Dashboard</a:t>
            </a:r>
            <a:r>
              <a:rPr sz="2150" spc="250" dirty="0">
                <a:latin typeface="Segoe UI"/>
                <a:cs typeface="Segoe UI"/>
              </a:rPr>
              <a:t> </a:t>
            </a:r>
            <a:r>
              <a:rPr sz="2150" spc="50" dirty="0">
                <a:latin typeface="Segoe UI"/>
                <a:cs typeface="Segoe UI"/>
              </a:rPr>
              <a:t>into</a:t>
            </a:r>
            <a:r>
              <a:rPr sz="2150" spc="260" dirty="0">
                <a:latin typeface="Segoe UI"/>
                <a:cs typeface="Segoe UI"/>
              </a:rPr>
              <a:t> </a:t>
            </a:r>
            <a:r>
              <a:rPr sz="2150" spc="50" dirty="0">
                <a:latin typeface="Segoe UI"/>
                <a:cs typeface="Segoe UI"/>
              </a:rPr>
              <a:t>the</a:t>
            </a:r>
            <a:r>
              <a:rPr sz="2150" spc="245" dirty="0">
                <a:latin typeface="Segoe UI"/>
                <a:cs typeface="Segoe UI"/>
              </a:rPr>
              <a:t> </a:t>
            </a:r>
            <a:r>
              <a:rPr sz="2150" spc="60" dirty="0">
                <a:latin typeface="Segoe UI"/>
                <a:cs typeface="Segoe UI"/>
              </a:rPr>
              <a:t>existing</a:t>
            </a:r>
            <a:r>
              <a:rPr sz="2150" spc="254" dirty="0">
                <a:latin typeface="Segoe UI"/>
                <a:cs typeface="Segoe UI"/>
              </a:rPr>
              <a:t> </a:t>
            </a:r>
            <a:r>
              <a:rPr sz="2150" spc="70" dirty="0">
                <a:latin typeface="Segoe UI"/>
                <a:cs typeface="Segoe UI"/>
              </a:rPr>
              <a:t>NovaCRM</a:t>
            </a:r>
            <a:r>
              <a:rPr sz="2150" spc="260" dirty="0">
                <a:latin typeface="Segoe UI"/>
                <a:cs typeface="Segoe UI"/>
              </a:rPr>
              <a:t> </a:t>
            </a:r>
            <a:r>
              <a:rPr sz="2150" spc="70" dirty="0">
                <a:latin typeface="Segoe UI"/>
                <a:cs typeface="Segoe UI"/>
              </a:rPr>
              <a:t>platform.</a:t>
            </a:r>
            <a:r>
              <a:rPr sz="2150" spc="235" dirty="0">
                <a:latin typeface="Segoe UI"/>
                <a:cs typeface="Segoe UI"/>
              </a:rPr>
              <a:t> </a:t>
            </a:r>
            <a:r>
              <a:rPr sz="2150" spc="50" dirty="0">
                <a:latin typeface="Segoe UI"/>
                <a:cs typeface="Segoe UI"/>
              </a:rPr>
              <a:t>This</a:t>
            </a:r>
            <a:r>
              <a:rPr sz="2150" spc="240" dirty="0">
                <a:latin typeface="Segoe UI"/>
                <a:cs typeface="Segoe UI"/>
              </a:rPr>
              <a:t> </a:t>
            </a:r>
            <a:r>
              <a:rPr sz="2150" spc="60" dirty="0">
                <a:latin typeface="Segoe UI"/>
                <a:cs typeface="Segoe UI"/>
              </a:rPr>
              <a:t>feature</a:t>
            </a:r>
            <a:r>
              <a:rPr sz="2150" spc="245" dirty="0">
                <a:latin typeface="Segoe UI"/>
                <a:cs typeface="Segoe UI"/>
              </a:rPr>
              <a:t> </a:t>
            </a:r>
            <a:r>
              <a:rPr sz="2150" spc="55" dirty="0">
                <a:latin typeface="Segoe UI"/>
                <a:cs typeface="Segoe UI"/>
              </a:rPr>
              <a:t>will</a:t>
            </a:r>
            <a:r>
              <a:rPr sz="2150" spc="260" dirty="0">
                <a:latin typeface="Segoe UI"/>
                <a:cs typeface="Segoe UI"/>
              </a:rPr>
              <a:t> </a:t>
            </a:r>
            <a:r>
              <a:rPr sz="2150" spc="50" dirty="0">
                <a:latin typeface="Segoe UI"/>
                <a:cs typeface="Segoe UI"/>
              </a:rPr>
              <a:t>enable users</a:t>
            </a:r>
            <a:r>
              <a:rPr sz="2150" spc="375" dirty="0">
                <a:latin typeface="Segoe UI"/>
                <a:cs typeface="Segoe UI"/>
              </a:rPr>
              <a:t>  </a:t>
            </a:r>
            <a:r>
              <a:rPr sz="2150" dirty="0">
                <a:latin typeface="Segoe UI"/>
                <a:cs typeface="Segoe UI"/>
              </a:rPr>
              <a:t>to</a:t>
            </a:r>
            <a:r>
              <a:rPr sz="2150" spc="395" dirty="0">
                <a:latin typeface="Segoe UI"/>
                <a:cs typeface="Segoe UI"/>
              </a:rPr>
              <a:t>  </a:t>
            </a:r>
            <a:r>
              <a:rPr sz="2150" spc="55" dirty="0">
                <a:latin typeface="Segoe UI"/>
                <a:cs typeface="Segoe UI"/>
              </a:rPr>
              <a:t>access</a:t>
            </a:r>
            <a:r>
              <a:rPr sz="2150" spc="385" dirty="0">
                <a:latin typeface="Segoe UI"/>
                <a:cs typeface="Segoe UI"/>
              </a:rPr>
              <a:t>  </a:t>
            </a:r>
            <a:r>
              <a:rPr sz="2150" spc="80" dirty="0">
                <a:latin typeface="Segoe UI"/>
                <a:cs typeface="Segoe UI"/>
              </a:rPr>
              <a:t>real-</a:t>
            </a:r>
            <a:r>
              <a:rPr sz="2150" spc="65" dirty="0">
                <a:latin typeface="Segoe UI"/>
                <a:cs typeface="Segoe UI"/>
              </a:rPr>
              <a:t>time</a:t>
            </a:r>
            <a:r>
              <a:rPr sz="2150" spc="390" dirty="0">
                <a:latin typeface="Segoe UI"/>
                <a:cs typeface="Segoe UI"/>
              </a:rPr>
              <a:t>  </a:t>
            </a:r>
            <a:r>
              <a:rPr sz="2150" spc="55" dirty="0">
                <a:latin typeface="Segoe UI"/>
                <a:cs typeface="Segoe UI"/>
              </a:rPr>
              <a:t>sales</a:t>
            </a:r>
            <a:r>
              <a:rPr sz="2150" spc="385" dirty="0">
                <a:latin typeface="Segoe UI"/>
                <a:cs typeface="Segoe UI"/>
              </a:rPr>
              <a:t>  </a:t>
            </a:r>
            <a:r>
              <a:rPr sz="2150" spc="70" dirty="0">
                <a:latin typeface="Segoe UI"/>
                <a:cs typeface="Segoe UI"/>
              </a:rPr>
              <a:t>data,</a:t>
            </a:r>
            <a:r>
              <a:rPr sz="2150" spc="385" dirty="0">
                <a:latin typeface="Segoe UI"/>
                <a:cs typeface="Segoe UI"/>
              </a:rPr>
              <a:t>  </a:t>
            </a:r>
            <a:r>
              <a:rPr sz="2150" spc="60" dirty="0">
                <a:latin typeface="Segoe UI"/>
                <a:cs typeface="Segoe UI"/>
              </a:rPr>
              <a:t>customer</a:t>
            </a:r>
            <a:r>
              <a:rPr sz="2150" spc="395" dirty="0">
                <a:latin typeface="Segoe UI"/>
                <a:cs typeface="Segoe UI"/>
              </a:rPr>
              <a:t>  </a:t>
            </a:r>
            <a:r>
              <a:rPr sz="2150" spc="65" dirty="0">
                <a:latin typeface="Segoe UI"/>
                <a:cs typeface="Segoe UI"/>
              </a:rPr>
              <a:t>engagement</a:t>
            </a:r>
            <a:r>
              <a:rPr sz="2150" spc="405" dirty="0">
                <a:latin typeface="Segoe UI"/>
                <a:cs typeface="Segoe UI"/>
              </a:rPr>
              <a:t>  </a:t>
            </a:r>
            <a:r>
              <a:rPr sz="2150" spc="60" dirty="0">
                <a:latin typeface="Segoe UI"/>
                <a:cs typeface="Segoe UI"/>
              </a:rPr>
              <a:t>metrics,</a:t>
            </a:r>
            <a:r>
              <a:rPr sz="2150" spc="385" dirty="0">
                <a:latin typeface="Segoe UI"/>
                <a:cs typeface="Segoe UI"/>
              </a:rPr>
              <a:t>  </a:t>
            </a:r>
            <a:r>
              <a:rPr sz="2150" spc="25" dirty="0">
                <a:latin typeface="Segoe UI"/>
                <a:cs typeface="Segoe UI"/>
              </a:rPr>
              <a:t>and </a:t>
            </a:r>
            <a:r>
              <a:rPr sz="2150" spc="65" dirty="0">
                <a:latin typeface="Segoe UI"/>
                <a:cs typeface="Segoe UI"/>
              </a:rPr>
              <a:t>performance</a:t>
            </a:r>
            <a:r>
              <a:rPr sz="2150" spc="240" dirty="0">
                <a:latin typeface="Segoe UI"/>
                <a:cs typeface="Segoe UI"/>
              </a:rPr>
              <a:t> </a:t>
            </a:r>
            <a:r>
              <a:rPr sz="2150" spc="65" dirty="0">
                <a:latin typeface="Segoe UI"/>
                <a:cs typeface="Segoe UI"/>
              </a:rPr>
              <a:t>analytics</a:t>
            </a:r>
            <a:r>
              <a:rPr sz="2150" spc="229" dirty="0">
                <a:latin typeface="Segoe UI"/>
                <a:cs typeface="Segoe UI"/>
              </a:rPr>
              <a:t> </a:t>
            </a:r>
            <a:r>
              <a:rPr sz="2150" spc="65" dirty="0">
                <a:latin typeface="Segoe UI"/>
                <a:cs typeface="Segoe UI"/>
              </a:rPr>
              <a:t>seamlessly</a:t>
            </a:r>
            <a:r>
              <a:rPr sz="2150" spc="245" dirty="0">
                <a:latin typeface="Segoe UI"/>
                <a:cs typeface="Segoe UI"/>
              </a:rPr>
              <a:t> </a:t>
            </a:r>
            <a:r>
              <a:rPr sz="2150" dirty="0">
                <a:latin typeface="Segoe UI"/>
                <a:cs typeface="Segoe UI"/>
              </a:rPr>
              <a:t>on</a:t>
            </a:r>
            <a:r>
              <a:rPr sz="2150" spc="225" dirty="0">
                <a:latin typeface="Segoe UI"/>
                <a:cs typeface="Segoe UI"/>
              </a:rPr>
              <a:t> </a:t>
            </a:r>
            <a:r>
              <a:rPr sz="2150" spc="55" dirty="0">
                <a:latin typeface="Segoe UI"/>
                <a:cs typeface="Segoe UI"/>
              </a:rPr>
              <a:t>their</a:t>
            </a:r>
            <a:r>
              <a:rPr sz="2150" spc="245" dirty="0">
                <a:latin typeface="Segoe UI"/>
                <a:cs typeface="Segoe UI"/>
              </a:rPr>
              <a:t> </a:t>
            </a:r>
            <a:r>
              <a:rPr sz="2150" spc="65" dirty="0">
                <a:latin typeface="Segoe UI"/>
                <a:cs typeface="Segoe UI"/>
              </a:rPr>
              <a:t>smartphones</a:t>
            </a:r>
            <a:r>
              <a:rPr sz="2150" spc="229" dirty="0">
                <a:latin typeface="Segoe UI"/>
                <a:cs typeface="Segoe UI"/>
              </a:rPr>
              <a:t> </a:t>
            </a:r>
            <a:r>
              <a:rPr sz="2150" spc="50" dirty="0">
                <a:latin typeface="Segoe UI"/>
                <a:cs typeface="Segoe UI"/>
              </a:rPr>
              <a:t>and</a:t>
            </a:r>
            <a:r>
              <a:rPr sz="2150" spc="245" dirty="0">
                <a:latin typeface="Segoe UI"/>
                <a:cs typeface="Segoe UI"/>
              </a:rPr>
              <a:t> </a:t>
            </a:r>
            <a:r>
              <a:rPr sz="2150" spc="70" dirty="0">
                <a:latin typeface="Segoe UI"/>
                <a:cs typeface="Segoe UI"/>
              </a:rPr>
              <a:t>tablets.</a:t>
            </a:r>
            <a:r>
              <a:rPr sz="2150" spc="229" dirty="0">
                <a:latin typeface="Segoe UI"/>
                <a:cs typeface="Segoe UI"/>
              </a:rPr>
              <a:t> </a:t>
            </a:r>
            <a:r>
              <a:rPr sz="2150" spc="55" dirty="0">
                <a:latin typeface="Segoe UI"/>
                <a:cs typeface="Segoe UI"/>
              </a:rPr>
              <a:t>By</a:t>
            </a:r>
            <a:r>
              <a:rPr sz="2150" spc="250" dirty="0">
                <a:latin typeface="Segoe UI"/>
                <a:cs typeface="Segoe UI"/>
              </a:rPr>
              <a:t> </a:t>
            </a:r>
            <a:r>
              <a:rPr sz="2150" spc="45" dirty="0">
                <a:latin typeface="Segoe UI"/>
                <a:cs typeface="Segoe UI"/>
              </a:rPr>
              <a:t>enhancing </a:t>
            </a:r>
            <a:r>
              <a:rPr sz="2150" spc="65" dirty="0">
                <a:latin typeface="Segoe UI"/>
                <a:cs typeface="Segoe UI"/>
              </a:rPr>
              <a:t>accessibility,</a:t>
            </a:r>
            <a:r>
              <a:rPr sz="2150" spc="275" dirty="0">
                <a:latin typeface="Segoe UI"/>
                <a:cs typeface="Segoe UI"/>
              </a:rPr>
              <a:t> </a:t>
            </a:r>
            <a:r>
              <a:rPr sz="2150" spc="50" dirty="0">
                <a:latin typeface="Segoe UI"/>
                <a:cs typeface="Segoe UI"/>
              </a:rPr>
              <a:t>the</a:t>
            </a:r>
            <a:r>
              <a:rPr sz="2150" spc="285" dirty="0">
                <a:latin typeface="Segoe UI"/>
                <a:cs typeface="Segoe UI"/>
              </a:rPr>
              <a:t> </a:t>
            </a:r>
            <a:r>
              <a:rPr sz="2150" spc="60" dirty="0">
                <a:latin typeface="Segoe UI"/>
                <a:cs typeface="Segoe UI"/>
              </a:rPr>
              <a:t>project</a:t>
            </a:r>
            <a:r>
              <a:rPr sz="2150" spc="310" dirty="0">
                <a:latin typeface="Segoe UI"/>
                <a:cs typeface="Segoe UI"/>
              </a:rPr>
              <a:t> </a:t>
            </a:r>
            <a:r>
              <a:rPr sz="2150" spc="50" dirty="0">
                <a:latin typeface="Segoe UI"/>
                <a:cs typeface="Segoe UI"/>
              </a:rPr>
              <a:t>seeks</a:t>
            </a:r>
            <a:r>
              <a:rPr sz="2150" spc="275" dirty="0">
                <a:latin typeface="Segoe UI"/>
                <a:cs typeface="Segoe UI"/>
              </a:rPr>
              <a:t> </a:t>
            </a:r>
            <a:r>
              <a:rPr sz="2150" dirty="0">
                <a:latin typeface="Segoe UI"/>
                <a:cs typeface="Segoe UI"/>
              </a:rPr>
              <a:t>to</a:t>
            </a:r>
            <a:r>
              <a:rPr sz="2150" spc="295" dirty="0">
                <a:latin typeface="Segoe UI"/>
                <a:cs typeface="Segoe UI"/>
              </a:rPr>
              <a:t> </a:t>
            </a:r>
            <a:r>
              <a:rPr sz="2150" spc="55" dirty="0">
                <a:latin typeface="Segoe UI"/>
                <a:cs typeface="Segoe UI"/>
              </a:rPr>
              <a:t>boost</a:t>
            </a:r>
            <a:r>
              <a:rPr sz="2150" spc="315" dirty="0">
                <a:latin typeface="Segoe UI"/>
                <a:cs typeface="Segoe UI"/>
              </a:rPr>
              <a:t> </a:t>
            </a:r>
            <a:r>
              <a:rPr sz="2150" dirty="0">
                <a:latin typeface="Segoe UI"/>
                <a:cs typeface="Segoe UI"/>
              </a:rPr>
              <a:t>user</a:t>
            </a:r>
            <a:r>
              <a:rPr sz="2150" spc="290" dirty="0">
                <a:latin typeface="Segoe UI"/>
                <a:cs typeface="Segoe UI"/>
              </a:rPr>
              <a:t> </a:t>
            </a:r>
            <a:r>
              <a:rPr sz="2150" spc="65" dirty="0">
                <a:latin typeface="Segoe UI"/>
                <a:cs typeface="Segoe UI"/>
              </a:rPr>
              <a:t>engagement</a:t>
            </a:r>
            <a:r>
              <a:rPr sz="2150" spc="310" dirty="0">
                <a:latin typeface="Segoe UI"/>
                <a:cs typeface="Segoe UI"/>
              </a:rPr>
              <a:t> </a:t>
            </a:r>
            <a:r>
              <a:rPr sz="2150" spc="60" dirty="0">
                <a:latin typeface="Segoe UI"/>
                <a:cs typeface="Segoe UI"/>
              </a:rPr>
              <a:t>through</a:t>
            </a:r>
            <a:r>
              <a:rPr sz="2150" spc="265" dirty="0">
                <a:latin typeface="Segoe UI"/>
                <a:cs typeface="Segoe UI"/>
              </a:rPr>
              <a:t> </a:t>
            </a:r>
            <a:r>
              <a:rPr sz="2150" spc="65" dirty="0">
                <a:latin typeface="Segoe UI"/>
                <a:cs typeface="Segoe UI"/>
              </a:rPr>
              <a:t>interactive</a:t>
            </a:r>
            <a:r>
              <a:rPr sz="2150" spc="285" dirty="0">
                <a:latin typeface="Segoe UI"/>
                <a:cs typeface="Segoe UI"/>
              </a:rPr>
              <a:t> </a:t>
            </a:r>
            <a:r>
              <a:rPr sz="2150" spc="25" dirty="0">
                <a:latin typeface="Segoe UI"/>
                <a:cs typeface="Segoe UI"/>
              </a:rPr>
              <a:t>and </a:t>
            </a:r>
            <a:r>
              <a:rPr sz="2150" spc="65" dirty="0">
                <a:latin typeface="Segoe UI"/>
                <a:cs typeface="Segoe UI"/>
              </a:rPr>
              <a:t>customizable</a:t>
            </a:r>
            <a:r>
              <a:rPr sz="2150" spc="295" dirty="0">
                <a:latin typeface="Segoe UI"/>
                <a:cs typeface="Segoe UI"/>
              </a:rPr>
              <a:t>  </a:t>
            </a:r>
            <a:r>
              <a:rPr sz="2150" spc="65" dirty="0">
                <a:latin typeface="Segoe UI"/>
                <a:cs typeface="Segoe UI"/>
              </a:rPr>
              <a:t>dashboard</a:t>
            </a:r>
            <a:r>
              <a:rPr sz="2150" spc="310" dirty="0">
                <a:latin typeface="Segoe UI"/>
                <a:cs typeface="Segoe UI"/>
              </a:rPr>
              <a:t>  </a:t>
            </a:r>
            <a:r>
              <a:rPr sz="2150" spc="65" dirty="0">
                <a:latin typeface="Segoe UI"/>
                <a:cs typeface="Segoe UI"/>
              </a:rPr>
              <a:t>elements,</a:t>
            </a:r>
            <a:r>
              <a:rPr sz="2150" spc="305" dirty="0">
                <a:latin typeface="Segoe UI"/>
                <a:cs typeface="Segoe UI"/>
              </a:rPr>
              <a:t>  </a:t>
            </a:r>
            <a:r>
              <a:rPr sz="2150" spc="65" dirty="0">
                <a:latin typeface="Segoe UI"/>
                <a:cs typeface="Segoe UI"/>
              </a:rPr>
              <a:t>implement</a:t>
            </a:r>
            <a:r>
              <a:rPr sz="2150" spc="320" dirty="0">
                <a:latin typeface="Segoe UI"/>
                <a:cs typeface="Segoe UI"/>
              </a:rPr>
              <a:t>  </a:t>
            </a:r>
            <a:r>
              <a:rPr sz="2150" spc="50" dirty="0">
                <a:latin typeface="Segoe UI"/>
                <a:cs typeface="Segoe UI"/>
              </a:rPr>
              <a:t>push</a:t>
            </a:r>
            <a:r>
              <a:rPr sz="2150" spc="295" dirty="0">
                <a:latin typeface="Segoe UI"/>
                <a:cs typeface="Segoe UI"/>
              </a:rPr>
              <a:t>  </a:t>
            </a:r>
            <a:r>
              <a:rPr sz="2150" spc="65" dirty="0">
                <a:latin typeface="Segoe UI"/>
                <a:cs typeface="Segoe UI"/>
              </a:rPr>
              <a:t>notifications</a:t>
            </a:r>
            <a:r>
              <a:rPr sz="2150" spc="300" dirty="0">
                <a:latin typeface="Segoe UI"/>
                <a:cs typeface="Segoe UI"/>
              </a:rPr>
              <a:t>  </a:t>
            </a:r>
            <a:r>
              <a:rPr sz="2150" spc="45" dirty="0">
                <a:latin typeface="Segoe UI"/>
                <a:cs typeface="Segoe UI"/>
              </a:rPr>
              <a:t>for</a:t>
            </a:r>
            <a:r>
              <a:rPr sz="2150" spc="310" dirty="0">
                <a:latin typeface="Segoe UI"/>
                <a:cs typeface="Segoe UI"/>
              </a:rPr>
              <a:t>  </a:t>
            </a:r>
            <a:r>
              <a:rPr sz="2150" spc="50" dirty="0">
                <a:latin typeface="Segoe UI"/>
                <a:cs typeface="Segoe UI"/>
              </a:rPr>
              <a:t>critical </a:t>
            </a:r>
            <a:r>
              <a:rPr sz="2150" spc="65" dirty="0">
                <a:latin typeface="Segoe UI"/>
                <a:cs typeface="Segoe UI"/>
              </a:rPr>
              <a:t>updates,</a:t>
            </a:r>
            <a:r>
              <a:rPr sz="2150" spc="160" dirty="0">
                <a:latin typeface="Segoe UI"/>
                <a:cs typeface="Segoe UI"/>
              </a:rPr>
              <a:t> </a:t>
            </a:r>
            <a:r>
              <a:rPr sz="2150" spc="50" dirty="0">
                <a:latin typeface="Segoe UI"/>
                <a:cs typeface="Segoe UI"/>
              </a:rPr>
              <a:t>and</a:t>
            </a:r>
            <a:r>
              <a:rPr sz="2150" spc="180" dirty="0">
                <a:latin typeface="Segoe UI"/>
                <a:cs typeface="Segoe UI"/>
              </a:rPr>
              <a:t> </a:t>
            </a:r>
            <a:r>
              <a:rPr sz="2150" spc="50" dirty="0">
                <a:latin typeface="Segoe UI"/>
                <a:cs typeface="Segoe UI"/>
              </a:rPr>
              <a:t>ensure</a:t>
            </a:r>
            <a:r>
              <a:rPr sz="2150" spc="170" dirty="0">
                <a:latin typeface="Segoe UI"/>
                <a:cs typeface="Segoe UI"/>
              </a:rPr>
              <a:t> </a:t>
            </a:r>
            <a:r>
              <a:rPr sz="2150" spc="55" dirty="0">
                <a:latin typeface="Segoe UI"/>
                <a:cs typeface="Segoe UI"/>
              </a:rPr>
              <a:t>robust</a:t>
            </a:r>
            <a:r>
              <a:rPr sz="2150" spc="195" dirty="0">
                <a:latin typeface="Segoe UI"/>
                <a:cs typeface="Segoe UI"/>
              </a:rPr>
              <a:t> </a:t>
            </a:r>
            <a:r>
              <a:rPr sz="2150" spc="65" dirty="0">
                <a:latin typeface="Segoe UI"/>
                <a:cs typeface="Segoe UI"/>
              </a:rPr>
              <a:t>data</a:t>
            </a:r>
            <a:r>
              <a:rPr sz="2150" spc="200" dirty="0">
                <a:latin typeface="Segoe UI"/>
                <a:cs typeface="Segoe UI"/>
              </a:rPr>
              <a:t> </a:t>
            </a:r>
            <a:r>
              <a:rPr sz="2150" spc="55" dirty="0">
                <a:latin typeface="Segoe UI"/>
                <a:cs typeface="Segoe UI"/>
              </a:rPr>
              <a:t>security</a:t>
            </a:r>
            <a:r>
              <a:rPr sz="2150" spc="180" dirty="0">
                <a:latin typeface="Segoe UI"/>
                <a:cs typeface="Segoe UI"/>
              </a:rPr>
              <a:t> </a:t>
            </a:r>
            <a:r>
              <a:rPr sz="2150" dirty="0">
                <a:latin typeface="Segoe UI"/>
                <a:cs typeface="Segoe UI"/>
              </a:rPr>
              <a:t>to</a:t>
            </a:r>
            <a:r>
              <a:rPr sz="2150" spc="185" dirty="0">
                <a:latin typeface="Segoe UI"/>
                <a:cs typeface="Segoe UI"/>
              </a:rPr>
              <a:t> </a:t>
            </a:r>
            <a:r>
              <a:rPr sz="2150" spc="60" dirty="0">
                <a:latin typeface="Segoe UI"/>
                <a:cs typeface="Segoe UI"/>
              </a:rPr>
              <a:t>protect</a:t>
            </a:r>
            <a:r>
              <a:rPr sz="2150" spc="195" dirty="0">
                <a:latin typeface="Segoe UI"/>
                <a:cs typeface="Segoe UI"/>
              </a:rPr>
              <a:t> </a:t>
            </a:r>
            <a:r>
              <a:rPr sz="2150" spc="60" dirty="0">
                <a:latin typeface="Segoe UI"/>
                <a:cs typeface="Segoe UI"/>
              </a:rPr>
              <a:t>sensitive</a:t>
            </a:r>
            <a:r>
              <a:rPr sz="2150" spc="170" dirty="0">
                <a:latin typeface="Segoe UI"/>
                <a:cs typeface="Segoe UI"/>
              </a:rPr>
              <a:t> </a:t>
            </a:r>
            <a:r>
              <a:rPr sz="2150" spc="55" dirty="0">
                <a:latin typeface="Segoe UI"/>
                <a:cs typeface="Segoe UI"/>
              </a:rPr>
              <a:t>information.</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1626849" y="6322391"/>
            <a:ext cx="282575" cy="329565"/>
          </a:xfrm>
          <a:prstGeom prst="rect">
            <a:avLst/>
          </a:prstGeom>
        </p:spPr>
        <p:txBody>
          <a:bodyPr vert="horz" wrap="square" lIns="0" tIns="30480" rIns="0" bIns="0" rtlCol="0">
            <a:spAutoFit/>
          </a:bodyPr>
          <a:lstStyle/>
          <a:p>
            <a:pPr marL="12700">
              <a:lnSpc>
                <a:spcPct val="100000"/>
              </a:lnSpc>
              <a:spcBef>
                <a:spcPts val="240"/>
              </a:spcBef>
            </a:pPr>
            <a:r>
              <a:rPr sz="1800" spc="-25" dirty="0">
                <a:solidFill>
                  <a:srgbClr val="777777"/>
                </a:solidFill>
                <a:latin typeface="Segoe UI"/>
                <a:cs typeface="Segoe UI"/>
              </a:rPr>
              <a:t>41</a:t>
            </a:r>
            <a:endParaRPr sz="1800">
              <a:latin typeface="Segoe UI"/>
              <a:cs typeface="Segoe UI"/>
            </a:endParaRPr>
          </a:p>
        </p:txBody>
      </p:sp>
      <p:sp>
        <p:nvSpPr>
          <p:cNvPr id="2" name="object 2"/>
          <p:cNvSpPr txBox="1"/>
          <p:nvPr/>
        </p:nvSpPr>
        <p:spPr>
          <a:xfrm>
            <a:off x="735012" y="671194"/>
            <a:ext cx="10716895" cy="5416550"/>
          </a:xfrm>
          <a:prstGeom prst="rect">
            <a:avLst/>
          </a:prstGeom>
        </p:spPr>
        <p:txBody>
          <a:bodyPr vert="horz" wrap="square" lIns="0" tIns="16510" rIns="0" bIns="0" rtlCol="0">
            <a:spAutoFit/>
          </a:bodyPr>
          <a:lstStyle/>
          <a:p>
            <a:pPr marL="12700" marR="5080" algn="just">
              <a:lnSpc>
                <a:spcPct val="126499"/>
              </a:lnSpc>
              <a:spcBef>
                <a:spcPts val="130"/>
              </a:spcBef>
            </a:pPr>
            <a:r>
              <a:rPr sz="2150" dirty="0">
                <a:latin typeface="Segoe UI"/>
                <a:cs typeface="Segoe UI"/>
              </a:rPr>
              <a:t>The</a:t>
            </a:r>
            <a:r>
              <a:rPr sz="2150" spc="-5" dirty="0">
                <a:latin typeface="Segoe UI"/>
                <a:cs typeface="Segoe UI"/>
              </a:rPr>
              <a:t>  </a:t>
            </a:r>
            <a:r>
              <a:rPr sz="2150" spc="55" dirty="0">
                <a:latin typeface="Segoe UI"/>
                <a:cs typeface="Segoe UI"/>
              </a:rPr>
              <a:t>scope</a:t>
            </a:r>
            <a:r>
              <a:rPr sz="2150" spc="-5" dirty="0">
                <a:latin typeface="Segoe UI"/>
                <a:cs typeface="Segoe UI"/>
              </a:rPr>
              <a:t>  </a:t>
            </a:r>
            <a:r>
              <a:rPr sz="2150" dirty="0">
                <a:latin typeface="Segoe UI"/>
                <a:cs typeface="Segoe UI"/>
              </a:rPr>
              <a:t>of  </a:t>
            </a:r>
            <a:r>
              <a:rPr sz="2150" spc="50" dirty="0">
                <a:latin typeface="Segoe UI"/>
                <a:cs typeface="Segoe UI"/>
              </a:rPr>
              <a:t>the</a:t>
            </a:r>
            <a:r>
              <a:rPr sz="2150" spc="-5" dirty="0">
                <a:latin typeface="Segoe UI"/>
                <a:cs typeface="Segoe UI"/>
              </a:rPr>
              <a:t>  </a:t>
            </a:r>
            <a:r>
              <a:rPr sz="2150" spc="60" dirty="0">
                <a:latin typeface="Segoe UI"/>
                <a:cs typeface="Segoe UI"/>
              </a:rPr>
              <a:t>project</a:t>
            </a:r>
            <a:r>
              <a:rPr sz="2150" spc="10" dirty="0">
                <a:latin typeface="Segoe UI"/>
                <a:cs typeface="Segoe UI"/>
              </a:rPr>
              <a:t>  </a:t>
            </a:r>
            <a:r>
              <a:rPr sz="2150" dirty="0">
                <a:latin typeface="Segoe UI"/>
                <a:cs typeface="Segoe UI"/>
              </a:rPr>
              <a:t>is</a:t>
            </a:r>
            <a:r>
              <a:rPr sz="2150" spc="-10" dirty="0">
                <a:latin typeface="Segoe UI"/>
                <a:cs typeface="Segoe UI"/>
              </a:rPr>
              <a:t>  </a:t>
            </a:r>
            <a:r>
              <a:rPr sz="2150" spc="60" dirty="0">
                <a:latin typeface="Segoe UI"/>
                <a:cs typeface="Segoe UI"/>
              </a:rPr>
              <a:t>clearly</a:t>
            </a:r>
            <a:r>
              <a:rPr sz="2150" dirty="0">
                <a:latin typeface="Segoe UI"/>
                <a:cs typeface="Segoe UI"/>
              </a:rPr>
              <a:t>  </a:t>
            </a:r>
            <a:r>
              <a:rPr sz="2150" spc="60" dirty="0">
                <a:latin typeface="Segoe UI"/>
                <a:cs typeface="Segoe UI"/>
              </a:rPr>
              <a:t>defined</a:t>
            </a:r>
            <a:r>
              <a:rPr sz="2150" dirty="0">
                <a:latin typeface="Segoe UI"/>
                <a:cs typeface="Segoe UI"/>
              </a:rPr>
              <a:t>  to</a:t>
            </a:r>
            <a:r>
              <a:rPr sz="2150" spc="5" dirty="0">
                <a:latin typeface="Segoe UI"/>
                <a:cs typeface="Segoe UI"/>
              </a:rPr>
              <a:t>  </a:t>
            </a:r>
            <a:r>
              <a:rPr sz="2150" spc="60" dirty="0">
                <a:latin typeface="Segoe UI"/>
                <a:cs typeface="Segoe UI"/>
              </a:rPr>
              <a:t>prevent</a:t>
            </a:r>
            <a:r>
              <a:rPr sz="2150" spc="10" dirty="0">
                <a:latin typeface="Segoe UI"/>
                <a:cs typeface="Segoe UI"/>
              </a:rPr>
              <a:t>  </a:t>
            </a:r>
            <a:r>
              <a:rPr sz="2150" spc="55" dirty="0">
                <a:latin typeface="Segoe UI"/>
                <a:cs typeface="Segoe UI"/>
              </a:rPr>
              <a:t>scope</a:t>
            </a:r>
            <a:r>
              <a:rPr sz="2150" spc="-5" dirty="0">
                <a:latin typeface="Segoe UI"/>
                <a:cs typeface="Segoe UI"/>
              </a:rPr>
              <a:t>  </a:t>
            </a:r>
            <a:r>
              <a:rPr sz="2150" spc="55" dirty="0">
                <a:latin typeface="Segoe UI"/>
                <a:cs typeface="Segoe UI"/>
              </a:rPr>
              <a:t>creep</a:t>
            </a:r>
            <a:r>
              <a:rPr sz="2150" dirty="0">
                <a:latin typeface="Segoe UI"/>
                <a:cs typeface="Segoe UI"/>
              </a:rPr>
              <a:t>  </a:t>
            </a:r>
            <a:r>
              <a:rPr sz="2150" spc="50" dirty="0">
                <a:latin typeface="Segoe UI"/>
                <a:cs typeface="Segoe UI"/>
              </a:rPr>
              <a:t>and</a:t>
            </a:r>
            <a:r>
              <a:rPr sz="2150" dirty="0">
                <a:latin typeface="Segoe UI"/>
                <a:cs typeface="Segoe UI"/>
              </a:rPr>
              <a:t>  </a:t>
            </a:r>
            <a:r>
              <a:rPr sz="2150" spc="40" dirty="0">
                <a:latin typeface="Segoe UI"/>
                <a:cs typeface="Segoe UI"/>
              </a:rPr>
              <a:t>ensure </a:t>
            </a:r>
            <a:r>
              <a:rPr sz="2150" spc="55" dirty="0">
                <a:latin typeface="Segoe UI"/>
                <a:cs typeface="Segoe UI"/>
              </a:rPr>
              <a:t>focused</a:t>
            </a:r>
            <a:r>
              <a:rPr sz="2150" spc="430" dirty="0">
                <a:latin typeface="Segoe UI"/>
                <a:cs typeface="Segoe UI"/>
              </a:rPr>
              <a:t> </a:t>
            </a:r>
            <a:r>
              <a:rPr sz="2150" spc="60" dirty="0">
                <a:latin typeface="Segoe UI"/>
                <a:cs typeface="Segoe UI"/>
              </a:rPr>
              <a:t>execution.</a:t>
            </a:r>
            <a:r>
              <a:rPr sz="2150" spc="420" dirty="0">
                <a:latin typeface="Segoe UI"/>
                <a:cs typeface="Segoe UI"/>
              </a:rPr>
              <a:t> </a:t>
            </a:r>
            <a:r>
              <a:rPr sz="2150" spc="60" dirty="0">
                <a:latin typeface="Segoe UI"/>
                <a:cs typeface="Segoe UI"/>
              </a:rPr>
              <a:t>Within</a:t>
            </a:r>
            <a:r>
              <a:rPr sz="2150" spc="415" dirty="0">
                <a:latin typeface="Segoe UI"/>
                <a:cs typeface="Segoe UI"/>
              </a:rPr>
              <a:t> </a:t>
            </a:r>
            <a:r>
              <a:rPr sz="2150" spc="50" dirty="0">
                <a:latin typeface="Segoe UI"/>
                <a:cs typeface="Segoe UI"/>
              </a:rPr>
              <a:t>the</a:t>
            </a:r>
            <a:r>
              <a:rPr sz="2150" spc="425" dirty="0">
                <a:latin typeface="Segoe UI"/>
                <a:cs typeface="Segoe UI"/>
              </a:rPr>
              <a:t> </a:t>
            </a:r>
            <a:r>
              <a:rPr sz="2150" spc="55" dirty="0">
                <a:latin typeface="Segoe UI"/>
                <a:cs typeface="Segoe UI"/>
              </a:rPr>
              <a:t>scope,</a:t>
            </a:r>
            <a:r>
              <a:rPr sz="2150" spc="425" dirty="0">
                <a:latin typeface="Segoe UI"/>
                <a:cs typeface="Segoe UI"/>
              </a:rPr>
              <a:t> </a:t>
            </a:r>
            <a:r>
              <a:rPr sz="2150" spc="50" dirty="0">
                <a:latin typeface="Segoe UI"/>
                <a:cs typeface="Segoe UI"/>
              </a:rPr>
              <a:t>the</a:t>
            </a:r>
            <a:r>
              <a:rPr sz="2150" spc="425" dirty="0">
                <a:latin typeface="Segoe UI"/>
                <a:cs typeface="Segoe UI"/>
              </a:rPr>
              <a:t> </a:t>
            </a:r>
            <a:r>
              <a:rPr sz="2150" spc="65" dirty="0">
                <a:latin typeface="Segoe UI"/>
                <a:cs typeface="Segoe UI"/>
              </a:rPr>
              <a:t>development</a:t>
            </a:r>
            <a:r>
              <a:rPr sz="2150" spc="459" dirty="0">
                <a:latin typeface="Segoe UI"/>
                <a:cs typeface="Segoe UI"/>
              </a:rPr>
              <a:t> </a:t>
            </a:r>
            <a:r>
              <a:rPr sz="2150" dirty="0">
                <a:latin typeface="Segoe UI"/>
                <a:cs typeface="Segoe UI"/>
              </a:rPr>
              <a:t>of</a:t>
            </a:r>
            <a:r>
              <a:rPr sz="2150" spc="440" dirty="0">
                <a:latin typeface="Segoe UI"/>
                <a:cs typeface="Segoe UI"/>
              </a:rPr>
              <a:t> </a:t>
            </a:r>
            <a:r>
              <a:rPr sz="2150" spc="50" dirty="0">
                <a:latin typeface="Segoe UI"/>
                <a:cs typeface="Segoe UI"/>
              </a:rPr>
              <a:t>the</a:t>
            </a:r>
            <a:r>
              <a:rPr sz="2150" spc="425" dirty="0">
                <a:latin typeface="Segoe UI"/>
                <a:cs typeface="Segoe UI"/>
              </a:rPr>
              <a:t> </a:t>
            </a:r>
            <a:r>
              <a:rPr sz="2150" spc="65" dirty="0">
                <a:latin typeface="Segoe UI"/>
                <a:cs typeface="Segoe UI"/>
              </a:rPr>
              <a:t>mobile</a:t>
            </a:r>
            <a:r>
              <a:rPr sz="2150" spc="430" dirty="0">
                <a:latin typeface="Segoe UI"/>
                <a:cs typeface="Segoe UI"/>
              </a:rPr>
              <a:t> </a:t>
            </a:r>
            <a:r>
              <a:rPr sz="2150" spc="55" dirty="0">
                <a:latin typeface="Segoe UI"/>
                <a:cs typeface="Segoe UI"/>
              </a:rPr>
              <a:t>dashboard </a:t>
            </a:r>
            <a:r>
              <a:rPr sz="2150" spc="60" dirty="0">
                <a:latin typeface="Segoe UI"/>
                <a:cs typeface="Segoe UI"/>
              </a:rPr>
              <a:t>interface</a:t>
            </a:r>
            <a:r>
              <a:rPr sz="2150" spc="455" dirty="0">
                <a:latin typeface="Segoe UI"/>
                <a:cs typeface="Segoe UI"/>
              </a:rPr>
              <a:t> </a:t>
            </a:r>
            <a:r>
              <a:rPr sz="2150" spc="70" dirty="0">
                <a:latin typeface="Segoe UI"/>
                <a:cs typeface="Segoe UI"/>
              </a:rPr>
              <a:t>compatible</a:t>
            </a:r>
            <a:r>
              <a:rPr sz="2150" spc="455" dirty="0">
                <a:latin typeface="Segoe UI"/>
                <a:cs typeface="Segoe UI"/>
              </a:rPr>
              <a:t> </a:t>
            </a:r>
            <a:r>
              <a:rPr sz="2150" spc="65" dirty="0">
                <a:latin typeface="Segoe UI"/>
                <a:cs typeface="Segoe UI"/>
              </a:rPr>
              <a:t>with</a:t>
            </a:r>
            <a:r>
              <a:rPr sz="2150" spc="434" dirty="0">
                <a:latin typeface="Segoe UI"/>
                <a:cs typeface="Segoe UI"/>
              </a:rPr>
              <a:t> </a:t>
            </a:r>
            <a:r>
              <a:rPr sz="2150" spc="65" dirty="0">
                <a:latin typeface="Segoe UI"/>
                <a:cs typeface="Segoe UI"/>
              </a:rPr>
              <a:t>both</a:t>
            </a:r>
            <a:r>
              <a:rPr sz="2150" spc="430" dirty="0">
                <a:latin typeface="Segoe UI"/>
                <a:cs typeface="Segoe UI"/>
              </a:rPr>
              <a:t> </a:t>
            </a:r>
            <a:r>
              <a:rPr sz="2150" spc="55" dirty="0">
                <a:latin typeface="Segoe UI"/>
                <a:cs typeface="Segoe UI"/>
              </a:rPr>
              <a:t>iOS</a:t>
            </a:r>
            <a:r>
              <a:rPr sz="2150" spc="434" dirty="0">
                <a:latin typeface="Segoe UI"/>
                <a:cs typeface="Segoe UI"/>
              </a:rPr>
              <a:t> </a:t>
            </a:r>
            <a:r>
              <a:rPr sz="2150" spc="50" dirty="0">
                <a:latin typeface="Segoe UI"/>
                <a:cs typeface="Segoe UI"/>
              </a:rPr>
              <a:t>and</a:t>
            </a:r>
            <a:r>
              <a:rPr sz="2150" spc="459" dirty="0">
                <a:latin typeface="Segoe UI"/>
                <a:cs typeface="Segoe UI"/>
              </a:rPr>
              <a:t> </a:t>
            </a:r>
            <a:r>
              <a:rPr sz="2150" spc="65" dirty="0">
                <a:latin typeface="Segoe UI"/>
                <a:cs typeface="Segoe UI"/>
              </a:rPr>
              <a:t>Android</a:t>
            </a:r>
            <a:r>
              <a:rPr sz="2150" spc="459" dirty="0">
                <a:latin typeface="Segoe UI"/>
                <a:cs typeface="Segoe UI"/>
              </a:rPr>
              <a:t> </a:t>
            </a:r>
            <a:r>
              <a:rPr sz="2150" spc="60" dirty="0">
                <a:latin typeface="Segoe UI"/>
                <a:cs typeface="Segoe UI"/>
              </a:rPr>
              <a:t>devices</a:t>
            </a:r>
            <a:r>
              <a:rPr sz="2150" spc="445" dirty="0">
                <a:latin typeface="Segoe UI"/>
                <a:cs typeface="Segoe UI"/>
              </a:rPr>
              <a:t> </a:t>
            </a:r>
            <a:r>
              <a:rPr sz="2150" dirty="0">
                <a:latin typeface="Segoe UI"/>
                <a:cs typeface="Segoe UI"/>
              </a:rPr>
              <a:t>is</a:t>
            </a:r>
            <a:r>
              <a:rPr sz="2150" spc="445" dirty="0">
                <a:latin typeface="Segoe UI"/>
                <a:cs typeface="Segoe UI"/>
              </a:rPr>
              <a:t> </a:t>
            </a:r>
            <a:r>
              <a:rPr sz="2150" spc="55" dirty="0">
                <a:latin typeface="Segoe UI"/>
                <a:cs typeface="Segoe UI"/>
              </a:rPr>
              <a:t>included,</a:t>
            </a:r>
            <a:r>
              <a:rPr sz="2150" spc="440" dirty="0">
                <a:latin typeface="Segoe UI"/>
                <a:cs typeface="Segoe UI"/>
              </a:rPr>
              <a:t> </a:t>
            </a:r>
            <a:r>
              <a:rPr sz="2150" spc="60" dirty="0">
                <a:latin typeface="Segoe UI"/>
                <a:cs typeface="Segoe UI"/>
              </a:rPr>
              <a:t>along</a:t>
            </a:r>
            <a:r>
              <a:rPr sz="2150" spc="459" dirty="0">
                <a:latin typeface="Segoe UI"/>
                <a:cs typeface="Segoe UI"/>
              </a:rPr>
              <a:t> </a:t>
            </a:r>
            <a:r>
              <a:rPr sz="2150" spc="45" dirty="0">
                <a:latin typeface="Segoe UI"/>
                <a:cs typeface="Segoe UI"/>
              </a:rPr>
              <a:t>with </a:t>
            </a:r>
            <a:r>
              <a:rPr sz="2150" spc="50" dirty="0">
                <a:latin typeface="Segoe UI"/>
                <a:cs typeface="Segoe UI"/>
              </a:rPr>
              <a:t>the</a:t>
            </a:r>
            <a:r>
              <a:rPr sz="2150" spc="30" dirty="0">
                <a:latin typeface="Segoe UI"/>
                <a:cs typeface="Segoe UI"/>
              </a:rPr>
              <a:t>  </a:t>
            </a:r>
            <a:r>
              <a:rPr sz="2150" spc="65" dirty="0">
                <a:latin typeface="Segoe UI"/>
                <a:cs typeface="Segoe UI"/>
              </a:rPr>
              <a:t>integration</a:t>
            </a:r>
            <a:r>
              <a:rPr sz="2150" spc="25" dirty="0">
                <a:latin typeface="Segoe UI"/>
                <a:cs typeface="Segoe UI"/>
              </a:rPr>
              <a:t>  </a:t>
            </a:r>
            <a:r>
              <a:rPr sz="2150" dirty="0">
                <a:latin typeface="Segoe UI"/>
                <a:cs typeface="Segoe UI"/>
              </a:rPr>
              <a:t>of</a:t>
            </a:r>
            <a:r>
              <a:rPr sz="2150" spc="35" dirty="0">
                <a:latin typeface="Segoe UI"/>
                <a:cs typeface="Segoe UI"/>
              </a:rPr>
              <a:t>  </a:t>
            </a:r>
            <a:r>
              <a:rPr sz="2150" spc="60" dirty="0">
                <a:latin typeface="Segoe UI"/>
                <a:cs typeface="Segoe UI"/>
              </a:rPr>
              <a:t>existing</a:t>
            </a:r>
            <a:r>
              <a:rPr sz="2150" spc="40" dirty="0">
                <a:latin typeface="Segoe UI"/>
                <a:cs typeface="Segoe UI"/>
              </a:rPr>
              <a:t>  </a:t>
            </a:r>
            <a:r>
              <a:rPr sz="2150" spc="70" dirty="0">
                <a:latin typeface="Segoe UI"/>
                <a:cs typeface="Segoe UI"/>
              </a:rPr>
              <a:t>NovaCRM</a:t>
            </a:r>
            <a:r>
              <a:rPr sz="2150" spc="35" dirty="0">
                <a:latin typeface="Segoe UI"/>
                <a:cs typeface="Segoe UI"/>
              </a:rPr>
              <a:t>  </a:t>
            </a:r>
            <a:r>
              <a:rPr sz="2150" spc="65" dirty="0">
                <a:latin typeface="Segoe UI"/>
                <a:cs typeface="Segoe UI"/>
              </a:rPr>
              <a:t>data</a:t>
            </a:r>
            <a:r>
              <a:rPr sz="2150" spc="45" dirty="0">
                <a:latin typeface="Segoe UI"/>
                <a:cs typeface="Segoe UI"/>
              </a:rPr>
              <a:t>  </a:t>
            </a:r>
            <a:r>
              <a:rPr sz="2150" spc="70" dirty="0">
                <a:latin typeface="Segoe UI"/>
                <a:cs typeface="Segoe UI"/>
              </a:rPr>
              <a:t>APIs</a:t>
            </a:r>
            <a:r>
              <a:rPr sz="2150" spc="30" dirty="0">
                <a:latin typeface="Segoe UI"/>
                <a:cs typeface="Segoe UI"/>
              </a:rPr>
              <a:t>  </a:t>
            </a:r>
            <a:r>
              <a:rPr sz="2150" dirty="0">
                <a:latin typeface="Segoe UI"/>
                <a:cs typeface="Segoe UI"/>
              </a:rPr>
              <a:t>to</a:t>
            </a:r>
            <a:r>
              <a:rPr sz="2150" spc="40" dirty="0">
                <a:latin typeface="Segoe UI"/>
                <a:cs typeface="Segoe UI"/>
              </a:rPr>
              <a:t>  </a:t>
            </a:r>
            <a:r>
              <a:rPr sz="2150" spc="55" dirty="0">
                <a:latin typeface="Segoe UI"/>
                <a:cs typeface="Segoe UI"/>
              </a:rPr>
              <a:t>fetch</a:t>
            </a:r>
            <a:r>
              <a:rPr sz="2150" spc="20" dirty="0">
                <a:latin typeface="Segoe UI"/>
                <a:cs typeface="Segoe UI"/>
              </a:rPr>
              <a:t>  </a:t>
            </a:r>
            <a:r>
              <a:rPr sz="2150" spc="50" dirty="0">
                <a:latin typeface="Segoe UI"/>
                <a:cs typeface="Segoe UI"/>
              </a:rPr>
              <a:t>and</a:t>
            </a:r>
            <a:r>
              <a:rPr sz="2150" spc="40" dirty="0">
                <a:latin typeface="Segoe UI"/>
                <a:cs typeface="Segoe UI"/>
              </a:rPr>
              <a:t>  </a:t>
            </a:r>
            <a:r>
              <a:rPr sz="2150" spc="65" dirty="0">
                <a:latin typeface="Segoe UI"/>
                <a:cs typeface="Segoe UI"/>
              </a:rPr>
              <a:t>display</a:t>
            </a:r>
            <a:r>
              <a:rPr sz="2150" spc="35" dirty="0">
                <a:latin typeface="Segoe UI"/>
                <a:cs typeface="Segoe UI"/>
              </a:rPr>
              <a:t>  </a:t>
            </a:r>
            <a:r>
              <a:rPr sz="2150" spc="80" dirty="0">
                <a:latin typeface="Segoe UI"/>
                <a:cs typeface="Segoe UI"/>
              </a:rPr>
              <a:t>real-</a:t>
            </a:r>
            <a:r>
              <a:rPr sz="2150" spc="45" dirty="0">
                <a:latin typeface="Segoe UI"/>
                <a:cs typeface="Segoe UI"/>
              </a:rPr>
              <a:t>time </a:t>
            </a:r>
            <a:r>
              <a:rPr sz="2150" spc="65" dirty="0">
                <a:latin typeface="Segoe UI"/>
                <a:cs typeface="Segoe UI"/>
              </a:rPr>
              <a:t>analytics.</a:t>
            </a:r>
            <a:r>
              <a:rPr sz="2150" spc="215" dirty="0">
                <a:latin typeface="Segoe UI"/>
                <a:cs typeface="Segoe UI"/>
              </a:rPr>
              <a:t> </a:t>
            </a:r>
            <a:r>
              <a:rPr sz="2150" spc="70" dirty="0">
                <a:latin typeface="Segoe UI"/>
                <a:cs typeface="Segoe UI"/>
              </a:rPr>
              <a:t>Additionally,</a:t>
            </a:r>
            <a:r>
              <a:rPr sz="2150" spc="210" dirty="0">
                <a:latin typeface="Segoe UI"/>
                <a:cs typeface="Segoe UI"/>
              </a:rPr>
              <a:t> </a:t>
            </a:r>
            <a:r>
              <a:rPr sz="2150" spc="50" dirty="0">
                <a:latin typeface="Segoe UI"/>
                <a:cs typeface="Segoe UI"/>
              </a:rPr>
              <a:t>the</a:t>
            </a:r>
            <a:r>
              <a:rPr sz="2150" spc="220" dirty="0">
                <a:latin typeface="Segoe UI"/>
                <a:cs typeface="Segoe UI"/>
              </a:rPr>
              <a:t> </a:t>
            </a:r>
            <a:r>
              <a:rPr sz="2150" spc="60" dirty="0">
                <a:latin typeface="Segoe UI"/>
                <a:cs typeface="Segoe UI"/>
              </a:rPr>
              <a:t>project</a:t>
            </a:r>
            <a:r>
              <a:rPr sz="2150" spc="250" dirty="0">
                <a:latin typeface="Segoe UI"/>
                <a:cs typeface="Segoe UI"/>
              </a:rPr>
              <a:t> </a:t>
            </a:r>
            <a:r>
              <a:rPr sz="2150" spc="65" dirty="0">
                <a:latin typeface="Segoe UI"/>
                <a:cs typeface="Segoe UI"/>
              </a:rPr>
              <a:t>encompasses</a:t>
            </a:r>
            <a:r>
              <a:rPr sz="2150" spc="210" dirty="0">
                <a:latin typeface="Segoe UI"/>
                <a:cs typeface="Segoe UI"/>
              </a:rPr>
              <a:t> </a:t>
            </a:r>
            <a:r>
              <a:rPr sz="2150" spc="65" dirty="0">
                <a:latin typeface="Segoe UI"/>
                <a:cs typeface="Segoe UI"/>
              </a:rPr>
              <a:t>customization</a:t>
            </a:r>
            <a:r>
              <a:rPr sz="2150" spc="200" dirty="0">
                <a:latin typeface="Segoe UI"/>
                <a:cs typeface="Segoe UI"/>
              </a:rPr>
              <a:t> </a:t>
            </a:r>
            <a:r>
              <a:rPr sz="2150" spc="60" dirty="0">
                <a:latin typeface="Segoe UI"/>
                <a:cs typeface="Segoe UI"/>
              </a:rPr>
              <a:t>features</a:t>
            </a:r>
            <a:r>
              <a:rPr sz="2150" spc="210" dirty="0">
                <a:latin typeface="Segoe UI"/>
                <a:cs typeface="Segoe UI"/>
              </a:rPr>
              <a:t> </a:t>
            </a:r>
            <a:r>
              <a:rPr sz="2150" spc="60" dirty="0">
                <a:latin typeface="Segoe UI"/>
                <a:cs typeface="Segoe UI"/>
              </a:rPr>
              <a:t>that</a:t>
            </a:r>
            <a:r>
              <a:rPr sz="2150" spc="250" dirty="0">
                <a:latin typeface="Segoe UI"/>
                <a:cs typeface="Segoe UI"/>
              </a:rPr>
              <a:t> </a:t>
            </a:r>
            <a:r>
              <a:rPr sz="2150" spc="50" dirty="0">
                <a:latin typeface="Segoe UI"/>
                <a:cs typeface="Segoe UI"/>
              </a:rPr>
              <a:t>allow users</a:t>
            </a:r>
            <a:r>
              <a:rPr sz="2150" spc="175" dirty="0">
                <a:latin typeface="Segoe UI"/>
                <a:cs typeface="Segoe UI"/>
              </a:rPr>
              <a:t>  </a:t>
            </a:r>
            <a:r>
              <a:rPr sz="2150" dirty="0">
                <a:latin typeface="Segoe UI"/>
                <a:cs typeface="Segoe UI"/>
              </a:rPr>
              <a:t>to</a:t>
            </a:r>
            <a:r>
              <a:rPr sz="2150" spc="195" dirty="0">
                <a:latin typeface="Segoe UI"/>
                <a:cs typeface="Segoe UI"/>
              </a:rPr>
              <a:t>  </a:t>
            </a:r>
            <a:r>
              <a:rPr sz="2150" spc="60" dirty="0">
                <a:latin typeface="Segoe UI"/>
                <a:cs typeface="Segoe UI"/>
              </a:rPr>
              <a:t>add,</a:t>
            </a:r>
            <a:r>
              <a:rPr sz="2150" spc="185" dirty="0">
                <a:latin typeface="Segoe UI"/>
                <a:cs typeface="Segoe UI"/>
              </a:rPr>
              <a:t>  </a:t>
            </a:r>
            <a:r>
              <a:rPr sz="2150" spc="65" dirty="0">
                <a:latin typeface="Segoe UI"/>
                <a:cs typeface="Segoe UI"/>
              </a:rPr>
              <a:t>remove,</a:t>
            </a:r>
            <a:r>
              <a:rPr sz="2150" spc="190" dirty="0">
                <a:latin typeface="Segoe UI"/>
                <a:cs typeface="Segoe UI"/>
              </a:rPr>
              <a:t>  </a:t>
            </a:r>
            <a:r>
              <a:rPr sz="2150" spc="50" dirty="0">
                <a:latin typeface="Segoe UI"/>
                <a:cs typeface="Segoe UI"/>
              </a:rPr>
              <a:t>and</a:t>
            </a:r>
            <a:r>
              <a:rPr sz="2150" spc="190" dirty="0">
                <a:latin typeface="Segoe UI"/>
                <a:cs typeface="Segoe UI"/>
              </a:rPr>
              <a:t>  </a:t>
            </a:r>
            <a:r>
              <a:rPr sz="2150" spc="65" dirty="0">
                <a:latin typeface="Segoe UI"/>
                <a:cs typeface="Segoe UI"/>
              </a:rPr>
              <a:t>rearrange</a:t>
            </a:r>
            <a:r>
              <a:rPr sz="2150" spc="190" dirty="0">
                <a:latin typeface="Segoe UI"/>
                <a:cs typeface="Segoe UI"/>
              </a:rPr>
              <a:t>  </a:t>
            </a:r>
            <a:r>
              <a:rPr sz="2150" spc="65" dirty="0">
                <a:latin typeface="Segoe UI"/>
                <a:cs typeface="Segoe UI"/>
              </a:rPr>
              <a:t>dashboard</a:t>
            </a:r>
            <a:r>
              <a:rPr sz="2150" spc="195" dirty="0">
                <a:latin typeface="Segoe UI"/>
                <a:cs typeface="Segoe UI"/>
              </a:rPr>
              <a:t>  </a:t>
            </a:r>
            <a:r>
              <a:rPr sz="2150" spc="65" dirty="0">
                <a:latin typeface="Segoe UI"/>
                <a:cs typeface="Segoe UI"/>
              </a:rPr>
              <a:t>widgets</a:t>
            </a:r>
            <a:r>
              <a:rPr sz="2150" spc="185" dirty="0">
                <a:latin typeface="Segoe UI"/>
                <a:cs typeface="Segoe UI"/>
              </a:rPr>
              <a:t>  </a:t>
            </a:r>
            <a:r>
              <a:rPr sz="2150" spc="60" dirty="0">
                <a:latin typeface="Segoe UI"/>
                <a:cs typeface="Segoe UI"/>
              </a:rPr>
              <a:t>according</a:t>
            </a:r>
            <a:r>
              <a:rPr sz="2150" spc="195" dirty="0">
                <a:latin typeface="Segoe UI"/>
                <a:cs typeface="Segoe UI"/>
              </a:rPr>
              <a:t>  </a:t>
            </a:r>
            <a:r>
              <a:rPr sz="2150" dirty="0">
                <a:latin typeface="Segoe UI"/>
                <a:cs typeface="Segoe UI"/>
              </a:rPr>
              <a:t>to</a:t>
            </a:r>
            <a:r>
              <a:rPr sz="2150" spc="195" dirty="0">
                <a:latin typeface="Segoe UI"/>
                <a:cs typeface="Segoe UI"/>
              </a:rPr>
              <a:t>  </a:t>
            </a:r>
            <a:r>
              <a:rPr sz="2150" spc="35" dirty="0">
                <a:latin typeface="Segoe UI"/>
                <a:cs typeface="Segoe UI"/>
              </a:rPr>
              <a:t>their </a:t>
            </a:r>
            <a:r>
              <a:rPr sz="2150" spc="60" dirty="0">
                <a:latin typeface="Segoe UI"/>
                <a:cs typeface="Segoe UI"/>
              </a:rPr>
              <a:t>preferences,</a:t>
            </a:r>
            <a:r>
              <a:rPr sz="2150" spc="145" dirty="0">
                <a:latin typeface="Segoe UI"/>
                <a:cs typeface="Segoe UI"/>
              </a:rPr>
              <a:t>  </a:t>
            </a:r>
            <a:r>
              <a:rPr sz="2150" spc="50" dirty="0">
                <a:latin typeface="Segoe UI"/>
                <a:cs typeface="Segoe UI"/>
              </a:rPr>
              <a:t>the</a:t>
            </a:r>
            <a:r>
              <a:rPr sz="2150" spc="145" dirty="0">
                <a:latin typeface="Segoe UI"/>
                <a:cs typeface="Segoe UI"/>
              </a:rPr>
              <a:t>  </a:t>
            </a:r>
            <a:r>
              <a:rPr sz="2150" spc="65" dirty="0">
                <a:latin typeface="Segoe UI"/>
                <a:cs typeface="Segoe UI"/>
              </a:rPr>
              <a:t>development</a:t>
            </a:r>
            <a:r>
              <a:rPr sz="2150" spc="160" dirty="0">
                <a:latin typeface="Segoe UI"/>
                <a:cs typeface="Segoe UI"/>
              </a:rPr>
              <a:t>  </a:t>
            </a:r>
            <a:r>
              <a:rPr sz="2150" dirty="0">
                <a:latin typeface="Segoe UI"/>
                <a:cs typeface="Segoe UI"/>
              </a:rPr>
              <a:t>of</a:t>
            </a:r>
            <a:r>
              <a:rPr sz="2150" spc="150" dirty="0">
                <a:latin typeface="Segoe UI"/>
                <a:cs typeface="Segoe UI"/>
              </a:rPr>
              <a:t>  </a:t>
            </a:r>
            <a:r>
              <a:rPr sz="2150" dirty="0">
                <a:latin typeface="Segoe UI"/>
                <a:cs typeface="Segoe UI"/>
              </a:rPr>
              <a:t>a</a:t>
            </a:r>
            <a:r>
              <a:rPr sz="2150" spc="165" dirty="0">
                <a:latin typeface="Segoe UI"/>
                <a:cs typeface="Segoe UI"/>
              </a:rPr>
              <a:t>  </a:t>
            </a:r>
            <a:r>
              <a:rPr sz="2150" spc="65" dirty="0">
                <a:latin typeface="Segoe UI"/>
                <a:cs typeface="Segoe UI"/>
              </a:rPr>
              <a:t>notification</a:t>
            </a:r>
            <a:r>
              <a:rPr sz="2150" spc="140" dirty="0">
                <a:latin typeface="Segoe UI"/>
                <a:cs typeface="Segoe UI"/>
              </a:rPr>
              <a:t>  </a:t>
            </a:r>
            <a:r>
              <a:rPr sz="2150" spc="60" dirty="0">
                <a:latin typeface="Segoe UI"/>
                <a:cs typeface="Segoe UI"/>
              </a:rPr>
              <a:t>system</a:t>
            </a:r>
            <a:r>
              <a:rPr sz="2150" spc="155" dirty="0">
                <a:latin typeface="Segoe UI"/>
                <a:cs typeface="Segoe UI"/>
              </a:rPr>
              <a:t>  </a:t>
            </a:r>
            <a:r>
              <a:rPr sz="2150" spc="45" dirty="0">
                <a:latin typeface="Segoe UI"/>
                <a:cs typeface="Segoe UI"/>
              </a:rPr>
              <a:t>for</a:t>
            </a:r>
            <a:r>
              <a:rPr sz="2150" spc="150" dirty="0">
                <a:latin typeface="Segoe UI"/>
                <a:cs typeface="Segoe UI"/>
              </a:rPr>
              <a:t>  </a:t>
            </a:r>
            <a:r>
              <a:rPr sz="2150" spc="60" dirty="0">
                <a:latin typeface="Segoe UI"/>
                <a:cs typeface="Segoe UI"/>
              </a:rPr>
              <a:t>significant</a:t>
            </a:r>
            <a:r>
              <a:rPr sz="2150" spc="160" dirty="0">
                <a:latin typeface="Segoe UI"/>
                <a:cs typeface="Segoe UI"/>
              </a:rPr>
              <a:t>  </a:t>
            </a:r>
            <a:r>
              <a:rPr sz="2150" spc="50" dirty="0">
                <a:latin typeface="Segoe UI"/>
                <a:cs typeface="Segoe UI"/>
              </a:rPr>
              <a:t>events, secure</a:t>
            </a:r>
            <a:r>
              <a:rPr sz="2150" spc="160" dirty="0">
                <a:latin typeface="Segoe UI"/>
                <a:cs typeface="Segoe UI"/>
              </a:rPr>
              <a:t>   </a:t>
            </a:r>
            <a:r>
              <a:rPr sz="2150" dirty="0">
                <a:latin typeface="Segoe UI"/>
                <a:cs typeface="Segoe UI"/>
              </a:rPr>
              <a:t>user</a:t>
            </a:r>
            <a:r>
              <a:rPr sz="2150" spc="165" dirty="0">
                <a:latin typeface="Segoe UI"/>
                <a:cs typeface="Segoe UI"/>
              </a:rPr>
              <a:t>   </a:t>
            </a:r>
            <a:r>
              <a:rPr sz="2150" spc="65" dirty="0">
                <a:latin typeface="Segoe UI"/>
                <a:cs typeface="Segoe UI"/>
              </a:rPr>
              <a:t>authentication</a:t>
            </a:r>
            <a:r>
              <a:rPr sz="2150" spc="530" dirty="0">
                <a:latin typeface="Segoe UI"/>
                <a:cs typeface="Segoe UI"/>
              </a:rPr>
              <a:t>  </a:t>
            </a:r>
            <a:r>
              <a:rPr sz="2150" spc="60" dirty="0">
                <a:latin typeface="Segoe UI"/>
                <a:cs typeface="Segoe UI"/>
              </a:rPr>
              <a:t>mechanisms</a:t>
            </a:r>
            <a:r>
              <a:rPr sz="2150" spc="535" dirty="0">
                <a:latin typeface="Segoe UI"/>
                <a:cs typeface="Segoe UI"/>
              </a:rPr>
              <a:t>  </a:t>
            </a:r>
            <a:r>
              <a:rPr sz="2150" spc="55" dirty="0">
                <a:latin typeface="Segoe UI"/>
                <a:cs typeface="Segoe UI"/>
              </a:rPr>
              <a:t>including</a:t>
            </a:r>
            <a:r>
              <a:rPr sz="2150" spc="165" dirty="0">
                <a:latin typeface="Segoe UI"/>
                <a:cs typeface="Segoe UI"/>
              </a:rPr>
              <a:t>   </a:t>
            </a:r>
            <a:r>
              <a:rPr sz="2150" spc="65" dirty="0">
                <a:latin typeface="Segoe UI"/>
                <a:cs typeface="Segoe UI"/>
              </a:rPr>
              <a:t>biometric</a:t>
            </a:r>
            <a:r>
              <a:rPr sz="2150" spc="530" dirty="0">
                <a:latin typeface="Segoe UI"/>
                <a:cs typeface="Segoe UI"/>
              </a:rPr>
              <a:t>  </a:t>
            </a:r>
            <a:r>
              <a:rPr sz="2150" spc="60" dirty="0">
                <a:latin typeface="Segoe UI"/>
                <a:cs typeface="Segoe UI"/>
              </a:rPr>
              <a:t>options,</a:t>
            </a:r>
            <a:r>
              <a:rPr sz="2150" spc="530" dirty="0">
                <a:latin typeface="Segoe UI"/>
                <a:cs typeface="Segoe UI"/>
              </a:rPr>
              <a:t>  </a:t>
            </a:r>
            <a:r>
              <a:rPr sz="2150" spc="25" dirty="0">
                <a:latin typeface="Segoe UI"/>
                <a:cs typeface="Segoe UI"/>
              </a:rPr>
              <a:t>and </a:t>
            </a:r>
            <a:r>
              <a:rPr sz="2150" spc="65" dirty="0">
                <a:latin typeface="Segoe UI"/>
                <a:cs typeface="Segoe UI"/>
              </a:rPr>
              <a:t>comprehensive</a:t>
            </a:r>
            <a:r>
              <a:rPr sz="2150" spc="-35" dirty="0">
                <a:latin typeface="Segoe UI"/>
                <a:cs typeface="Segoe UI"/>
              </a:rPr>
              <a:t>  </a:t>
            </a:r>
            <a:r>
              <a:rPr sz="2150" spc="60" dirty="0">
                <a:latin typeface="Segoe UI"/>
                <a:cs typeface="Segoe UI"/>
              </a:rPr>
              <a:t>testing</a:t>
            </a:r>
            <a:r>
              <a:rPr sz="2150" spc="-20" dirty="0">
                <a:latin typeface="Segoe UI"/>
                <a:cs typeface="Segoe UI"/>
              </a:rPr>
              <a:t>  </a:t>
            </a:r>
            <a:r>
              <a:rPr sz="2150" spc="55" dirty="0">
                <a:latin typeface="Segoe UI"/>
                <a:cs typeface="Segoe UI"/>
              </a:rPr>
              <a:t>across</a:t>
            </a:r>
            <a:r>
              <a:rPr sz="2150" spc="-25" dirty="0">
                <a:latin typeface="Segoe UI"/>
                <a:cs typeface="Segoe UI"/>
              </a:rPr>
              <a:t>  </a:t>
            </a:r>
            <a:r>
              <a:rPr sz="2150" spc="60" dirty="0">
                <a:latin typeface="Segoe UI"/>
                <a:cs typeface="Segoe UI"/>
              </a:rPr>
              <a:t>various</a:t>
            </a:r>
            <a:r>
              <a:rPr sz="2150" spc="-30" dirty="0">
                <a:latin typeface="Segoe UI"/>
                <a:cs typeface="Segoe UI"/>
              </a:rPr>
              <a:t>  </a:t>
            </a:r>
            <a:r>
              <a:rPr sz="2150" spc="65" dirty="0">
                <a:latin typeface="Segoe UI"/>
                <a:cs typeface="Segoe UI"/>
              </a:rPr>
              <a:t>mobile</a:t>
            </a:r>
            <a:r>
              <a:rPr sz="2150" spc="-20" dirty="0">
                <a:latin typeface="Segoe UI"/>
                <a:cs typeface="Segoe UI"/>
              </a:rPr>
              <a:t>  </a:t>
            </a:r>
            <a:r>
              <a:rPr sz="2150" spc="60" dirty="0">
                <a:latin typeface="Segoe UI"/>
                <a:cs typeface="Segoe UI"/>
              </a:rPr>
              <a:t>devices</a:t>
            </a:r>
            <a:r>
              <a:rPr sz="2150" spc="-30" dirty="0">
                <a:latin typeface="Segoe UI"/>
                <a:cs typeface="Segoe UI"/>
              </a:rPr>
              <a:t>  </a:t>
            </a:r>
            <a:r>
              <a:rPr sz="2150" spc="50" dirty="0">
                <a:latin typeface="Segoe UI"/>
                <a:cs typeface="Segoe UI"/>
              </a:rPr>
              <a:t>and</a:t>
            </a:r>
            <a:r>
              <a:rPr sz="2150" spc="-15" dirty="0">
                <a:latin typeface="Segoe UI"/>
                <a:cs typeface="Segoe UI"/>
              </a:rPr>
              <a:t>  </a:t>
            </a:r>
            <a:r>
              <a:rPr sz="2150" spc="65" dirty="0">
                <a:latin typeface="Segoe UI"/>
                <a:cs typeface="Segoe UI"/>
              </a:rPr>
              <a:t>operating</a:t>
            </a:r>
            <a:r>
              <a:rPr sz="2150" spc="-20" dirty="0">
                <a:latin typeface="Segoe UI"/>
                <a:cs typeface="Segoe UI"/>
              </a:rPr>
              <a:t>  </a:t>
            </a:r>
            <a:r>
              <a:rPr sz="2150" spc="65" dirty="0">
                <a:latin typeface="Segoe UI"/>
                <a:cs typeface="Segoe UI"/>
              </a:rPr>
              <a:t>systems</a:t>
            </a:r>
            <a:r>
              <a:rPr sz="2150" spc="535" dirty="0">
                <a:latin typeface="Segoe UI"/>
                <a:cs typeface="Segoe UI"/>
              </a:rPr>
              <a:t> </a:t>
            </a:r>
            <a:r>
              <a:rPr sz="2150" spc="-25" dirty="0">
                <a:latin typeface="Segoe UI"/>
                <a:cs typeface="Segoe UI"/>
              </a:rPr>
              <a:t>to </a:t>
            </a:r>
            <a:r>
              <a:rPr sz="2150" spc="50" dirty="0">
                <a:latin typeface="Segoe UI"/>
                <a:cs typeface="Segoe UI"/>
              </a:rPr>
              <a:t>ensure</a:t>
            </a:r>
            <a:r>
              <a:rPr sz="2150" spc="114" dirty="0">
                <a:latin typeface="Segoe UI"/>
                <a:cs typeface="Segoe UI"/>
              </a:rPr>
              <a:t>  </a:t>
            </a:r>
            <a:r>
              <a:rPr sz="2150" spc="70" dirty="0">
                <a:latin typeface="Segoe UI"/>
                <a:cs typeface="Segoe UI"/>
              </a:rPr>
              <a:t>compatibility</a:t>
            </a:r>
            <a:r>
              <a:rPr sz="2150" spc="130" dirty="0">
                <a:latin typeface="Segoe UI"/>
                <a:cs typeface="Segoe UI"/>
              </a:rPr>
              <a:t>  </a:t>
            </a:r>
            <a:r>
              <a:rPr sz="2150" spc="50" dirty="0">
                <a:latin typeface="Segoe UI"/>
                <a:cs typeface="Segoe UI"/>
              </a:rPr>
              <a:t>and</a:t>
            </a:r>
            <a:r>
              <a:rPr sz="2150" spc="125" dirty="0">
                <a:latin typeface="Segoe UI"/>
                <a:cs typeface="Segoe UI"/>
              </a:rPr>
              <a:t>  </a:t>
            </a:r>
            <a:r>
              <a:rPr sz="2150" spc="65" dirty="0">
                <a:latin typeface="Segoe UI"/>
                <a:cs typeface="Segoe UI"/>
              </a:rPr>
              <a:t>reliability.</a:t>
            </a:r>
            <a:r>
              <a:rPr sz="2150" spc="125" dirty="0">
                <a:latin typeface="Segoe UI"/>
                <a:cs typeface="Segoe UI"/>
              </a:rPr>
              <a:t>  </a:t>
            </a:r>
            <a:r>
              <a:rPr sz="2150" spc="65" dirty="0">
                <a:latin typeface="Segoe UI"/>
                <a:cs typeface="Segoe UI"/>
              </a:rPr>
              <a:t>Conversely,</a:t>
            </a:r>
            <a:r>
              <a:rPr sz="2150" spc="120" dirty="0">
                <a:latin typeface="Segoe UI"/>
                <a:cs typeface="Segoe UI"/>
              </a:rPr>
              <a:t>  </a:t>
            </a:r>
            <a:r>
              <a:rPr sz="2150" spc="50" dirty="0">
                <a:latin typeface="Segoe UI"/>
                <a:cs typeface="Segoe UI"/>
              </a:rPr>
              <a:t>the</a:t>
            </a:r>
            <a:r>
              <a:rPr sz="2150" spc="125" dirty="0">
                <a:latin typeface="Segoe UI"/>
                <a:cs typeface="Segoe UI"/>
              </a:rPr>
              <a:t>  </a:t>
            </a:r>
            <a:r>
              <a:rPr sz="2150" spc="60" dirty="0">
                <a:latin typeface="Segoe UI"/>
                <a:cs typeface="Segoe UI"/>
              </a:rPr>
              <a:t>project</a:t>
            </a:r>
            <a:r>
              <a:rPr sz="2150" spc="140" dirty="0">
                <a:latin typeface="Segoe UI"/>
                <a:cs typeface="Segoe UI"/>
              </a:rPr>
              <a:t>  </a:t>
            </a:r>
            <a:r>
              <a:rPr sz="2150" spc="55" dirty="0">
                <a:latin typeface="Segoe UI"/>
                <a:cs typeface="Segoe UI"/>
              </a:rPr>
              <a:t>excludes</a:t>
            </a:r>
            <a:r>
              <a:rPr sz="2150" spc="120" dirty="0">
                <a:latin typeface="Segoe UI"/>
                <a:cs typeface="Segoe UI"/>
              </a:rPr>
              <a:t>  </a:t>
            </a:r>
            <a:r>
              <a:rPr sz="2150" spc="45" dirty="0">
                <a:latin typeface="Segoe UI"/>
                <a:cs typeface="Segoe UI"/>
              </a:rPr>
              <a:t>backend </a:t>
            </a:r>
            <a:r>
              <a:rPr sz="2150" spc="60" dirty="0">
                <a:latin typeface="Segoe UI"/>
                <a:cs typeface="Segoe UI"/>
              </a:rPr>
              <a:t>infrastructure</a:t>
            </a:r>
            <a:r>
              <a:rPr sz="2150" spc="365" dirty="0">
                <a:latin typeface="Segoe UI"/>
                <a:cs typeface="Segoe UI"/>
              </a:rPr>
              <a:t> </a:t>
            </a:r>
            <a:r>
              <a:rPr sz="2150" spc="65" dirty="0">
                <a:latin typeface="Segoe UI"/>
                <a:cs typeface="Segoe UI"/>
              </a:rPr>
              <a:t>upgrades</a:t>
            </a:r>
            <a:r>
              <a:rPr sz="2150" spc="355" dirty="0">
                <a:latin typeface="Segoe UI"/>
                <a:cs typeface="Segoe UI"/>
              </a:rPr>
              <a:t> </a:t>
            </a:r>
            <a:r>
              <a:rPr sz="2150" spc="60" dirty="0">
                <a:latin typeface="Segoe UI"/>
                <a:cs typeface="Segoe UI"/>
              </a:rPr>
              <a:t>beyond</a:t>
            </a:r>
            <a:r>
              <a:rPr sz="2150" spc="375" dirty="0">
                <a:latin typeface="Segoe UI"/>
                <a:cs typeface="Segoe UI"/>
              </a:rPr>
              <a:t> </a:t>
            </a:r>
            <a:r>
              <a:rPr sz="2150" spc="60" dirty="0">
                <a:latin typeface="Segoe UI"/>
                <a:cs typeface="Segoe UI"/>
              </a:rPr>
              <a:t>what</a:t>
            </a:r>
            <a:r>
              <a:rPr sz="2150" spc="395" dirty="0">
                <a:latin typeface="Segoe UI"/>
                <a:cs typeface="Segoe UI"/>
              </a:rPr>
              <a:t> </a:t>
            </a:r>
            <a:r>
              <a:rPr sz="2150" dirty="0">
                <a:latin typeface="Segoe UI"/>
                <a:cs typeface="Segoe UI"/>
              </a:rPr>
              <a:t>is</a:t>
            </a:r>
            <a:r>
              <a:rPr sz="2150" spc="355" dirty="0">
                <a:latin typeface="Segoe UI"/>
                <a:cs typeface="Segoe UI"/>
              </a:rPr>
              <a:t> </a:t>
            </a:r>
            <a:r>
              <a:rPr sz="2150" spc="55" dirty="0">
                <a:latin typeface="Segoe UI"/>
                <a:cs typeface="Segoe UI"/>
              </a:rPr>
              <a:t>necessary</a:t>
            </a:r>
            <a:r>
              <a:rPr sz="2150" spc="375" dirty="0">
                <a:latin typeface="Segoe UI"/>
                <a:cs typeface="Segoe UI"/>
              </a:rPr>
              <a:t> </a:t>
            </a:r>
            <a:r>
              <a:rPr sz="2150" spc="45" dirty="0">
                <a:latin typeface="Segoe UI"/>
                <a:cs typeface="Segoe UI"/>
              </a:rPr>
              <a:t>for</a:t>
            </a:r>
            <a:r>
              <a:rPr sz="2150" spc="375" dirty="0">
                <a:latin typeface="Segoe UI"/>
                <a:cs typeface="Segoe UI"/>
              </a:rPr>
              <a:t> </a:t>
            </a:r>
            <a:r>
              <a:rPr sz="2150" spc="65" dirty="0">
                <a:latin typeface="Segoe UI"/>
                <a:cs typeface="Segoe UI"/>
              </a:rPr>
              <a:t>mobile</a:t>
            </a:r>
            <a:r>
              <a:rPr sz="2150" spc="365" dirty="0">
                <a:latin typeface="Segoe UI"/>
                <a:cs typeface="Segoe UI"/>
              </a:rPr>
              <a:t> </a:t>
            </a:r>
            <a:r>
              <a:rPr sz="2150" spc="60" dirty="0">
                <a:latin typeface="Segoe UI"/>
                <a:cs typeface="Segoe UI"/>
              </a:rPr>
              <a:t>feature</a:t>
            </a:r>
            <a:r>
              <a:rPr sz="2150" spc="365" dirty="0">
                <a:latin typeface="Segoe UI"/>
                <a:cs typeface="Segoe UI"/>
              </a:rPr>
              <a:t> </a:t>
            </a:r>
            <a:r>
              <a:rPr sz="2150" spc="55" dirty="0">
                <a:latin typeface="Segoe UI"/>
                <a:cs typeface="Segoe UI"/>
              </a:rPr>
              <a:t>integration, </a:t>
            </a:r>
            <a:r>
              <a:rPr sz="2150" spc="50" dirty="0">
                <a:latin typeface="Segoe UI"/>
                <a:cs typeface="Segoe UI"/>
              </a:rPr>
              <a:t>the</a:t>
            </a:r>
            <a:r>
              <a:rPr sz="2150" spc="70" dirty="0">
                <a:latin typeface="Segoe UI"/>
                <a:cs typeface="Segoe UI"/>
              </a:rPr>
              <a:t>  </a:t>
            </a:r>
            <a:r>
              <a:rPr sz="2150" spc="65" dirty="0">
                <a:latin typeface="Segoe UI"/>
                <a:cs typeface="Segoe UI"/>
              </a:rPr>
              <a:t>development</a:t>
            </a:r>
            <a:r>
              <a:rPr sz="2150" spc="80" dirty="0">
                <a:latin typeface="Segoe UI"/>
                <a:cs typeface="Segoe UI"/>
              </a:rPr>
              <a:t>  </a:t>
            </a:r>
            <a:r>
              <a:rPr sz="2150" dirty="0">
                <a:latin typeface="Segoe UI"/>
                <a:cs typeface="Segoe UI"/>
              </a:rPr>
              <a:t>of</a:t>
            </a:r>
            <a:r>
              <a:rPr sz="2150" spc="75" dirty="0">
                <a:latin typeface="Segoe UI"/>
                <a:cs typeface="Segoe UI"/>
              </a:rPr>
              <a:t>  </a:t>
            </a:r>
            <a:r>
              <a:rPr sz="2150" dirty="0">
                <a:latin typeface="Segoe UI"/>
                <a:cs typeface="Segoe UI"/>
              </a:rPr>
              <a:t>new</a:t>
            </a:r>
            <a:r>
              <a:rPr sz="2150" spc="75" dirty="0">
                <a:latin typeface="Segoe UI"/>
                <a:cs typeface="Segoe UI"/>
              </a:rPr>
              <a:t>  </a:t>
            </a:r>
            <a:r>
              <a:rPr sz="2150" spc="65" dirty="0">
                <a:latin typeface="Segoe UI"/>
                <a:cs typeface="Segoe UI"/>
              </a:rPr>
              <a:t>analytics</a:t>
            </a:r>
            <a:r>
              <a:rPr sz="2150" spc="60" dirty="0">
                <a:latin typeface="Segoe UI"/>
                <a:cs typeface="Segoe UI"/>
              </a:rPr>
              <a:t>  metrics,</a:t>
            </a:r>
            <a:r>
              <a:rPr sz="2150" spc="70" dirty="0">
                <a:latin typeface="Segoe UI"/>
                <a:cs typeface="Segoe UI"/>
              </a:rPr>
              <a:t>  </a:t>
            </a:r>
            <a:r>
              <a:rPr sz="2150" spc="50" dirty="0">
                <a:latin typeface="Segoe UI"/>
                <a:cs typeface="Segoe UI"/>
              </a:rPr>
              <a:t>and</a:t>
            </a:r>
            <a:r>
              <a:rPr sz="2150" spc="70" dirty="0">
                <a:latin typeface="Segoe UI"/>
                <a:cs typeface="Segoe UI"/>
              </a:rPr>
              <a:t>  </a:t>
            </a:r>
            <a:r>
              <a:rPr sz="2150" spc="65" dirty="0">
                <a:latin typeface="Segoe UI"/>
                <a:cs typeface="Segoe UI"/>
              </a:rPr>
              <a:t>integrations</a:t>
            </a:r>
            <a:r>
              <a:rPr sz="2150" spc="60" dirty="0">
                <a:latin typeface="Segoe UI"/>
                <a:cs typeface="Segoe UI"/>
              </a:rPr>
              <a:t>  </a:t>
            </a:r>
            <a:r>
              <a:rPr sz="2150" spc="65" dirty="0">
                <a:latin typeface="Segoe UI"/>
                <a:cs typeface="Segoe UI"/>
              </a:rPr>
              <a:t>with</a:t>
            </a:r>
            <a:r>
              <a:rPr sz="2150" spc="60" dirty="0">
                <a:latin typeface="Segoe UI"/>
                <a:cs typeface="Segoe UI"/>
              </a:rPr>
              <a:t>  </a:t>
            </a:r>
            <a:r>
              <a:rPr sz="2150" spc="50" dirty="0">
                <a:latin typeface="Segoe UI"/>
                <a:cs typeface="Segoe UI"/>
              </a:rPr>
              <a:t>unsupported </a:t>
            </a:r>
            <a:r>
              <a:rPr sz="2150" spc="75" dirty="0">
                <a:latin typeface="Segoe UI"/>
                <a:cs typeface="Segoe UI"/>
              </a:rPr>
              <a:t>third-</a:t>
            </a:r>
            <a:r>
              <a:rPr sz="2150" spc="65" dirty="0">
                <a:latin typeface="Segoe UI"/>
                <a:cs typeface="Segoe UI"/>
              </a:rPr>
              <a:t>party</a:t>
            </a:r>
            <a:r>
              <a:rPr sz="2150" spc="180" dirty="0">
                <a:latin typeface="Segoe UI"/>
                <a:cs typeface="Segoe UI"/>
              </a:rPr>
              <a:t> </a:t>
            </a:r>
            <a:r>
              <a:rPr sz="2150" spc="60" dirty="0">
                <a:latin typeface="Segoe UI"/>
                <a:cs typeface="Segoe UI"/>
              </a:rPr>
              <a:t>tools</a:t>
            </a:r>
            <a:r>
              <a:rPr sz="2150" spc="170" dirty="0">
                <a:latin typeface="Segoe UI"/>
                <a:cs typeface="Segoe UI"/>
              </a:rPr>
              <a:t> </a:t>
            </a:r>
            <a:r>
              <a:rPr sz="2150" dirty="0">
                <a:latin typeface="Segoe UI"/>
                <a:cs typeface="Segoe UI"/>
              </a:rPr>
              <a:t>or</a:t>
            </a:r>
            <a:r>
              <a:rPr sz="2150" spc="180" dirty="0">
                <a:latin typeface="Segoe UI"/>
                <a:cs typeface="Segoe UI"/>
              </a:rPr>
              <a:t> </a:t>
            </a:r>
            <a:r>
              <a:rPr sz="2150" spc="60" dirty="0">
                <a:latin typeface="Segoe UI"/>
                <a:cs typeface="Segoe UI"/>
              </a:rPr>
              <a:t>external</a:t>
            </a:r>
            <a:r>
              <a:rPr sz="2150" spc="190" dirty="0">
                <a:latin typeface="Segoe UI"/>
                <a:cs typeface="Segoe UI"/>
              </a:rPr>
              <a:t> </a:t>
            </a:r>
            <a:r>
              <a:rPr sz="2150" spc="65" dirty="0">
                <a:latin typeface="Segoe UI"/>
                <a:cs typeface="Segoe UI"/>
              </a:rPr>
              <a:t>analytics</a:t>
            </a:r>
            <a:r>
              <a:rPr sz="2150" spc="170" dirty="0">
                <a:latin typeface="Segoe UI"/>
                <a:cs typeface="Segoe UI"/>
              </a:rPr>
              <a:t> </a:t>
            </a:r>
            <a:r>
              <a:rPr sz="2150" spc="55" dirty="0">
                <a:latin typeface="Segoe UI"/>
                <a:cs typeface="Segoe UI"/>
              </a:rPr>
              <a:t>platforms.</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42</a:t>
            </a:r>
          </a:p>
        </p:txBody>
      </p:sp>
      <p:sp>
        <p:nvSpPr>
          <p:cNvPr id="2" name="object 2"/>
          <p:cNvSpPr txBox="1"/>
          <p:nvPr/>
        </p:nvSpPr>
        <p:spPr>
          <a:xfrm>
            <a:off x="735012" y="671194"/>
            <a:ext cx="10716895" cy="5416550"/>
          </a:xfrm>
          <a:prstGeom prst="rect">
            <a:avLst/>
          </a:prstGeom>
        </p:spPr>
        <p:txBody>
          <a:bodyPr vert="horz" wrap="square" lIns="0" tIns="16510" rIns="0" bIns="0" rtlCol="0">
            <a:spAutoFit/>
          </a:bodyPr>
          <a:lstStyle/>
          <a:p>
            <a:pPr marL="12700" marR="5080" algn="just">
              <a:lnSpc>
                <a:spcPct val="126499"/>
              </a:lnSpc>
              <a:spcBef>
                <a:spcPts val="130"/>
              </a:spcBef>
            </a:pPr>
            <a:r>
              <a:rPr sz="2150" spc="65" dirty="0">
                <a:latin typeface="Segoe UI"/>
                <a:cs typeface="Segoe UI"/>
              </a:rPr>
              <a:t>Identifying</a:t>
            </a:r>
            <a:r>
              <a:rPr sz="2150" spc="245" dirty="0">
                <a:latin typeface="Segoe UI"/>
                <a:cs typeface="Segoe UI"/>
              </a:rPr>
              <a:t> </a:t>
            </a:r>
            <a:r>
              <a:rPr sz="2150" spc="50" dirty="0">
                <a:latin typeface="Segoe UI"/>
                <a:cs typeface="Segoe UI"/>
              </a:rPr>
              <a:t>and</a:t>
            </a:r>
            <a:r>
              <a:rPr sz="2150" spc="245" dirty="0">
                <a:latin typeface="Segoe UI"/>
                <a:cs typeface="Segoe UI"/>
              </a:rPr>
              <a:t> </a:t>
            </a:r>
            <a:r>
              <a:rPr sz="2150" spc="60" dirty="0">
                <a:latin typeface="Segoe UI"/>
                <a:cs typeface="Segoe UI"/>
              </a:rPr>
              <a:t>addressing</a:t>
            </a:r>
            <a:r>
              <a:rPr sz="2150" spc="240" dirty="0">
                <a:latin typeface="Segoe UI"/>
                <a:cs typeface="Segoe UI"/>
              </a:rPr>
              <a:t> </a:t>
            </a:r>
            <a:r>
              <a:rPr sz="2150" spc="50" dirty="0">
                <a:latin typeface="Segoe UI"/>
                <a:cs typeface="Segoe UI"/>
              </a:rPr>
              <a:t>the</a:t>
            </a:r>
            <a:r>
              <a:rPr sz="2150" spc="240" dirty="0">
                <a:latin typeface="Segoe UI"/>
                <a:cs typeface="Segoe UI"/>
              </a:rPr>
              <a:t> </a:t>
            </a:r>
            <a:r>
              <a:rPr sz="2150" spc="55" dirty="0">
                <a:latin typeface="Segoe UI"/>
                <a:cs typeface="Segoe UI"/>
              </a:rPr>
              <a:t>needs</a:t>
            </a:r>
            <a:r>
              <a:rPr sz="2150" spc="229" dirty="0">
                <a:latin typeface="Segoe UI"/>
                <a:cs typeface="Segoe UI"/>
              </a:rPr>
              <a:t> </a:t>
            </a:r>
            <a:r>
              <a:rPr sz="2150" dirty="0">
                <a:latin typeface="Segoe UI"/>
                <a:cs typeface="Segoe UI"/>
              </a:rPr>
              <a:t>of</a:t>
            </a:r>
            <a:r>
              <a:rPr sz="2150" spc="245" dirty="0">
                <a:latin typeface="Segoe UI"/>
                <a:cs typeface="Segoe UI"/>
              </a:rPr>
              <a:t> </a:t>
            </a:r>
            <a:r>
              <a:rPr sz="2150" spc="50" dirty="0">
                <a:latin typeface="Segoe UI"/>
                <a:cs typeface="Segoe UI"/>
              </a:rPr>
              <a:t>all</a:t>
            </a:r>
            <a:r>
              <a:rPr sz="2150" spc="245" dirty="0">
                <a:latin typeface="Segoe UI"/>
                <a:cs typeface="Segoe UI"/>
              </a:rPr>
              <a:t> </a:t>
            </a:r>
            <a:r>
              <a:rPr sz="2150" spc="60" dirty="0">
                <a:latin typeface="Segoe UI"/>
                <a:cs typeface="Segoe UI"/>
              </a:rPr>
              <a:t>relevant</a:t>
            </a:r>
            <a:r>
              <a:rPr sz="2150" spc="265" dirty="0">
                <a:latin typeface="Segoe UI"/>
                <a:cs typeface="Segoe UI"/>
              </a:rPr>
              <a:t> </a:t>
            </a:r>
            <a:r>
              <a:rPr sz="2150" spc="65" dirty="0">
                <a:latin typeface="Segoe UI"/>
                <a:cs typeface="Segoe UI"/>
              </a:rPr>
              <a:t>stakeholders</a:t>
            </a:r>
            <a:r>
              <a:rPr sz="2150" spc="229" dirty="0">
                <a:latin typeface="Segoe UI"/>
                <a:cs typeface="Segoe UI"/>
              </a:rPr>
              <a:t> </a:t>
            </a:r>
            <a:r>
              <a:rPr sz="2150" dirty="0">
                <a:latin typeface="Segoe UI"/>
                <a:cs typeface="Segoe UI"/>
              </a:rPr>
              <a:t>is</a:t>
            </a:r>
            <a:r>
              <a:rPr sz="2150" spc="229" dirty="0">
                <a:latin typeface="Segoe UI"/>
                <a:cs typeface="Segoe UI"/>
              </a:rPr>
              <a:t> </a:t>
            </a:r>
            <a:r>
              <a:rPr sz="2150" spc="55" dirty="0">
                <a:latin typeface="Segoe UI"/>
                <a:cs typeface="Segoe UI"/>
              </a:rPr>
              <a:t>crucial</a:t>
            </a:r>
            <a:r>
              <a:rPr sz="2150" spc="245" dirty="0">
                <a:latin typeface="Segoe UI"/>
                <a:cs typeface="Segoe UI"/>
              </a:rPr>
              <a:t> </a:t>
            </a:r>
            <a:r>
              <a:rPr sz="2150" spc="45" dirty="0">
                <a:latin typeface="Segoe UI"/>
                <a:cs typeface="Segoe UI"/>
              </a:rPr>
              <a:t>for</a:t>
            </a:r>
            <a:r>
              <a:rPr sz="2150" spc="245" dirty="0">
                <a:latin typeface="Segoe UI"/>
                <a:cs typeface="Segoe UI"/>
              </a:rPr>
              <a:t> </a:t>
            </a:r>
            <a:r>
              <a:rPr sz="2150" spc="25" dirty="0">
                <a:latin typeface="Segoe UI"/>
                <a:cs typeface="Segoe UI"/>
              </a:rPr>
              <a:t>the </a:t>
            </a:r>
            <a:r>
              <a:rPr sz="2150" spc="65" dirty="0">
                <a:latin typeface="Segoe UI"/>
                <a:cs typeface="Segoe UI"/>
              </a:rPr>
              <a:t>project's</a:t>
            </a:r>
            <a:r>
              <a:rPr sz="2150" spc="254" dirty="0">
                <a:latin typeface="Segoe UI"/>
                <a:cs typeface="Segoe UI"/>
              </a:rPr>
              <a:t> </a:t>
            </a:r>
            <a:r>
              <a:rPr sz="2150" spc="50" dirty="0">
                <a:latin typeface="Segoe UI"/>
                <a:cs typeface="Segoe UI"/>
              </a:rPr>
              <a:t>success.</a:t>
            </a:r>
            <a:r>
              <a:rPr sz="2150" spc="260" dirty="0">
                <a:latin typeface="Segoe UI"/>
                <a:cs typeface="Segoe UI"/>
              </a:rPr>
              <a:t> </a:t>
            </a:r>
            <a:r>
              <a:rPr sz="2150" dirty="0">
                <a:latin typeface="Segoe UI"/>
                <a:cs typeface="Segoe UI"/>
              </a:rPr>
              <a:t>The</a:t>
            </a:r>
            <a:r>
              <a:rPr sz="2150" spc="275" dirty="0">
                <a:latin typeface="Segoe UI"/>
                <a:cs typeface="Segoe UI"/>
              </a:rPr>
              <a:t> </a:t>
            </a:r>
            <a:r>
              <a:rPr sz="2150" spc="60" dirty="0">
                <a:latin typeface="Segoe UI"/>
                <a:cs typeface="Segoe UI"/>
              </a:rPr>
              <a:t>project</a:t>
            </a:r>
            <a:r>
              <a:rPr sz="2150" spc="300" dirty="0">
                <a:latin typeface="Segoe UI"/>
                <a:cs typeface="Segoe UI"/>
              </a:rPr>
              <a:t> </a:t>
            </a:r>
            <a:r>
              <a:rPr sz="2150" dirty="0">
                <a:latin typeface="Segoe UI"/>
                <a:cs typeface="Segoe UI"/>
              </a:rPr>
              <a:t>is</a:t>
            </a:r>
            <a:r>
              <a:rPr sz="2150" spc="265" dirty="0">
                <a:latin typeface="Segoe UI"/>
                <a:cs typeface="Segoe UI"/>
              </a:rPr>
              <a:t> </a:t>
            </a:r>
            <a:r>
              <a:rPr sz="2150" spc="60" dirty="0">
                <a:latin typeface="Segoe UI"/>
                <a:cs typeface="Segoe UI"/>
              </a:rPr>
              <a:t>sponsored</a:t>
            </a:r>
            <a:r>
              <a:rPr sz="2150" spc="275" dirty="0">
                <a:latin typeface="Segoe UI"/>
                <a:cs typeface="Segoe UI"/>
              </a:rPr>
              <a:t> </a:t>
            </a:r>
            <a:r>
              <a:rPr sz="2150" dirty="0">
                <a:latin typeface="Segoe UI"/>
                <a:cs typeface="Segoe UI"/>
              </a:rPr>
              <a:t>by</a:t>
            </a:r>
            <a:r>
              <a:rPr sz="2150" spc="285" dirty="0">
                <a:latin typeface="Segoe UI"/>
                <a:cs typeface="Segoe UI"/>
              </a:rPr>
              <a:t> </a:t>
            </a:r>
            <a:r>
              <a:rPr sz="2150" spc="70" dirty="0">
                <a:latin typeface="Segoe UI"/>
                <a:cs typeface="Segoe UI"/>
              </a:rPr>
              <a:t>Emma</a:t>
            </a:r>
            <a:r>
              <a:rPr sz="2150" spc="305" dirty="0">
                <a:latin typeface="Segoe UI"/>
                <a:cs typeface="Segoe UI"/>
              </a:rPr>
              <a:t> </a:t>
            </a:r>
            <a:r>
              <a:rPr sz="2150" spc="60" dirty="0">
                <a:latin typeface="Segoe UI"/>
                <a:cs typeface="Segoe UI"/>
              </a:rPr>
              <a:t>Thompson,</a:t>
            </a:r>
            <a:r>
              <a:rPr sz="2150" spc="265" dirty="0">
                <a:latin typeface="Segoe UI"/>
                <a:cs typeface="Segoe UI"/>
              </a:rPr>
              <a:t> </a:t>
            </a:r>
            <a:r>
              <a:rPr sz="2150" spc="50" dirty="0">
                <a:latin typeface="Segoe UI"/>
                <a:cs typeface="Segoe UI"/>
              </a:rPr>
              <a:t>Vice</a:t>
            </a:r>
            <a:r>
              <a:rPr sz="2150" spc="275" dirty="0">
                <a:latin typeface="Segoe UI"/>
                <a:cs typeface="Segoe UI"/>
              </a:rPr>
              <a:t> </a:t>
            </a:r>
            <a:r>
              <a:rPr sz="2150" spc="60" dirty="0">
                <a:latin typeface="Segoe UI"/>
                <a:cs typeface="Segoe UI"/>
              </a:rPr>
              <a:t>President</a:t>
            </a:r>
            <a:r>
              <a:rPr sz="2150" spc="300" dirty="0">
                <a:latin typeface="Segoe UI"/>
                <a:cs typeface="Segoe UI"/>
              </a:rPr>
              <a:t> </a:t>
            </a:r>
            <a:r>
              <a:rPr sz="2150" spc="-25" dirty="0">
                <a:latin typeface="Segoe UI"/>
                <a:cs typeface="Segoe UI"/>
              </a:rPr>
              <a:t>of </a:t>
            </a:r>
            <a:r>
              <a:rPr sz="2150" spc="55" dirty="0">
                <a:latin typeface="Segoe UI"/>
                <a:cs typeface="Segoe UI"/>
              </a:rPr>
              <a:t>Product</a:t>
            </a:r>
            <a:r>
              <a:rPr sz="2150" spc="305" dirty="0">
                <a:latin typeface="Segoe UI"/>
                <a:cs typeface="Segoe UI"/>
              </a:rPr>
              <a:t>  </a:t>
            </a:r>
            <a:r>
              <a:rPr sz="2150" spc="65" dirty="0">
                <a:latin typeface="Segoe UI"/>
                <a:cs typeface="Segoe UI"/>
              </a:rPr>
              <a:t>Development,</a:t>
            </a:r>
            <a:r>
              <a:rPr sz="2150" spc="285" dirty="0">
                <a:latin typeface="Segoe UI"/>
                <a:cs typeface="Segoe UI"/>
              </a:rPr>
              <a:t>  </a:t>
            </a:r>
            <a:r>
              <a:rPr sz="2150" dirty="0">
                <a:latin typeface="Segoe UI"/>
                <a:cs typeface="Segoe UI"/>
              </a:rPr>
              <a:t>who</a:t>
            </a:r>
            <a:r>
              <a:rPr sz="2150" spc="300" dirty="0">
                <a:latin typeface="Segoe UI"/>
                <a:cs typeface="Segoe UI"/>
              </a:rPr>
              <a:t>  </a:t>
            </a:r>
            <a:r>
              <a:rPr sz="2150" spc="65" dirty="0">
                <a:latin typeface="Segoe UI"/>
                <a:cs typeface="Segoe UI"/>
              </a:rPr>
              <a:t>provides</a:t>
            </a:r>
            <a:r>
              <a:rPr sz="2150" spc="285" dirty="0">
                <a:latin typeface="Segoe UI"/>
                <a:cs typeface="Segoe UI"/>
              </a:rPr>
              <a:t>  </a:t>
            </a:r>
            <a:r>
              <a:rPr sz="2150" spc="65" dirty="0">
                <a:latin typeface="Segoe UI"/>
                <a:cs typeface="Segoe UI"/>
              </a:rPr>
              <a:t>overall</a:t>
            </a:r>
            <a:r>
              <a:rPr sz="2150" spc="300" dirty="0">
                <a:latin typeface="Segoe UI"/>
                <a:cs typeface="Segoe UI"/>
              </a:rPr>
              <a:t>  </a:t>
            </a:r>
            <a:r>
              <a:rPr sz="2150" spc="65" dirty="0">
                <a:latin typeface="Segoe UI"/>
                <a:cs typeface="Segoe UI"/>
              </a:rPr>
              <a:t>direction</a:t>
            </a:r>
            <a:r>
              <a:rPr sz="2150" spc="280" dirty="0">
                <a:latin typeface="Segoe UI"/>
                <a:cs typeface="Segoe UI"/>
              </a:rPr>
              <a:t>  </a:t>
            </a:r>
            <a:r>
              <a:rPr sz="2150" spc="50" dirty="0">
                <a:latin typeface="Segoe UI"/>
                <a:cs typeface="Segoe UI"/>
              </a:rPr>
              <a:t>and</a:t>
            </a:r>
            <a:r>
              <a:rPr sz="2150" spc="295" dirty="0">
                <a:latin typeface="Segoe UI"/>
                <a:cs typeface="Segoe UI"/>
              </a:rPr>
              <a:t>  </a:t>
            </a:r>
            <a:r>
              <a:rPr sz="2150" spc="50" dirty="0">
                <a:latin typeface="Segoe UI"/>
                <a:cs typeface="Segoe UI"/>
              </a:rPr>
              <a:t>secures</a:t>
            </a:r>
            <a:r>
              <a:rPr sz="2150" spc="285" dirty="0">
                <a:latin typeface="Segoe UI"/>
                <a:cs typeface="Segoe UI"/>
              </a:rPr>
              <a:t>  </a:t>
            </a:r>
            <a:r>
              <a:rPr sz="2150" spc="45" dirty="0">
                <a:latin typeface="Segoe UI"/>
                <a:cs typeface="Segoe UI"/>
              </a:rPr>
              <a:t>funding. </a:t>
            </a:r>
            <a:r>
              <a:rPr sz="2150" spc="60" dirty="0">
                <a:latin typeface="Segoe UI"/>
                <a:cs typeface="Segoe UI"/>
              </a:rPr>
              <a:t>Michael</a:t>
            </a:r>
            <a:r>
              <a:rPr sz="2150" spc="345" dirty="0">
                <a:latin typeface="Segoe UI"/>
                <a:cs typeface="Segoe UI"/>
              </a:rPr>
              <a:t> </a:t>
            </a:r>
            <a:r>
              <a:rPr sz="2150" spc="60" dirty="0">
                <a:latin typeface="Segoe UI"/>
                <a:cs typeface="Segoe UI"/>
              </a:rPr>
              <a:t>Rivera,</a:t>
            </a:r>
            <a:r>
              <a:rPr sz="2150" spc="330" dirty="0">
                <a:latin typeface="Segoe UI"/>
                <a:cs typeface="Segoe UI"/>
              </a:rPr>
              <a:t> </a:t>
            </a:r>
            <a:r>
              <a:rPr sz="2150" spc="50" dirty="0">
                <a:latin typeface="Segoe UI"/>
                <a:cs typeface="Segoe UI"/>
              </a:rPr>
              <a:t>the</a:t>
            </a:r>
            <a:r>
              <a:rPr sz="2150" spc="335" dirty="0">
                <a:latin typeface="Segoe UI"/>
                <a:cs typeface="Segoe UI"/>
              </a:rPr>
              <a:t> </a:t>
            </a:r>
            <a:r>
              <a:rPr sz="2150" spc="50" dirty="0">
                <a:latin typeface="Segoe UI"/>
                <a:cs typeface="Segoe UI"/>
              </a:rPr>
              <a:t>Senior</a:t>
            </a:r>
            <a:r>
              <a:rPr sz="2150" spc="340" dirty="0">
                <a:latin typeface="Segoe UI"/>
                <a:cs typeface="Segoe UI"/>
              </a:rPr>
              <a:t> </a:t>
            </a:r>
            <a:r>
              <a:rPr sz="2150" spc="55" dirty="0">
                <a:latin typeface="Segoe UI"/>
                <a:cs typeface="Segoe UI"/>
              </a:rPr>
              <a:t>Product</a:t>
            </a:r>
            <a:r>
              <a:rPr sz="2150" spc="365" dirty="0">
                <a:latin typeface="Segoe UI"/>
                <a:cs typeface="Segoe UI"/>
              </a:rPr>
              <a:t> </a:t>
            </a:r>
            <a:r>
              <a:rPr sz="2150" spc="65" dirty="0">
                <a:latin typeface="Segoe UI"/>
                <a:cs typeface="Segoe UI"/>
              </a:rPr>
              <a:t>Manager</a:t>
            </a:r>
            <a:r>
              <a:rPr sz="2150" spc="340" dirty="0">
                <a:latin typeface="Segoe UI"/>
                <a:cs typeface="Segoe UI"/>
              </a:rPr>
              <a:t> </a:t>
            </a:r>
            <a:r>
              <a:rPr sz="2150" spc="45" dirty="0">
                <a:latin typeface="Segoe UI"/>
                <a:cs typeface="Segoe UI"/>
              </a:rPr>
              <a:t>for</a:t>
            </a:r>
            <a:r>
              <a:rPr sz="2150" spc="340" dirty="0">
                <a:latin typeface="Segoe UI"/>
                <a:cs typeface="Segoe UI"/>
              </a:rPr>
              <a:t> </a:t>
            </a:r>
            <a:r>
              <a:rPr sz="2150" spc="70" dirty="0">
                <a:latin typeface="Segoe UI"/>
                <a:cs typeface="Segoe UI"/>
              </a:rPr>
              <a:t>NovaCRM,</a:t>
            </a:r>
            <a:r>
              <a:rPr sz="2150" spc="330" dirty="0">
                <a:latin typeface="Segoe UI"/>
                <a:cs typeface="Segoe UI"/>
              </a:rPr>
              <a:t> </a:t>
            </a:r>
            <a:r>
              <a:rPr sz="2150" spc="60" dirty="0">
                <a:latin typeface="Segoe UI"/>
                <a:cs typeface="Segoe UI"/>
              </a:rPr>
              <a:t>serves</a:t>
            </a:r>
            <a:r>
              <a:rPr sz="2150" spc="320" dirty="0">
                <a:latin typeface="Segoe UI"/>
                <a:cs typeface="Segoe UI"/>
              </a:rPr>
              <a:t> </a:t>
            </a:r>
            <a:r>
              <a:rPr sz="2150" dirty="0">
                <a:latin typeface="Segoe UI"/>
                <a:cs typeface="Segoe UI"/>
              </a:rPr>
              <a:t>as</a:t>
            </a:r>
            <a:r>
              <a:rPr sz="2150" spc="320" dirty="0">
                <a:latin typeface="Segoe UI"/>
                <a:cs typeface="Segoe UI"/>
              </a:rPr>
              <a:t> </a:t>
            </a:r>
            <a:r>
              <a:rPr sz="2150" spc="50" dirty="0">
                <a:latin typeface="Segoe UI"/>
                <a:cs typeface="Segoe UI"/>
              </a:rPr>
              <a:t>the</a:t>
            </a:r>
            <a:r>
              <a:rPr sz="2150" spc="335" dirty="0">
                <a:latin typeface="Segoe UI"/>
                <a:cs typeface="Segoe UI"/>
              </a:rPr>
              <a:t> </a:t>
            </a:r>
            <a:r>
              <a:rPr sz="2150" spc="45" dirty="0">
                <a:latin typeface="Segoe UI"/>
                <a:cs typeface="Segoe UI"/>
              </a:rPr>
              <a:t>Product </a:t>
            </a:r>
            <a:r>
              <a:rPr sz="2150" spc="60" dirty="0">
                <a:latin typeface="Segoe UI"/>
                <a:cs typeface="Segoe UI"/>
              </a:rPr>
              <a:t>Owner,</a:t>
            </a:r>
            <a:r>
              <a:rPr sz="2150" spc="145" dirty="0">
                <a:latin typeface="Segoe UI"/>
                <a:cs typeface="Segoe UI"/>
              </a:rPr>
              <a:t>  </a:t>
            </a:r>
            <a:r>
              <a:rPr sz="2150" spc="55" dirty="0">
                <a:latin typeface="Segoe UI"/>
                <a:cs typeface="Segoe UI"/>
              </a:rPr>
              <a:t>defining</a:t>
            </a:r>
            <a:r>
              <a:rPr sz="2150" spc="165" dirty="0">
                <a:latin typeface="Segoe UI"/>
                <a:cs typeface="Segoe UI"/>
              </a:rPr>
              <a:t>  </a:t>
            </a:r>
            <a:r>
              <a:rPr sz="2150" spc="60" dirty="0">
                <a:latin typeface="Segoe UI"/>
                <a:cs typeface="Segoe UI"/>
              </a:rPr>
              <a:t>feature</a:t>
            </a:r>
            <a:r>
              <a:rPr sz="2150" spc="160" dirty="0">
                <a:latin typeface="Segoe UI"/>
                <a:cs typeface="Segoe UI"/>
              </a:rPr>
              <a:t>  </a:t>
            </a:r>
            <a:r>
              <a:rPr sz="2150" spc="65" dirty="0">
                <a:latin typeface="Segoe UI"/>
                <a:cs typeface="Segoe UI"/>
              </a:rPr>
              <a:t>requirements</a:t>
            </a:r>
            <a:r>
              <a:rPr sz="2150" spc="155" dirty="0">
                <a:latin typeface="Segoe UI"/>
                <a:cs typeface="Segoe UI"/>
              </a:rPr>
              <a:t>  </a:t>
            </a:r>
            <a:r>
              <a:rPr sz="2150" spc="50" dirty="0">
                <a:latin typeface="Segoe UI"/>
                <a:cs typeface="Segoe UI"/>
              </a:rPr>
              <a:t>and</a:t>
            </a:r>
            <a:r>
              <a:rPr sz="2150" spc="165" dirty="0">
                <a:latin typeface="Segoe UI"/>
                <a:cs typeface="Segoe UI"/>
              </a:rPr>
              <a:t>  </a:t>
            </a:r>
            <a:r>
              <a:rPr sz="2150" spc="65" dirty="0">
                <a:latin typeface="Segoe UI"/>
                <a:cs typeface="Segoe UI"/>
              </a:rPr>
              <a:t>prioritizing</a:t>
            </a:r>
            <a:r>
              <a:rPr sz="2150" spc="165" dirty="0">
                <a:latin typeface="Segoe UI"/>
                <a:cs typeface="Segoe UI"/>
              </a:rPr>
              <a:t>  </a:t>
            </a:r>
            <a:r>
              <a:rPr sz="2150" spc="55" dirty="0">
                <a:latin typeface="Segoe UI"/>
                <a:cs typeface="Segoe UI"/>
              </a:rPr>
              <a:t>tasks.</a:t>
            </a:r>
            <a:r>
              <a:rPr sz="2150" spc="155" dirty="0">
                <a:latin typeface="Segoe UI"/>
                <a:cs typeface="Segoe UI"/>
              </a:rPr>
              <a:t>  </a:t>
            </a:r>
            <a:r>
              <a:rPr sz="2150" spc="55" dirty="0">
                <a:latin typeface="Segoe UI"/>
                <a:cs typeface="Segoe UI"/>
              </a:rPr>
              <a:t>Sophia</a:t>
            </a:r>
            <a:r>
              <a:rPr sz="2150" spc="180" dirty="0">
                <a:latin typeface="Segoe UI"/>
                <a:cs typeface="Segoe UI"/>
              </a:rPr>
              <a:t>  </a:t>
            </a:r>
            <a:r>
              <a:rPr sz="2150" spc="60" dirty="0">
                <a:latin typeface="Segoe UI"/>
                <a:cs typeface="Segoe UI"/>
              </a:rPr>
              <a:t>Lee,</a:t>
            </a:r>
            <a:r>
              <a:rPr sz="2150" spc="155" dirty="0">
                <a:latin typeface="Segoe UI"/>
                <a:cs typeface="Segoe UI"/>
              </a:rPr>
              <a:t>  </a:t>
            </a:r>
            <a:r>
              <a:rPr sz="2150" spc="25" dirty="0">
                <a:latin typeface="Segoe UI"/>
                <a:cs typeface="Segoe UI"/>
              </a:rPr>
              <a:t>the </a:t>
            </a:r>
            <a:r>
              <a:rPr sz="2150" spc="55" dirty="0">
                <a:latin typeface="Segoe UI"/>
                <a:cs typeface="Segoe UI"/>
              </a:rPr>
              <a:t>Project</a:t>
            </a:r>
            <a:r>
              <a:rPr sz="2150" spc="295" dirty="0">
                <a:latin typeface="Segoe UI"/>
                <a:cs typeface="Segoe UI"/>
              </a:rPr>
              <a:t> </a:t>
            </a:r>
            <a:r>
              <a:rPr sz="2150" spc="65" dirty="0">
                <a:latin typeface="Segoe UI"/>
                <a:cs typeface="Segoe UI"/>
              </a:rPr>
              <a:t>Manager,</a:t>
            </a:r>
            <a:r>
              <a:rPr sz="2150" spc="275" dirty="0">
                <a:latin typeface="Segoe UI"/>
                <a:cs typeface="Segoe UI"/>
              </a:rPr>
              <a:t> </a:t>
            </a:r>
            <a:r>
              <a:rPr sz="2150" spc="60" dirty="0">
                <a:latin typeface="Segoe UI"/>
                <a:cs typeface="Segoe UI"/>
              </a:rPr>
              <a:t>oversees</a:t>
            </a:r>
            <a:r>
              <a:rPr sz="2150" spc="275" dirty="0">
                <a:latin typeface="Segoe UI"/>
                <a:cs typeface="Segoe UI"/>
              </a:rPr>
              <a:t> </a:t>
            </a:r>
            <a:r>
              <a:rPr sz="2150" spc="60" dirty="0">
                <a:latin typeface="Segoe UI"/>
                <a:cs typeface="Segoe UI"/>
              </a:rPr>
              <a:t>project</a:t>
            </a:r>
            <a:r>
              <a:rPr sz="2150" spc="310" dirty="0">
                <a:latin typeface="Segoe UI"/>
                <a:cs typeface="Segoe UI"/>
              </a:rPr>
              <a:t> </a:t>
            </a:r>
            <a:r>
              <a:rPr sz="2150" spc="60" dirty="0">
                <a:latin typeface="Segoe UI"/>
                <a:cs typeface="Segoe UI"/>
              </a:rPr>
              <a:t>execution,</a:t>
            </a:r>
            <a:r>
              <a:rPr sz="2150" spc="275" dirty="0">
                <a:latin typeface="Segoe UI"/>
                <a:cs typeface="Segoe UI"/>
              </a:rPr>
              <a:t> </a:t>
            </a:r>
            <a:r>
              <a:rPr sz="2150" spc="65" dirty="0">
                <a:latin typeface="Segoe UI"/>
                <a:cs typeface="Segoe UI"/>
              </a:rPr>
              <a:t>manages</a:t>
            </a:r>
            <a:r>
              <a:rPr sz="2150" spc="275" dirty="0">
                <a:latin typeface="Segoe UI"/>
                <a:cs typeface="Segoe UI"/>
              </a:rPr>
              <a:t> </a:t>
            </a:r>
            <a:r>
              <a:rPr sz="2150" spc="65" dirty="0">
                <a:latin typeface="Segoe UI"/>
                <a:cs typeface="Segoe UI"/>
              </a:rPr>
              <a:t>timelines,</a:t>
            </a:r>
            <a:r>
              <a:rPr sz="2150" spc="275" dirty="0">
                <a:latin typeface="Segoe UI"/>
                <a:cs typeface="Segoe UI"/>
              </a:rPr>
              <a:t> </a:t>
            </a:r>
            <a:r>
              <a:rPr sz="2150" spc="50" dirty="0">
                <a:latin typeface="Segoe UI"/>
                <a:cs typeface="Segoe UI"/>
              </a:rPr>
              <a:t>and</a:t>
            </a:r>
            <a:r>
              <a:rPr sz="2150" spc="290" dirty="0">
                <a:latin typeface="Segoe UI"/>
                <a:cs typeface="Segoe UI"/>
              </a:rPr>
              <a:t> </a:t>
            </a:r>
            <a:r>
              <a:rPr sz="2150" spc="55" dirty="0">
                <a:latin typeface="Segoe UI"/>
                <a:cs typeface="Segoe UI"/>
              </a:rPr>
              <a:t>coordinates </a:t>
            </a:r>
            <a:r>
              <a:rPr sz="2150" spc="70" dirty="0">
                <a:latin typeface="Segoe UI"/>
                <a:cs typeface="Segoe UI"/>
              </a:rPr>
              <a:t>between</a:t>
            </a:r>
            <a:r>
              <a:rPr sz="2150" spc="170" dirty="0">
                <a:latin typeface="Segoe UI"/>
                <a:cs typeface="Segoe UI"/>
              </a:rPr>
              <a:t>  </a:t>
            </a:r>
            <a:r>
              <a:rPr sz="2150" spc="65" dirty="0">
                <a:latin typeface="Segoe UI"/>
                <a:cs typeface="Segoe UI"/>
              </a:rPr>
              <a:t>teams.</a:t>
            </a:r>
            <a:r>
              <a:rPr sz="2150" spc="170" dirty="0">
                <a:latin typeface="Segoe UI"/>
                <a:cs typeface="Segoe UI"/>
              </a:rPr>
              <a:t>  </a:t>
            </a:r>
            <a:r>
              <a:rPr sz="2150" dirty="0">
                <a:latin typeface="Segoe UI"/>
                <a:cs typeface="Segoe UI"/>
              </a:rPr>
              <a:t>The</a:t>
            </a:r>
            <a:r>
              <a:rPr sz="2150" spc="175" dirty="0">
                <a:latin typeface="Segoe UI"/>
                <a:cs typeface="Segoe UI"/>
              </a:rPr>
              <a:t>  </a:t>
            </a:r>
            <a:r>
              <a:rPr sz="2150" spc="65" dirty="0">
                <a:latin typeface="Segoe UI"/>
                <a:cs typeface="Segoe UI"/>
              </a:rPr>
              <a:t>development</a:t>
            </a:r>
            <a:r>
              <a:rPr sz="2150" spc="190" dirty="0">
                <a:latin typeface="Segoe UI"/>
                <a:cs typeface="Segoe UI"/>
              </a:rPr>
              <a:t>  </a:t>
            </a:r>
            <a:r>
              <a:rPr sz="2150" spc="65" dirty="0">
                <a:latin typeface="Segoe UI"/>
                <a:cs typeface="Segoe UI"/>
              </a:rPr>
              <a:t>team</a:t>
            </a:r>
            <a:r>
              <a:rPr sz="2150" spc="185" dirty="0">
                <a:latin typeface="Segoe UI"/>
                <a:cs typeface="Segoe UI"/>
              </a:rPr>
              <a:t>  </a:t>
            </a:r>
            <a:r>
              <a:rPr sz="2150" spc="55" dirty="0">
                <a:latin typeface="Segoe UI"/>
                <a:cs typeface="Segoe UI"/>
              </a:rPr>
              <a:t>consists</a:t>
            </a:r>
            <a:r>
              <a:rPr sz="2150" spc="170" dirty="0">
                <a:latin typeface="Segoe UI"/>
                <a:cs typeface="Segoe UI"/>
              </a:rPr>
              <a:t>  </a:t>
            </a:r>
            <a:r>
              <a:rPr sz="2150" dirty="0">
                <a:latin typeface="Segoe UI"/>
                <a:cs typeface="Segoe UI"/>
              </a:rPr>
              <a:t>of</a:t>
            </a:r>
            <a:r>
              <a:rPr sz="2150" spc="180" dirty="0">
                <a:latin typeface="Segoe UI"/>
                <a:cs typeface="Segoe UI"/>
              </a:rPr>
              <a:t>  </a:t>
            </a:r>
            <a:r>
              <a:rPr sz="2150" spc="55" dirty="0">
                <a:latin typeface="Segoe UI"/>
                <a:cs typeface="Segoe UI"/>
              </a:rPr>
              <a:t>three</a:t>
            </a:r>
            <a:r>
              <a:rPr sz="2150" spc="175" dirty="0">
                <a:latin typeface="Segoe UI"/>
                <a:cs typeface="Segoe UI"/>
              </a:rPr>
              <a:t>  </a:t>
            </a:r>
            <a:r>
              <a:rPr sz="2150" spc="65" dirty="0">
                <a:latin typeface="Segoe UI"/>
                <a:cs typeface="Segoe UI"/>
              </a:rPr>
              <a:t>mobile</a:t>
            </a:r>
            <a:r>
              <a:rPr sz="2150" spc="175" dirty="0">
                <a:latin typeface="Segoe UI"/>
                <a:cs typeface="Segoe UI"/>
              </a:rPr>
              <a:t>  </a:t>
            </a:r>
            <a:r>
              <a:rPr sz="2150" spc="55" dirty="0">
                <a:latin typeface="Segoe UI"/>
                <a:cs typeface="Segoe UI"/>
              </a:rPr>
              <a:t>developers </a:t>
            </a:r>
            <a:r>
              <a:rPr sz="2150" spc="65" dirty="0">
                <a:latin typeface="Segoe UI"/>
                <a:cs typeface="Segoe UI"/>
              </a:rPr>
              <a:t>specialized</a:t>
            </a:r>
            <a:r>
              <a:rPr sz="2150" spc="204" dirty="0">
                <a:latin typeface="Segoe UI"/>
                <a:cs typeface="Segoe UI"/>
              </a:rPr>
              <a:t> </a:t>
            </a:r>
            <a:r>
              <a:rPr sz="2150" dirty="0">
                <a:latin typeface="Segoe UI"/>
                <a:cs typeface="Segoe UI"/>
              </a:rPr>
              <a:t>in</a:t>
            </a:r>
            <a:r>
              <a:rPr sz="2150" spc="175" dirty="0">
                <a:latin typeface="Segoe UI"/>
                <a:cs typeface="Segoe UI"/>
              </a:rPr>
              <a:t> </a:t>
            </a:r>
            <a:r>
              <a:rPr sz="2150" spc="55" dirty="0">
                <a:latin typeface="Segoe UI"/>
                <a:cs typeface="Segoe UI"/>
              </a:rPr>
              <a:t>iOS</a:t>
            </a:r>
            <a:r>
              <a:rPr sz="2150" spc="175" dirty="0">
                <a:latin typeface="Segoe UI"/>
                <a:cs typeface="Segoe UI"/>
              </a:rPr>
              <a:t> </a:t>
            </a:r>
            <a:r>
              <a:rPr sz="2150" spc="50" dirty="0">
                <a:latin typeface="Segoe UI"/>
                <a:cs typeface="Segoe UI"/>
              </a:rPr>
              <a:t>and</a:t>
            </a:r>
            <a:r>
              <a:rPr sz="2150" spc="204" dirty="0">
                <a:latin typeface="Segoe UI"/>
                <a:cs typeface="Segoe UI"/>
              </a:rPr>
              <a:t> </a:t>
            </a:r>
            <a:r>
              <a:rPr sz="2150" spc="65" dirty="0">
                <a:latin typeface="Segoe UI"/>
                <a:cs typeface="Segoe UI"/>
              </a:rPr>
              <a:t>Android</a:t>
            </a:r>
            <a:r>
              <a:rPr sz="2150" spc="200" dirty="0">
                <a:latin typeface="Segoe UI"/>
                <a:cs typeface="Segoe UI"/>
              </a:rPr>
              <a:t> </a:t>
            </a:r>
            <a:r>
              <a:rPr sz="2150" spc="65" dirty="0">
                <a:latin typeface="Segoe UI"/>
                <a:cs typeface="Segoe UI"/>
              </a:rPr>
              <a:t>platforms,</a:t>
            </a:r>
            <a:r>
              <a:rPr sz="2150" spc="190" dirty="0">
                <a:latin typeface="Segoe UI"/>
                <a:cs typeface="Segoe UI"/>
              </a:rPr>
              <a:t> </a:t>
            </a:r>
            <a:r>
              <a:rPr sz="2150" spc="60" dirty="0">
                <a:latin typeface="Segoe UI"/>
                <a:cs typeface="Segoe UI"/>
              </a:rPr>
              <a:t>two</a:t>
            </a:r>
            <a:r>
              <a:rPr sz="2150" spc="204" dirty="0">
                <a:latin typeface="Segoe UI"/>
                <a:cs typeface="Segoe UI"/>
              </a:rPr>
              <a:t> </a:t>
            </a:r>
            <a:r>
              <a:rPr sz="2150" spc="55" dirty="0">
                <a:latin typeface="Segoe UI"/>
                <a:cs typeface="Segoe UI"/>
              </a:rPr>
              <a:t>backend</a:t>
            </a:r>
            <a:r>
              <a:rPr sz="2150" spc="204" dirty="0">
                <a:latin typeface="Segoe UI"/>
                <a:cs typeface="Segoe UI"/>
              </a:rPr>
              <a:t> </a:t>
            </a:r>
            <a:r>
              <a:rPr sz="2150" spc="65" dirty="0">
                <a:latin typeface="Segoe UI"/>
                <a:cs typeface="Segoe UI"/>
              </a:rPr>
              <a:t>developers</a:t>
            </a:r>
            <a:r>
              <a:rPr sz="2150" spc="180" dirty="0">
                <a:latin typeface="Segoe UI"/>
                <a:cs typeface="Segoe UI"/>
              </a:rPr>
              <a:t> </a:t>
            </a:r>
            <a:r>
              <a:rPr sz="2150" spc="55" dirty="0">
                <a:latin typeface="Segoe UI"/>
                <a:cs typeface="Segoe UI"/>
              </a:rPr>
              <a:t>focused</a:t>
            </a:r>
            <a:r>
              <a:rPr sz="2150" spc="204" dirty="0">
                <a:latin typeface="Segoe UI"/>
                <a:cs typeface="Segoe UI"/>
              </a:rPr>
              <a:t> </a:t>
            </a:r>
            <a:r>
              <a:rPr sz="2150" dirty="0">
                <a:latin typeface="Segoe UI"/>
                <a:cs typeface="Segoe UI"/>
              </a:rPr>
              <a:t>on</a:t>
            </a:r>
            <a:r>
              <a:rPr sz="2150" spc="175" dirty="0">
                <a:latin typeface="Segoe UI"/>
                <a:cs typeface="Segoe UI"/>
              </a:rPr>
              <a:t> </a:t>
            </a:r>
            <a:r>
              <a:rPr sz="2150" spc="30" dirty="0">
                <a:latin typeface="Segoe UI"/>
                <a:cs typeface="Segoe UI"/>
              </a:rPr>
              <a:t>API </a:t>
            </a:r>
            <a:r>
              <a:rPr sz="2150" spc="65" dirty="0">
                <a:latin typeface="Segoe UI"/>
                <a:cs typeface="Segoe UI"/>
              </a:rPr>
              <a:t>integration,</a:t>
            </a:r>
            <a:r>
              <a:rPr sz="2150" spc="320" dirty="0">
                <a:latin typeface="Segoe UI"/>
                <a:cs typeface="Segoe UI"/>
              </a:rPr>
              <a:t> </a:t>
            </a:r>
            <a:r>
              <a:rPr sz="2150" spc="50" dirty="0">
                <a:latin typeface="Segoe UI"/>
                <a:cs typeface="Segoe UI"/>
              </a:rPr>
              <a:t>and</a:t>
            </a:r>
            <a:r>
              <a:rPr sz="2150" spc="340" dirty="0">
                <a:latin typeface="Segoe UI"/>
                <a:cs typeface="Segoe UI"/>
              </a:rPr>
              <a:t> </a:t>
            </a:r>
            <a:r>
              <a:rPr sz="2150" spc="60" dirty="0">
                <a:latin typeface="Segoe UI"/>
                <a:cs typeface="Segoe UI"/>
              </a:rPr>
              <a:t>two</a:t>
            </a:r>
            <a:r>
              <a:rPr sz="2150" spc="355" dirty="0">
                <a:latin typeface="Segoe UI"/>
                <a:cs typeface="Segoe UI"/>
              </a:rPr>
              <a:t> </a:t>
            </a:r>
            <a:r>
              <a:rPr sz="2150" spc="70" dirty="0">
                <a:latin typeface="Segoe UI"/>
                <a:cs typeface="Segoe UI"/>
              </a:rPr>
              <a:t>UI/UX</a:t>
            </a:r>
            <a:r>
              <a:rPr sz="2150" spc="340" dirty="0">
                <a:latin typeface="Segoe UI"/>
                <a:cs typeface="Segoe UI"/>
              </a:rPr>
              <a:t> </a:t>
            </a:r>
            <a:r>
              <a:rPr sz="2150" spc="60" dirty="0">
                <a:latin typeface="Segoe UI"/>
                <a:cs typeface="Segoe UI"/>
              </a:rPr>
              <a:t>designers</a:t>
            </a:r>
            <a:r>
              <a:rPr sz="2150" spc="330" dirty="0">
                <a:latin typeface="Segoe UI"/>
                <a:cs typeface="Segoe UI"/>
              </a:rPr>
              <a:t> </a:t>
            </a:r>
            <a:r>
              <a:rPr sz="2150" spc="65" dirty="0">
                <a:latin typeface="Segoe UI"/>
                <a:cs typeface="Segoe UI"/>
              </a:rPr>
              <a:t>dedicated</a:t>
            </a:r>
            <a:r>
              <a:rPr sz="2150" spc="340" dirty="0">
                <a:latin typeface="Segoe UI"/>
                <a:cs typeface="Segoe UI"/>
              </a:rPr>
              <a:t> </a:t>
            </a:r>
            <a:r>
              <a:rPr sz="2150" dirty="0">
                <a:latin typeface="Segoe UI"/>
                <a:cs typeface="Segoe UI"/>
              </a:rPr>
              <a:t>to</a:t>
            </a:r>
            <a:r>
              <a:rPr sz="2150" spc="355" dirty="0">
                <a:latin typeface="Segoe UI"/>
                <a:cs typeface="Segoe UI"/>
              </a:rPr>
              <a:t> </a:t>
            </a:r>
            <a:r>
              <a:rPr sz="2150" spc="60" dirty="0">
                <a:latin typeface="Segoe UI"/>
                <a:cs typeface="Segoe UI"/>
              </a:rPr>
              <a:t>creating</a:t>
            </a:r>
            <a:r>
              <a:rPr sz="2150" spc="345" dirty="0">
                <a:latin typeface="Segoe UI"/>
                <a:cs typeface="Segoe UI"/>
              </a:rPr>
              <a:t> </a:t>
            </a:r>
            <a:r>
              <a:rPr sz="2150" spc="50" dirty="0">
                <a:latin typeface="Segoe UI"/>
                <a:cs typeface="Segoe UI"/>
              </a:rPr>
              <a:t>the</a:t>
            </a:r>
            <a:r>
              <a:rPr sz="2150" spc="335" dirty="0">
                <a:latin typeface="Segoe UI"/>
                <a:cs typeface="Segoe UI"/>
              </a:rPr>
              <a:t> </a:t>
            </a:r>
            <a:r>
              <a:rPr sz="2150" spc="65" dirty="0">
                <a:latin typeface="Segoe UI"/>
                <a:cs typeface="Segoe UI"/>
              </a:rPr>
              <a:t>mobile</a:t>
            </a:r>
            <a:r>
              <a:rPr sz="2150" spc="340" dirty="0">
                <a:latin typeface="Segoe UI"/>
                <a:cs typeface="Segoe UI"/>
              </a:rPr>
              <a:t> </a:t>
            </a:r>
            <a:r>
              <a:rPr sz="2150" spc="50" dirty="0">
                <a:latin typeface="Segoe UI"/>
                <a:cs typeface="Segoe UI"/>
              </a:rPr>
              <a:t>interface. </a:t>
            </a:r>
            <a:r>
              <a:rPr sz="2150" dirty="0">
                <a:latin typeface="Segoe UI"/>
                <a:cs typeface="Segoe UI"/>
              </a:rPr>
              <a:t>The</a:t>
            </a:r>
            <a:r>
              <a:rPr sz="2150" spc="-5" dirty="0">
                <a:latin typeface="Segoe UI"/>
                <a:cs typeface="Segoe UI"/>
              </a:rPr>
              <a:t>  </a:t>
            </a:r>
            <a:r>
              <a:rPr sz="2150" spc="65" dirty="0">
                <a:latin typeface="Segoe UI"/>
                <a:cs typeface="Segoe UI"/>
              </a:rPr>
              <a:t>Quality</a:t>
            </a:r>
            <a:r>
              <a:rPr sz="2150" dirty="0">
                <a:latin typeface="Segoe UI"/>
                <a:cs typeface="Segoe UI"/>
              </a:rPr>
              <a:t>  </a:t>
            </a:r>
            <a:r>
              <a:rPr sz="2150" spc="60" dirty="0">
                <a:latin typeface="Segoe UI"/>
                <a:cs typeface="Segoe UI"/>
              </a:rPr>
              <a:t>Assurance</a:t>
            </a:r>
            <a:r>
              <a:rPr sz="2150" dirty="0">
                <a:latin typeface="Segoe UI"/>
                <a:cs typeface="Segoe UI"/>
              </a:rPr>
              <a:t>  </a:t>
            </a:r>
            <a:r>
              <a:rPr sz="2150" spc="65" dirty="0">
                <a:latin typeface="Segoe UI"/>
                <a:cs typeface="Segoe UI"/>
              </a:rPr>
              <a:t>team</a:t>
            </a:r>
            <a:r>
              <a:rPr sz="2150" dirty="0">
                <a:latin typeface="Segoe UI"/>
                <a:cs typeface="Segoe UI"/>
              </a:rPr>
              <a:t>  </a:t>
            </a:r>
            <a:r>
              <a:rPr sz="2150" spc="55" dirty="0">
                <a:latin typeface="Segoe UI"/>
                <a:cs typeface="Segoe UI"/>
              </a:rPr>
              <a:t>includes</a:t>
            </a:r>
            <a:r>
              <a:rPr sz="2150" spc="-5" dirty="0">
                <a:latin typeface="Segoe UI"/>
                <a:cs typeface="Segoe UI"/>
              </a:rPr>
              <a:t>  </a:t>
            </a:r>
            <a:r>
              <a:rPr sz="2150" spc="60" dirty="0">
                <a:latin typeface="Segoe UI"/>
                <a:cs typeface="Segoe UI"/>
              </a:rPr>
              <a:t>two</a:t>
            </a:r>
            <a:r>
              <a:rPr sz="2150" spc="5" dirty="0">
                <a:latin typeface="Segoe UI"/>
                <a:cs typeface="Segoe UI"/>
              </a:rPr>
              <a:t>  </a:t>
            </a:r>
            <a:r>
              <a:rPr sz="2150" dirty="0">
                <a:latin typeface="Segoe UI"/>
                <a:cs typeface="Segoe UI"/>
              </a:rPr>
              <a:t>QA</a:t>
            </a:r>
            <a:r>
              <a:rPr sz="2150" spc="15" dirty="0">
                <a:latin typeface="Segoe UI"/>
                <a:cs typeface="Segoe UI"/>
              </a:rPr>
              <a:t>  </a:t>
            </a:r>
            <a:r>
              <a:rPr sz="2150" spc="60" dirty="0">
                <a:latin typeface="Segoe UI"/>
                <a:cs typeface="Segoe UI"/>
              </a:rPr>
              <a:t>engineers</a:t>
            </a:r>
            <a:r>
              <a:rPr sz="2150" spc="-10" dirty="0">
                <a:latin typeface="Segoe UI"/>
                <a:cs typeface="Segoe UI"/>
              </a:rPr>
              <a:t>  </a:t>
            </a:r>
            <a:r>
              <a:rPr sz="2150" spc="60" dirty="0">
                <a:latin typeface="Segoe UI"/>
                <a:cs typeface="Segoe UI"/>
              </a:rPr>
              <a:t>responsible</a:t>
            </a:r>
            <a:r>
              <a:rPr sz="2150" spc="-5" dirty="0">
                <a:latin typeface="Segoe UI"/>
                <a:cs typeface="Segoe UI"/>
              </a:rPr>
              <a:t>  </a:t>
            </a:r>
            <a:r>
              <a:rPr sz="2150" spc="45" dirty="0">
                <a:latin typeface="Segoe UI"/>
                <a:cs typeface="Segoe UI"/>
              </a:rPr>
              <a:t>for</a:t>
            </a:r>
            <a:r>
              <a:rPr sz="2150" dirty="0">
                <a:latin typeface="Segoe UI"/>
                <a:cs typeface="Segoe UI"/>
              </a:rPr>
              <a:t>  </a:t>
            </a:r>
            <a:r>
              <a:rPr sz="2150" spc="50" dirty="0">
                <a:latin typeface="Segoe UI"/>
                <a:cs typeface="Segoe UI"/>
              </a:rPr>
              <a:t>testing </a:t>
            </a:r>
            <a:r>
              <a:rPr sz="2150" spc="55" dirty="0">
                <a:latin typeface="Segoe UI"/>
                <a:cs typeface="Segoe UI"/>
              </a:rPr>
              <a:t>across</a:t>
            </a:r>
            <a:r>
              <a:rPr sz="2150" spc="295" dirty="0">
                <a:latin typeface="Segoe UI"/>
                <a:cs typeface="Segoe UI"/>
              </a:rPr>
              <a:t>  </a:t>
            </a:r>
            <a:r>
              <a:rPr sz="2150" spc="60" dirty="0">
                <a:latin typeface="Segoe UI"/>
                <a:cs typeface="Segoe UI"/>
              </a:rPr>
              <a:t>different</a:t>
            </a:r>
            <a:r>
              <a:rPr sz="2150" spc="310" dirty="0">
                <a:latin typeface="Segoe UI"/>
                <a:cs typeface="Segoe UI"/>
              </a:rPr>
              <a:t>  </a:t>
            </a:r>
            <a:r>
              <a:rPr sz="2150" spc="60" dirty="0">
                <a:latin typeface="Segoe UI"/>
                <a:cs typeface="Segoe UI"/>
              </a:rPr>
              <a:t>devices</a:t>
            </a:r>
            <a:r>
              <a:rPr sz="2150" spc="295" dirty="0">
                <a:latin typeface="Segoe UI"/>
                <a:cs typeface="Segoe UI"/>
              </a:rPr>
              <a:t>  </a:t>
            </a:r>
            <a:r>
              <a:rPr sz="2150" spc="50" dirty="0">
                <a:latin typeface="Segoe UI"/>
                <a:cs typeface="Segoe UI"/>
              </a:rPr>
              <a:t>and</a:t>
            </a:r>
            <a:r>
              <a:rPr sz="2150" spc="305" dirty="0">
                <a:latin typeface="Segoe UI"/>
                <a:cs typeface="Segoe UI"/>
              </a:rPr>
              <a:t>  </a:t>
            </a:r>
            <a:r>
              <a:rPr sz="2150" spc="65" dirty="0">
                <a:latin typeface="Segoe UI"/>
                <a:cs typeface="Segoe UI"/>
              </a:rPr>
              <a:t>operating</a:t>
            </a:r>
            <a:r>
              <a:rPr sz="2150" spc="300" dirty="0">
                <a:latin typeface="Segoe UI"/>
                <a:cs typeface="Segoe UI"/>
              </a:rPr>
              <a:t>  </a:t>
            </a:r>
            <a:r>
              <a:rPr sz="2150" spc="60" dirty="0">
                <a:latin typeface="Segoe UI"/>
                <a:cs typeface="Segoe UI"/>
              </a:rPr>
              <a:t>systems.</a:t>
            </a:r>
            <a:r>
              <a:rPr sz="2150" spc="295" dirty="0">
                <a:latin typeface="Segoe UI"/>
                <a:cs typeface="Segoe UI"/>
              </a:rPr>
              <a:t>  </a:t>
            </a:r>
            <a:r>
              <a:rPr sz="2150" spc="55" dirty="0">
                <a:latin typeface="Segoe UI"/>
                <a:cs typeface="Segoe UI"/>
              </a:rPr>
              <a:t>End</a:t>
            </a:r>
            <a:r>
              <a:rPr sz="2150" spc="305" dirty="0">
                <a:latin typeface="Segoe UI"/>
                <a:cs typeface="Segoe UI"/>
              </a:rPr>
              <a:t>  </a:t>
            </a:r>
            <a:r>
              <a:rPr sz="2150" spc="50" dirty="0">
                <a:latin typeface="Segoe UI"/>
                <a:cs typeface="Segoe UI"/>
              </a:rPr>
              <a:t>users,</a:t>
            </a:r>
            <a:r>
              <a:rPr sz="2150" spc="295" dirty="0">
                <a:latin typeface="Segoe UI"/>
                <a:cs typeface="Segoe UI"/>
              </a:rPr>
              <a:t>  </a:t>
            </a:r>
            <a:r>
              <a:rPr sz="2150" spc="55" dirty="0">
                <a:latin typeface="Segoe UI"/>
                <a:cs typeface="Segoe UI"/>
              </a:rPr>
              <a:t>including</a:t>
            </a:r>
            <a:r>
              <a:rPr sz="2150" spc="300" dirty="0">
                <a:latin typeface="Segoe UI"/>
                <a:cs typeface="Segoe UI"/>
              </a:rPr>
              <a:t>  </a:t>
            </a:r>
            <a:r>
              <a:rPr sz="2150" spc="35" dirty="0">
                <a:latin typeface="Segoe UI"/>
                <a:cs typeface="Segoe UI"/>
              </a:rPr>
              <a:t>sales </a:t>
            </a:r>
            <a:r>
              <a:rPr sz="2150" spc="65" dirty="0">
                <a:latin typeface="Segoe UI"/>
                <a:cs typeface="Segoe UI"/>
              </a:rPr>
              <a:t>managers,</a:t>
            </a:r>
            <a:r>
              <a:rPr sz="2150" spc="434" dirty="0">
                <a:latin typeface="Segoe UI"/>
                <a:cs typeface="Segoe UI"/>
              </a:rPr>
              <a:t> </a:t>
            </a:r>
            <a:r>
              <a:rPr sz="2150" spc="55" dirty="0">
                <a:latin typeface="Segoe UI"/>
                <a:cs typeface="Segoe UI"/>
              </a:rPr>
              <a:t>sales</a:t>
            </a:r>
            <a:r>
              <a:rPr sz="2150" spc="445" dirty="0">
                <a:latin typeface="Segoe UI"/>
                <a:cs typeface="Segoe UI"/>
              </a:rPr>
              <a:t> </a:t>
            </a:r>
            <a:r>
              <a:rPr sz="2150" spc="65" dirty="0">
                <a:latin typeface="Segoe UI"/>
                <a:cs typeface="Segoe UI"/>
              </a:rPr>
              <a:t>representatives,</a:t>
            </a:r>
            <a:r>
              <a:rPr sz="2150" spc="445" dirty="0">
                <a:latin typeface="Segoe UI"/>
                <a:cs typeface="Segoe UI"/>
              </a:rPr>
              <a:t> </a:t>
            </a:r>
            <a:r>
              <a:rPr sz="2150" spc="50" dirty="0">
                <a:latin typeface="Segoe UI"/>
                <a:cs typeface="Segoe UI"/>
              </a:rPr>
              <a:t>and</a:t>
            </a:r>
            <a:r>
              <a:rPr sz="2150" spc="459" dirty="0">
                <a:latin typeface="Segoe UI"/>
                <a:cs typeface="Segoe UI"/>
              </a:rPr>
              <a:t> </a:t>
            </a:r>
            <a:r>
              <a:rPr sz="2150" spc="60" dirty="0">
                <a:latin typeface="Segoe UI"/>
                <a:cs typeface="Segoe UI"/>
              </a:rPr>
              <a:t>customer</a:t>
            </a:r>
            <a:r>
              <a:rPr sz="2150" spc="465" dirty="0">
                <a:latin typeface="Segoe UI"/>
                <a:cs typeface="Segoe UI"/>
              </a:rPr>
              <a:t> </a:t>
            </a:r>
            <a:r>
              <a:rPr sz="2150" spc="60" dirty="0">
                <a:latin typeface="Segoe UI"/>
                <a:cs typeface="Segoe UI"/>
              </a:rPr>
              <a:t>support</a:t>
            </a:r>
            <a:r>
              <a:rPr sz="2150" spc="480" dirty="0">
                <a:latin typeface="Segoe UI"/>
                <a:cs typeface="Segoe UI"/>
              </a:rPr>
              <a:t> </a:t>
            </a:r>
            <a:r>
              <a:rPr sz="2150" spc="65" dirty="0">
                <a:latin typeface="Segoe UI"/>
                <a:cs typeface="Segoe UI"/>
              </a:rPr>
              <a:t>teams,</a:t>
            </a:r>
            <a:r>
              <a:rPr sz="2150" spc="445" dirty="0">
                <a:latin typeface="Segoe UI"/>
                <a:cs typeface="Segoe UI"/>
              </a:rPr>
              <a:t> </a:t>
            </a:r>
            <a:r>
              <a:rPr sz="2150" spc="65" dirty="0">
                <a:latin typeface="Segoe UI"/>
                <a:cs typeface="Segoe UI"/>
              </a:rPr>
              <a:t>provide</a:t>
            </a:r>
            <a:r>
              <a:rPr sz="2150" spc="459" dirty="0">
                <a:latin typeface="Segoe UI"/>
                <a:cs typeface="Segoe UI"/>
              </a:rPr>
              <a:t> </a:t>
            </a:r>
            <a:r>
              <a:rPr sz="2150" spc="55" dirty="0">
                <a:latin typeface="Segoe UI"/>
                <a:cs typeface="Segoe UI"/>
              </a:rPr>
              <a:t>feedback </a:t>
            </a:r>
            <a:r>
              <a:rPr sz="2150" spc="50" dirty="0">
                <a:latin typeface="Segoe UI"/>
                <a:cs typeface="Segoe UI"/>
              </a:rPr>
              <a:t>and</a:t>
            </a:r>
            <a:r>
              <a:rPr sz="2150" spc="160" dirty="0">
                <a:latin typeface="Segoe UI"/>
                <a:cs typeface="Segoe UI"/>
              </a:rPr>
              <a:t> </a:t>
            </a:r>
            <a:r>
              <a:rPr sz="2150" spc="70" dirty="0">
                <a:latin typeface="Segoe UI"/>
                <a:cs typeface="Segoe UI"/>
              </a:rPr>
              <a:t>validate</a:t>
            </a:r>
            <a:r>
              <a:rPr sz="2150" spc="165" dirty="0">
                <a:latin typeface="Segoe UI"/>
                <a:cs typeface="Segoe UI"/>
              </a:rPr>
              <a:t> </a:t>
            </a:r>
            <a:r>
              <a:rPr sz="2150" spc="50" dirty="0">
                <a:latin typeface="Segoe UI"/>
                <a:cs typeface="Segoe UI"/>
              </a:rPr>
              <a:t>the</a:t>
            </a:r>
            <a:r>
              <a:rPr sz="2150" spc="160" dirty="0">
                <a:latin typeface="Segoe UI"/>
                <a:cs typeface="Segoe UI"/>
              </a:rPr>
              <a:t> </a:t>
            </a:r>
            <a:r>
              <a:rPr sz="2150" spc="65" dirty="0">
                <a:latin typeface="Segoe UI"/>
                <a:cs typeface="Segoe UI"/>
              </a:rPr>
              <a:t>feature's</a:t>
            </a:r>
            <a:r>
              <a:rPr sz="2150" spc="155" dirty="0">
                <a:latin typeface="Segoe UI"/>
                <a:cs typeface="Segoe UI"/>
              </a:rPr>
              <a:t> </a:t>
            </a:r>
            <a:r>
              <a:rPr sz="2150" spc="50" dirty="0">
                <a:latin typeface="Segoe UI"/>
                <a:cs typeface="Segoe UI"/>
              </a:rPr>
              <a:t>effectiveness.</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43</a:t>
            </a:r>
          </a:p>
        </p:txBody>
      </p:sp>
      <p:sp>
        <p:nvSpPr>
          <p:cNvPr id="2" name="object 2"/>
          <p:cNvSpPr txBox="1">
            <a:spLocks noGrp="1"/>
          </p:cNvSpPr>
          <p:nvPr>
            <p:ph type="title"/>
          </p:nvPr>
        </p:nvSpPr>
        <p:spPr>
          <a:xfrm>
            <a:off x="735012" y="2328545"/>
            <a:ext cx="10716895" cy="2101850"/>
          </a:xfrm>
          <a:prstGeom prst="rect">
            <a:avLst/>
          </a:prstGeom>
        </p:spPr>
        <p:txBody>
          <a:bodyPr vert="horz" wrap="square" lIns="0" tIns="16510" rIns="0" bIns="0" rtlCol="0">
            <a:spAutoFit/>
          </a:bodyPr>
          <a:lstStyle/>
          <a:p>
            <a:pPr marL="12700" marR="5080" algn="just">
              <a:lnSpc>
                <a:spcPct val="126499"/>
              </a:lnSpc>
              <a:spcBef>
                <a:spcPts val="130"/>
              </a:spcBef>
            </a:pPr>
            <a:r>
              <a:rPr sz="2150" dirty="0">
                <a:solidFill>
                  <a:srgbClr val="000000"/>
                </a:solidFill>
                <a:latin typeface="Segoe UI"/>
                <a:cs typeface="Segoe UI"/>
              </a:rPr>
              <a:t>The</a:t>
            </a:r>
            <a:r>
              <a:rPr sz="2150" spc="125" dirty="0">
                <a:solidFill>
                  <a:srgbClr val="000000"/>
                </a:solidFill>
                <a:latin typeface="Segoe UI"/>
                <a:cs typeface="Segoe UI"/>
              </a:rPr>
              <a:t>  </a:t>
            </a:r>
            <a:r>
              <a:rPr sz="2150" spc="50" dirty="0">
                <a:solidFill>
                  <a:srgbClr val="000000"/>
                </a:solidFill>
                <a:latin typeface="Segoe UI"/>
                <a:cs typeface="Segoe UI"/>
              </a:rPr>
              <a:t>IT</a:t>
            </a:r>
            <a:r>
              <a:rPr sz="2150" spc="125" dirty="0">
                <a:solidFill>
                  <a:srgbClr val="000000"/>
                </a:solidFill>
                <a:latin typeface="Segoe UI"/>
                <a:cs typeface="Segoe UI"/>
              </a:rPr>
              <a:t>  </a:t>
            </a:r>
            <a:r>
              <a:rPr sz="2150" spc="65" dirty="0">
                <a:solidFill>
                  <a:srgbClr val="000000"/>
                </a:solidFill>
                <a:latin typeface="Segoe UI"/>
                <a:cs typeface="Segoe UI"/>
              </a:rPr>
              <a:t>Department</a:t>
            </a:r>
            <a:r>
              <a:rPr sz="2150" spc="140" dirty="0">
                <a:solidFill>
                  <a:srgbClr val="000000"/>
                </a:solidFill>
                <a:latin typeface="Segoe UI"/>
                <a:cs typeface="Segoe UI"/>
              </a:rPr>
              <a:t>  </a:t>
            </a:r>
            <a:r>
              <a:rPr sz="2150" spc="60" dirty="0">
                <a:solidFill>
                  <a:srgbClr val="000000"/>
                </a:solidFill>
                <a:latin typeface="Segoe UI"/>
                <a:cs typeface="Segoe UI"/>
              </a:rPr>
              <a:t>supports</a:t>
            </a:r>
            <a:r>
              <a:rPr sz="2150" spc="125" dirty="0">
                <a:solidFill>
                  <a:srgbClr val="000000"/>
                </a:solidFill>
                <a:latin typeface="Segoe UI"/>
                <a:cs typeface="Segoe UI"/>
              </a:rPr>
              <a:t>  </a:t>
            </a:r>
            <a:r>
              <a:rPr sz="2150" spc="55" dirty="0">
                <a:solidFill>
                  <a:srgbClr val="000000"/>
                </a:solidFill>
                <a:latin typeface="Segoe UI"/>
                <a:cs typeface="Segoe UI"/>
              </a:rPr>
              <a:t>technical</a:t>
            </a:r>
            <a:r>
              <a:rPr sz="2150" spc="130" dirty="0">
                <a:solidFill>
                  <a:srgbClr val="000000"/>
                </a:solidFill>
                <a:latin typeface="Segoe UI"/>
                <a:cs typeface="Segoe UI"/>
              </a:rPr>
              <a:t>  </a:t>
            </a:r>
            <a:r>
              <a:rPr sz="2150" spc="65" dirty="0">
                <a:solidFill>
                  <a:srgbClr val="000000"/>
                </a:solidFill>
                <a:latin typeface="Segoe UI"/>
                <a:cs typeface="Segoe UI"/>
              </a:rPr>
              <a:t>integration</a:t>
            </a:r>
            <a:r>
              <a:rPr sz="2150" spc="120" dirty="0">
                <a:solidFill>
                  <a:srgbClr val="000000"/>
                </a:solidFill>
                <a:latin typeface="Segoe UI"/>
                <a:cs typeface="Segoe UI"/>
              </a:rPr>
              <a:t>  </a:t>
            </a:r>
            <a:r>
              <a:rPr sz="2150" spc="50" dirty="0">
                <a:solidFill>
                  <a:srgbClr val="000000"/>
                </a:solidFill>
                <a:latin typeface="Segoe UI"/>
                <a:cs typeface="Segoe UI"/>
              </a:rPr>
              <a:t>and</a:t>
            </a:r>
            <a:r>
              <a:rPr sz="2150" spc="125" dirty="0">
                <a:solidFill>
                  <a:srgbClr val="000000"/>
                </a:solidFill>
                <a:latin typeface="Segoe UI"/>
                <a:cs typeface="Segoe UI"/>
              </a:rPr>
              <a:t>  </a:t>
            </a:r>
            <a:r>
              <a:rPr sz="2150" spc="65" dirty="0">
                <a:solidFill>
                  <a:srgbClr val="000000"/>
                </a:solidFill>
                <a:latin typeface="Segoe UI"/>
                <a:cs typeface="Segoe UI"/>
              </a:rPr>
              <a:t>deployment</a:t>
            </a:r>
            <a:r>
              <a:rPr sz="2150" spc="140" dirty="0">
                <a:solidFill>
                  <a:srgbClr val="000000"/>
                </a:solidFill>
                <a:latin typeface="Segoe UI"/>
                <a:cs typeface="Segoe UI"/>
              </a:rPr>
              <a:t>  </a:t>
            </a:r>
            <a:r>
              <a:rPr sz="2150" spc="50" dirty="0">
                <a:solidFill>
                  <a:srgbClr val="000000"/>
                </a:solidFill>
                <a:latin typeface="Segoe UI"/>
                <a:cs typeface="Segoe UI"/>
              </a:rPr>
              <a:t>processes, </a:t>
            </a:r>
            <a:r>
              <a:rPr sz="2150" spc="55" dirty="0">
                <a:solidFill>
                  <a:srgbClr val="000000"/>
                </a:solidFill>
                <a:latin typeface="Segoe UI"/>
                <a:cs typeface="Segoe UI"/>
              </a:rPr>
              <a:t>while</a:t>
            </a:r>
            <a:r>
              <a:rPr sz="2150" spc="430" dirty="0">
                <a:solidFill>
                  <a:srgbClr val="000000"/>
                </a:solidFill>
                <a:latin typeface="Segoe UI"/>
                <a:cs typeface="Segoe UI"/>
              </a:rPr>
              <a:t> </a:t>
            </a:r>
            <a:r>
              <a:rPr sz="2150" spc="70" dirty="0">
                <a:solidFill>
                  <a:srgbClr val="000000"/>
                </a:solidFill>
                <a:latin typeface="Segoe UI"/>
                <a:cs typeface="Segoe UI"/>
              </a:rPr>
              <a:t>Liam</a:t>
            </a:r>
            <a:r>
              <a:rPr sz="2150" spc="450" dirty="0">
                <a:solidFill>
                  <a:srgbClr val="000000"/>
                </a:solidFill>
                <a:latin typeface="Segoe UI"/>
                <a:cs typeface="Segoe UI"/>
              </a:rPr>
              <a:t> </a:t>
            </a:r>
            <a:r>
              <a:rPr sz="2150" spc="50" dirty="0">
                <a:solidFill>
                  <a:srgbClr val="000000"/>
                </a:solidFill>
                <a:latin typeface="Segoe UI"/>
                <a:cs typeface="Segoe UI"/>
              </a:rPr>
              <a:t>Patel,</a:t>
            </a:r>
            <a:r>
              <a:rPr sz="2150" spc="430" dirty="0">
                <a:solidFill>
                  <a:srgbClr val="000000"/>
                </a:solidFill>
                <a:latin typeface="Segoe UI"/>
                <a:cs typeface="Segoe UI"/>
              </a:rPr>
              <a:t> </a:t>
            </a:r>
            <a:r>
              <a:rPr sz="2150" spc="50" dirty="0">
                <a:solidFill>
                  <a:srgbClr val="000000"/>
                </a:solidFill>
                <a:latin typeface="Segoe UI"/>
                <a:cs typeface="Segoe UI"/>
              </a:rPr>
              <a:t>the</a:t>
            </a:r>
            <a:r>
              <a:rPr sz="2150" spc="440" dirty="0">
                <a:solidFill>
                  <a:srgbClr val="000000"/>
                </a:solidFill>
                <a:latin typeface="Segoe UI"/>
                <a:cs typeface="Segoe UI"/>
              </a:rPr>
              <a:t> </a:t>
            </a:r>
            <a:r>
              <a:rPr sz="2150" spc="65" dirty="0">
                <a:solidFill>
                  <a:srgbClr val="000000"/>
                </a:solidFill>
                <a:latin typeface="Segoe UI"/>
                <a:cs typeface="Segoe UI"/>
              </a:rPr>
              <a:t>Marketing</a:t>
            </a:r>
            <a:r>
              <a:rPr sz="2150" spc="450" dirty="0">
                <a:solidFill>
                  <a:srgbClr val="000000"/>
                </a:solidFill>
                <a:latin typeface="Segoe UI"/>
                <a:cs typeface="Segoe UI"/>
              </a:rPr>
              <a:t> </a:t>
            </a:r>
            <a:r>
              <a:rPr sz="2150" spc="70" dirty="0">
                <a:solidFill>
                  <a:srgbClr val="000000"/>
                </a:solidFill>
                <a:latin typeface="Segoe UI"/>
                <a:cs typeface="Segoe UI"/>
              </a:rPr>
              <a:t>Lead,</a:t>
            </a:r>
            <a:r>
              <a:rPr sz="2150" spc="425" dirty="0">
                <a:solidFill>
                  <a:srgbClr val="000000"/>
                </a:solidFill>
                <a:latin typeface="Segoe UI"/>
                <a:cs typeface="Segoe UI"/>
              </a:rPr>
              <a:t> </a:t>
            </a:r>
            <a:r>
              <a:rPr sz="2150" dirty="0">
                <a:solidFill>
                  <a:srgbClr val="000000"/>
                </a:solidFill>
                <a:latin typeface="Segoe UI"/>
                <a:cs typeface="Segoe UI"/>
              </a:rPr>
              <a:t>is</a:t>
            </a:r>
            <a:r>
              <a:rPr sz="2150" spc="430" dirty="0">
                <a:solidFill>
                  <a:srgbClr val="000000"/>
                </a:solidFill>
                <a:latin typeface="Segoe UI"/>
                <a:cs typeface="Segoe UI"/>
              </a:rPr>
              <a:t> </a:t>
            </a:r>
            <a:r>
              <a:rPr sz="2150" spc="60" dirty="0">
                <a:solidFill>
                  <a:srgbClr val="000000"/>
                </a:solidFill>
                <a:latin typeface="Segoe UI"/>
                <a:cs typeface="Segoe UI"/>
              </a:rPr>
              <a:t>tasked</a:t>
            </a:r>
            <a:r>
              <a:rPr sz="2150" spc="450" dirty="0">
                <a:solidFill>
                  <a:srgbClr val="000000"/>
                </a:solidFill>
                <a:latin typeface="Segoe UI"/>
                <a:cs typeface="Segoe UI"/>
              </a:rPr>
              <a:t> </a:t>
            </a:r>
            <a:r>
              <a:rPr sz="2150" spc="65" dirty="0">
                <a:solidFill>
                  <a:srgbClr val="000000"/>
                </a:solidFill>
                <a:latin typeface="Segoe UI"/>
                <a:cs typeface="Segoe UI"/>
              </a:rPr>
              <a:t>with</a:t>
            </a:r>
            <a:r>
              <a:rPr sz="2150" spc="420" dirty="0">
                <a:solidFill>
                  <a:srgbClr val="000000"/>
                </a:solidFill>
                <a:latin typeface="Segoe UI"/>
                <a:cs typeface="Segoe UI"/>
              </a:rPr>
              <a:t> </a:t>
            </a:r>
            <a:r>
              <a:rPr sz="2150" spc="65" dirty="0">
                <a:solidFill>
                  <a:srgbClr val="000000"/>
                </a:solidFill>
                <a:latin typeface="Segoe UI"/>
                <a:cs typeface="Segoe UI"/>
              </a:rPr>
              <a:t>promoting</a:t>
            </a:r>
            <a:r>
              <a:rPr sz="2150" spc="450" dirty="0">
                <a:solidFill>
                  <a:srgbClr val="000000"/>
                </a:solidFill>
                <a:latin typeface="Segoe UI"/>
                <a:cs typeface="Segoe UI"/>
              </a:rPr>
              <a:t> </a:t>
            </a:r>
            <a:r>
              <a:rPr sz="2150" spc="50" dirty="0">
                <a:solidFill>
                  <a:srgbClr val="000000"/>
                </a:solidFill>
                <a:latin typeface="Segoe UI"/>
                <a:cs typeface="Segoe UI"/>
              </a:rPr>
              <a:t>the</a:t>
            </a:r>
            <a:r>
              <a:rPr sz="2150" spc="440" dirty="0">
                <a:solidFill>
                  <a:srgbClr val="000000"/>
                </a:solidFill>
                <a:latin typeface="Segoe UI"/>
                <a:cs typeface="Segoe UI"/>
              </a:rPr>
              <a:t> </a:t>
            </a:r>
            <a:r>
              <a:rPr sz="2150" dirty="0">
                <a:solidFill>
                  <a:srgbClr val="000000"/>
                </a:solidFill>
                <a:latin typeface="Segoe UI"/>
                <a:cs typeface="Segoe UI"/>
              </a:rPr>
              <a:t>new</a:t>
            </a:r>
            <a:r>
              <a:rPr sz="2150" spc="455" dirty="0">
                <a:solidFill>
                  <a:srgbClr val="000000"/>
                </a:solidFill>
                <a:latin typeface="Segoe UI"/>
                <a:cs typeface="Segoe UI"/>
              </a:rPr>
              <a:t> </a:t>
            </a:r>
            <a:r>
              <a:rPr sz="2150" spc="55" dirty="0">
                <a:solidFill>
                  <a:srgbClr val="000000"/>
                </a:solidFill>
                <a:latin typeface="Segoe UI"/>
                <a:cs typeface="Segoe UI"/>
              </a:rPr>
              <a:t>Mobile </a:t>
            </a:r>
            <a:r>
              <a:rPr sz="2150" spc="65" dirty="0">
                <a:solidFill>
                  <a:srgbClr val="000000"/>
                </a:solidFill>
                <a:latin typeface="Segoe UI"/>
                <a:cs typeface="Segoe UI"/>
              </a:rPr>
              <a:t>Analytics</a:t>
            </a:r>
            <a:r>
              <a:rPr sz="2150" spc="320" dirty="0">
                <a:solidFill>
                  <a:srgbClr val="000000"/>
                </a:solidFill>
                <a:latin typeface="Segoe UI"/>
                <a:cs typeface="Segoe UI"/>
              </a:rPr>
              <a:t> </a:t>
            </a:r>
            <a:r>
              <a:rPr sz="2150" spc="60" dirty="0">
                <a:solidFill>
                  <a:srgbClr val="000000"/>
                </a:solidFill>
                <a:latin typeface="Segoe UI"/>
                <a:cs typeface="Segoe UI"/>
              </a:rPr>
              <a:t>Dashboard</a:t>
            </a:r>
            <a:r>
              <a:rPr sz="2150" spc="340" dirty="0">
                <a:solidFill>
                  <a:srgbClr val="000000"/>
                </a:solidFill>
                <a:latin typeface="Segoe UI"/>
                <a:cs typeface="Segoe UI"/>
              </a:rPr>
              <a:t> </a:t>
            </a:r>
            <a:r>
              <a:rPr sz="2150" dirty="0">
                <a:solidFill>
                  <a:srgbClr val="000000"/>
                </a:solidFill>
                <a:latin typeface="Segoe UI"/>
                <a:cs typeface="Segoe UI"/>
              </a:rPr>
              <a:t>to</a:t>
            </a:r>
            <a:r>
              <a:rPr sz="2150" spc="345" dirty="0">
                <a:solidFill>
                  <a:srgbClr val="000000"/>
                </a:solidFill>
                <a:latin typeface="Segoe UI"/>
                <a:cs typeface="Segoe UI"/>
              </a:rPr>
              <a:t> </a:t>
            </a:r>
            <a:r>
              <a:rPr sz="2150" spc="60" dirty="0">
                <a:solidFill>
                  <a:srgbClr val="000000"/>
                </a:solidFill>
                <a:latin typeface="Segoe UI"/>
                <a:cs typeface="Segoe UI"/>
              </a:rPr>
              <a:t>existing</a:t>
            </a:r>
            <a:r>
              <a:rPr sz="2150" spc="335" dirty="0">
                <a:solidFill>
                  <a:srgbClr val="000000"/>
                </a:solidFill>
                <a:latin typeface="Segoe UI"/>
                <a:cs typeface="Segoe UI"/>
              </a:rPr>
              <a:t> </a:t>
            </a:r>
            <a:r>
              <a:rPr sz="2150" spc="50" dirty="0">
                <a:solidFill>
                  <a:srgbClr val="000000"/>
                </a:solidFill>
                <a:latin typeface="Segoe UI"/>
                <a:cs typeface="Segoe UI"/>
              </a:rPr>
              <a:t>and</a:t>
            </a:r>
            <a:r>
              <a:rPr sz="2150" spc="340" dirty="0">
                <a:solidFill>
                  <a:srgbClr val="000000"/>
                </a:solidFill>
                <a:latin typeface="Segoe UI"/>
                <a:cs typeface="Segoe UI"/>
              </a:rPr>
              <a:t> </a:t>
            </a:r>
            <a:r>
              <a:rPr sz="2150" spc="65" dirty="0">
                <a:solidFill>
                  <a:srgbClr val="000000"/>
                </a:solidFill>
                <a:latin typeface="Segoe UI"/>
                <a:cs typeface="Segoe UI"/>
              </a:rPr>
              <a:t>potential</a:t>
            </a:r>
            <a:r>
              <a:rPr sz="2150" spc="340" dirty="0">
                <a:solidFill>
                  <a:srgbClr val="000000"/>
                </a:solidFill>
                <a:latin typeface="Segoe UI"/>
                <a:cs typeface="Segoe UI"/>
              </a:rPr>
              <a:t> </a:t>
            </a:r>
            <a:r>
              <a:rPr sz="2150" spc="55" dirty="0">
                <a:solidFill>
                  <a:srgbClr val="000000"/>
                </a:solidFill>
                <a:latin typeface="Segoe UI"/>
                <a:cs typeface="Segoe UI"/>
              </a:rPr>
              <a:t>clients.</a:t>
            </a:r>
            <a:r>
              <a:rPr sz="2150" spc="320" dirty="0">
                <a:solidFill>
                  <a:srgbClr val="000000"/>
                </a:solidFill>
                <a:latin typeface="Segoe UI"/>
                <a:cs typeface="Segoe UI"/>
              </a:rPr>
              <a:t> </a:t>
            </a:r>
            <a:r>
              <a:rPr sz="2150" spc="70" dirty="0">
                <a:solidFill>
                  <a:srgbClr val="000000"/>
                </a:solidFill>
                <a:latin typeface="Segoe UI"/>
                <a:cs typeface="Segoe UI"/>
              </a:rPr>
              <a:t>Additionally,</a:t>
            </a:r>
            <a:r>
              <a:rPr sz="2150" spc="325" dirty="0">
                <a:solidFill>
                  <a:srgbClr val="000000"/>
                </a:solidFill>
                <a:latin typeface="Segoe UI"/>
                <a:cs typeface="Segoe UI"/>
              </a:rPr>
              <a:t> </a:t>
            </a:r>
            <a:r>
              <a:rPr sz="2150" spc="50" dirty="0">
                <a:solidFill>
                  <a:srgbClr val="000000"/>
                </a:solidFill>
                <a:latin typeface="Segoe UI"/>
                <a:cs typeface="Segoe UI"/>
              </a:rPr>
              <a:t>the</a:t>
            </a:r>
            <a:r>
              <a:rPr sz="2150" spc="330" dirty="0">
                <a:solidFill>
                  <a:srgbClr val="000000"/>
                </a:solidFill>
                <a:latin typeface="Segoe UI"/>
                <a:cs typeface="Segoe UI"/>
              </a:rPr>
              <a:t> </a:t>
            </a:r>
            <a:r>
              <a:rPr sz="2150" spc="65" dirty="0">
                <a:solidFill>
                  <a:srgbClr val="000000"/>
                </a:solidFill>
                <a:latin typeface="Segoe UI"/>
                <a:cs typeface="Segoe UI"/>
              </a:rPr>
              <a:t>Legal</a:t>
            </a:r>
            <a:r>
              <a:rPr sz="2150" spc="340" dirty="0">
                <a:solidFill>
                  <a:srgbClr val="000000"/>
                </a:solidFill>
                <a:latin typeface="Segoe UI"/>
                <a:cs typeface="Segoe UI"/>
              </a:rPr>
              <a:t> </a:t>
            </a:r>
            <a:r>
              <a:rPr sz="2150" spc="25" dirty="0">
                <a:solidFill>
                  <a:srgbClr val="000000"/>
                </a:solidFill>
                <a:latin typeface="Segoe UI"/>
                <a:cs typeface="Segoe UI"/>
              </a:rPr>
              <a:t>and </a:t>
            </a:r>
            <a:r>
              <a:rPr sz="2150" spc="65" dirty="0">
                <a:solidFill>
                  <a:srgbClr val="000000"/>
                </a:solidFill>
                <a:latin typeface="Segoe UI"/>
                <a:cs typeface="Segoe UI"/>
              </a:rPr>
              <a:t>Compliance</a:t>
            </a:r>
            <a:r>
              <a:rPr sz="2150" spc="40" dirty="0">
                <a:solidFill>
                  <a:srgbClr val="000000"/>
                </a:solidFill>
                <a:latin typeface="Segoe UI"/>
                <a:cs typeface="Segoe UI"/>
              </a:rPr>
              <a:t>  </a:t>
            </a:r>
            <a:r>
              <a:rPr sz="2150" dirty="0">
                <a:solidFill>
                  <a:srgbClr val="000000"/>
                </a:solidFill>
                <a:latin typeface="Segoe UI"/>
                <a:cs typeface="Segoe UI"/>
              </a:rPr>
              <a:t>Team</a:t>
            </a:r>
            <a:r>
              <a:rPr sz="2150" spc="60" dirty="0">
                <a:solidFill>
                  <a:srgbClr val="000000"/>
                </a:solidFill>
                <a:latin typeface="Segoe UI"/>
                <a:cs typeface="Segoe UI"/>
              </a:rPr>
              <a:t>  </a:t>
            </a:r>
            <a:r>
              <a:rPr sz="2150" spc="50" dirty="0">
                <a:solidFill>
                  <a:srgbClr val="000000"/>
                </a:solidFill>
                <a:latin typeface="Segoe UI"/>
                <a:cs typeface="Segoe UI"/>
              </a:rPr>
              <a:t>ensures</a:t>
            </a:r>
            <a:r>
              <a:rPr sz="2150" spc="45" dirty="0">
                <a:solidFill>
                  <a:srgbClr val="000000"/>
                </a:solidFill>
                <a:latin typeface="Segoe UI"/>
                <a:cs typeface="Segoe UI"/>
              </a:rPr>
              <a:t>  </a:t>
            </a:r>
            <a:r>
              <a:rPr sz="2150" spc="60" dirty="0">
                <a:solidFill>
                  <a:srgbClr val="000000"/>
                </a:solidFill>
                <a:latin typeface="Segoe UI"/>
                <a:cs typeface="Segoe UI"/>
              </a:rPr>
              <a:t>that</a:t>
            </a:r>
            <a:r>
              <a:rPr sz="2150" spc="65" dirty="0">
                <a:solidFill>
                  <a:srgbClr val="000000"/>
                </a:solidFill>
                <a:latin typeface="Segoe UI"/>
                <a:cs typeface="Segoe UI"/>
              </a:rPr>
              <a:t>  </a:t>
            </a:r>
            <a:r>
              <a:rPr sz="2150" spc="50" dirty="0">
                <a:solidFill>
                  <a:srgbClr val="000000"/>
                </a:solidFill>
                <a:latin typeface="Segoe UI"/>
                <a:cs typeface="Segoe UI"/>
              </a:rPr>
              <a:t>the  </a:t>
            </a:r>
            <a:r>
              <a:rPr sz="2150" spc="65" dirty="0">
                <a:solidFill>
                  <a:srgbClr val="000000"/>
                </a:solidFill>
                <a:latin typeface="Segoe UI"/>
                <a:cs typeface="Segoe UI"/>
              </a:rPr>
              <a:t>mobile</a:t>
            </a:r>
            <a:r>
              <a:rPr sz="2150" spc="50" dirty="0">
                <a:solidFill>
                  <a:srgbClr val="000000"/>
                </a:solidFill>
                <a:latin typeface="Segoe UI"/>
                <a:cs typeface="Segoe UI"/>
              </a:rPr>
              <a:t>  </a:t>
            </a:r>
            <a:r>
              <a:rPr sz="2150" spc="60" dirty="0">
                <a:solidFill>
                  <a:srgbClr val="000000"/>
                </a:solidFill>
                <a:latin typeface="Segoe UI"/>
                <a:cs typeface="Segoe UI"/>
              </a:rPr>
              <a:t>feature</a:t>
            </a:r>
            <a:r>
              <a:rPr sz="2150" spc="55" dirty="0">
                <a:solidFill>
                  <a:srgbClr val="000000"/>
                </a:solidFill>
                <a:latin typeface="Segoe UI"/>
                <a:cs typeface="Segoe UI"/>
              </a:rPr>
              <a:t>  </a:t>
            </a:r>
            <a:r>
              <a:rPr sz="2150" spc="60" dirty="0">
                <a:solidFill>
                  <a:srgbClr val="000000"/>
                </a:solidFill>
                <a:latin typeface="Segoe UI"/>
                <a:cs typeface="Segoe UI"/>
              </a:rPr>
              <a:t>adheres</a:t>
            </a:r>
            <a:r>
              <a:rPr sz="2150" spc="45" dirty="0">
                <a:solidFill>
                  <a:srgbClr val="000000"/>
                </a:solidFill>
                <a:latin typeface="Segoe UI"/>
                <a:cs typeface="Segoe UI"/>
              </a:rPr>
              <a:t>  </a:t>
            </a:r>
            <a:r>
              <a:rPr sz="2150" dirty="0">
                <a:solidFill>
                  <a:srgbClr val="000000"/>
                </a:solidFill>
                <a:latin typeface="Segoe UI"/>
                <a:cs typeface="Segoe UI"/>
              </a:rPr>
              <a:t>to</a:t>
            </a:r>
            <a:r>
              <a:rPr sz="2150" spc="60" dirty="0">
                <a:solidFill>
                  <a:srgbClr val="000000"/>
                </a:solidFill>
                <a:latin typeface="Segoe UI"/>
                <a:cs typeface="Segoe UI"/>
              </a:rPr>
              <a:t>  </a:t>
            </a:r>
            <a:r>
              <a:rPr sz="2150" spc="65" dirty="0">
                <a:solidFill>
                  <a:srgbClr val="000000"/>
                </a:solidFill>
                <a:latin typeface="Segoe UI"/>
                <a:cs typeface="Segoe UI"/>
              </a:rPr>
              <a:t>data</a:t>
            </a:r>
            <a:r>
              <a:rPr sz="2150" spc="70" dirty="0">
                <a:solidFill>
                  <a:srgbClr val="000000"/>
                </a:solidFill>
                <a:latin typeface="Segoe UI"/>
                <a:cs typeface="Segoe UI"/>
              </a:rPr>
              <a:t>  </a:t>
            </a:r>
            <a:r>
              <a:rPr sz="2150" spc="55" dirty="0">
                <a:solidFill>
                  <a:srgbClr val="000000"/>
                </a:solidFill>
                <a:latin typeface="Segoe UI"/>
                <a:cs typeface="Segoe UI"/>
              </a:rPr>
              <a:t>protection </a:t>
            </a:r>
            <a:r>
              <a:rPr sz="2150" spc="65" dirty="0">
                <a:solidFill>
                  <a:srgbClr val="000000"/>
                </a:solidFill>
                <a:latin typeface="Segoe UI"/>
                <a:cs typeface="Segoe UI"/>
              </a:rPr>
              <a:t>regulations</a:t>
            </a:r>
            <a:r>
              <a:rPr sz="2150" spc="229" dirty="0">
                <a:solidFill>
                  <a:srgbClr val="000000"/>
                </a:solidFill>
                <a:latin typeface="Segoe UI"/>
                <a:cs typeface="Segoe UI"/>
              </a:rPr>
              <a:t> </a:t>
            </a:r>
            <a:r>
              <a:rPr sz="2150" dirty="0">
                <a:solidFill>
                  <a:srgbClr val="000000"/>
                </a:solidFill>
                <a:latin typeface="Segoe UI"/>
                <a:cs typeface="Segoe UI"/>
              </a:rPr>
              <a:t>such</a:t>
            </a:r>
            <a:r>
              <a:rPr sz="2150" spc="225" dirty="0">
                <a:solidFill>
                  <a:srgbClr val="000000"/>
                </a:solidFill>
                <a:latin typeface="Segoe UI"/>
                <a:cs typeface="Segoe UI"/>
              </a:rPr>
              <a:t> </a:t>
            </a:r>
            <a:r>
              <a:rPr sz="2150" dirty="0">
                <a:solidFill>
                  <a:srgbClr val="000000"/>
                </a:solidFill>
                <a:latin typeface="Segoe UI"/>
                <a:cs typeface="Segoe UI"/>
              </a:rPr>
              <a:t>as</a:t>
            </a:r>
            <a:r>
              <a:rPr sz="2150" spc="229" dirty="0">
                <a:solidFill>
                  <a:srgbClr val="000000"/>
                </a:solidFill>
                <a:latin typeface="Segoe UI"/>
                <a:cs typeface="Segoe UI"/>
              </a:rPr>
              <a:t> </a:t>
            </a:r>
            <a:r>
              <a:rPr sz="2150" spc="40" dirty="0">
                <a:solidFill>
                  <a:srgbClr val="000000"/>
                </a:solidFill>
                <a:latin typeface="Segoe UI"/>
                <a:cs typeface="Segoe UI"/>
              </a:rPr>
              <a:t>GDPR.</a:t>
            </a:r>
            <a:endParaRPr sz="2150" dirty="0">
              <a:latin typeface="Segoe UI"/>
              <a:cs typeface="Segoe UI"/>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44</a:t>
            </a:r>
          </a:p>
        </p:txBody>
      </p:sp>
      <p:sp>
        <p:nvSpPr>
          <p:cNvPr id="2" name="object 2"/>
          <p:cNvSpPr txBox="1"/>
          <p:nvPr/>
        </p:nvSpPr>
        <p:spPr>
          <a:xfrm>
            <a:off x="735012" y="1309369"/>
            <a:ext cx="10715625" cy="4159250"/>
          </a:xfrm>
          <a:prstGeom prst="rect">
            <a:avLst/>
          </a:prstGeom>
        </p:spPr>
        <p:txBody>
          <a:bodyPr vert="horz" wrap="square" lIns="0" tIns="8255" rIns="0" bIns="0" rtlCol="0">
            <a:spAutoFit/>
          </a:bodyPr>
          <a:lstStyle/>
          <a:p>
            <a:pPr marL="12700" marR="5080" algn="just">
              <a:lnSpc>
                <a:spcPct val="126200"/>
              </a:lnSpc>
              <a:spcBef>
                <a:spcPts val="65"/>
              </a:spcBef>
            </a:pPr>
            <a:r>
              <a:rPr sz="2150" spc="45" dirty="0">
                <a:latin typeface="Segoe UI"/>
                <a:cs typeface="Segoe UI"/>
              </a:rPr>
              <a:t>Resource</a:t>
            </a:r>
            <a:r>
              <a:rPr sz="2150" spc="470" dirty="0">
                <a:latin typeface="Segoe UI"/>
                <a:cs typeface="Segoe UI"/>
              </a:rPr>
              <a:t> </a:t>
            </a:r>
            <a:r>
              <a:rPr sz="2150" spc="65" dirty="0">
                <a:latin typeface="Segoe UI"/>
                <a:cs typeface="Segoe UI"/>
              </a:rPr>
              <a:t>allocation</a:t>
            </a:r>
            <a:r>
              <a:rPr sz="2150" spc="450" dirty="0">
                <a:latin typeface="Segoe UI"/>
                <a:cs typeface="Segoe UI"/>
              </a:rPr>
              <a:t> </a:t>
            </a:r>
            <a:r>
              <a:rPr sz="2150" dirty="0">
                <a:latin typeface="Segoe UI"/>
                <a:cs typeface="Segoe UI"/>
              </a:rPr>
              <a:t>is</a:t>
            </a:r>
            <a:r>
              <a:rPr sz="2150" spc="459" dirty="0">
                <a:latin typeface="Segoe UI"/>
                <a:cs typeface="Segoe UI"/>
              </a:rPr>
              <a:t> </a:t>
            </a:r>
            <a:r>
              <a:rPr sz="2150" spc="60" dirty="0">
                <a:latin typeface="Segoe UI"/>
                <a:cs typeface="Segoe UI"/>
              </a:rPr>
              <a:t>meticulously</a:t>
            </a:r>
            <a:r>
              <a:rPr sz="2150" spc="480" dirty="0">
                <a:latin typeface="Segoe UI"/>
                <a:cs typeface="Segoe UI"/>
              </a:rPr>
              <a:t> </a:t>
            </a:r>
            <a:r>
              <a:rPr sz="2150" spc="60" dirty="0">
                <a:latin typeface="Segoe UI"/>
                <a:cs typeface="Segoe UI"/>
              </a:rPr>
              <a:t>planned</a:t>
            </a:r>
            <a:r>
              <a:rPr sz="2150" spc="480" dirty="0">
                <a:latin typeface="Segoe UI"/>
                <a:cs typeface="Segoe UI"/>
              </a:rPr>
              <a:t> </a:t>
            </a:r>
            <a:r>
              <a:rPr sz="2150" dirty="0">
                <a:latin typeface="Segoe UI"/>
                <a:cs typeface="Segoe UI"/>
              </a:rPr>
              <a:t>to</a:t>
            </a:r>
            <a:r>
              <a:rPr sz="2150" spc="484" dirty="0">
                <a:latin typeface="Segoe UI"/>
                <a:cs typeface="Segoe UI"/>
              </a:rPr>
              <a:t> </a:t>
            </a:r>
            <a:r>
              <a:rPr sz="2150" spc="50" dirty="0">
                <a:latin typeface="Segoe UI"/>
                <a:cs typeface="Segoe UI"/>
              </a:rPr>
              <a:t>ensure</a:t>
            </a:r>
            <a:r>
              <a:rPr sz="2150" spc="470" dirty="0">
                <a:latin typeface="Segoe UI"/>
                <a:cs typeface="Segoe UI"/>
              </a:rPr>
              <a:t> </a:t>
            </a:r>
            <a:r>
              <a:rPr sz="2150" spc="50" dirty="0">
                <a:latin typeface="Segoe UI"/>
                <a:cs typeface="Segoe UI"/>
              </a:rPr>
              <a:t>the</a:t>
            </a:r>
            <a:r>
              <a:rPr sz="2150" spc="470" dirty="0">
                <a:latin typeface="Segoe UI"/>
                <a:cs typeface="Segoe UI"/>
              </a:rPr>
              <a:t> </a:t>
            </a:r>
            <a:r>
              <a:rPr sz="2150" spc="65" dirty="0">
                <a:latin typeface="Segoe UI"/>
                <a:cs typeface="Segoe UI"/>
              </a:rPr>
              <a:t>project's</a:t>
            </a:r>
            <a:r>
              <a:rPr sz="2150" spc="459" dirty="0">
                <a:latin typeface="Segoe UI"/>
                <a:cs typeface="Segoe UI"/>
              </a:rPr>
              <a:t> </a:t>
            </a:r>
            <a:r>
              <a:rPr sz="2150" spc="50" dirty="0">
                <a:latin typeface="Segoe UI"/>
                <a:cs typeface="Segoe UI"/>
              </a:rPr>
              <a:t>success.</a:t>
            </a:r>
            <a:r>
              <a:rPr sz="2150" spc="459" dirty="0">
                <a:latin typeface="Segoe UI"/>
                <a:cs typeface="Segoe UI"/>
              </a:rPr>
              <a:t> </a:t>
            </a:r>
            <a:r>
              <a:rPr sz="2150" spc="-25" dirty="0">
                <a:latin typeface="Segoe UI"/>
                <a:cs typeface="Segoe UI"/>
              </a:rPr>
              <a:t>The </a:t>
            </a:r>
            <a:r>
              <a:rPr sz="2150" spc="65" dirty="0">
                <a:latin typeface="Segoe UI"/>
                <a:cs typeface="Segoe UI"/>
              </a:rPr>
              <a:t>team</a:t>
            </a:r>
            <a:r>
              <a:rPr sz="2150" spc="90" dirty="0">
                <a:latin typeface="Segoe UI"/>
                <a:cs typeface="Segoe UI"/>
              </a:rPr>
              <a:t>  </a:t>
            </a:r>
            <a:r>
              <a:rPr sz="2150" spc="60" dirty="0">
                <a:latin typeface="Segoe UI"/>
                <a:cs typeface="Segoe UI"/>
              </a:rPr>
              <a:t>comprises</a:t>
            </a:r>
            <a:r>
              <a:rPr sz="2150" spc="90" dirty="0">
                <a:latin typeface="Segoe UI"/>
                <a:cs typeface="Segoe UI"/>
              </a:rPr>
              <a:t>  </a:t>
            </a:r>
            <a:r>
              <a:rPr sz="2150" dirty="0">
                <a:latin typeface="Segoe UI"/>
                <a:cs typeface="Segoe UI"/>
              </a:rPr>
              <a:t>one</a:t>
            </a:r>
            <a:r>
              <a:rPr sz="2150" spc="95" dirty="0">
                <a:latin typeface="Segoe UI"/>
                <a:cs typeface="Segoe UI"/>
              </a:rPr>
              <a:t>  </a:t>
            </a:r>
            <a:r>
              <a:rPr sz="2150" spc="55" dirty="0">
                <a:latin typeface="Segoe UI"/>
                <a:cs typeface="Segoe UI"/>
              </a:rPr>
              <a:t>Project</a:t>
            </a:r>
            <a:r>
              <a:rPr sz="2150" spc="110" dirty="0">
                <a:latin typeface="Segoe UI"/>
                <a:cs typeface="Segoe UI"/>
              </a:rPr>
              <a:t>  </a:t>
            </a:r>
            <a:r>
              <a:rPr sz="2150" spc="65" dirty="0">
                <a:latin typeface="Segoe UI"/>
                <a:cs typeface="Segoe UI"/>
              </a:rPr>
              <a:t>Manager,</a:t>
            </a:r>
            <a:r>
              <a:rPr sz="2150" spc="90" dirty="0">
                <a:latin typeface="Segoe UI"/>
                <a:cs typeface="Segoe UI"/>
              </a:rPr>
              <a:t>  </a:t>
            </a:r>
            <a:r>
              <a:rPr sz="2150" spc="55" dirty="0">
                <a:latin typeface="Segoe UI"/>
                <a:cs typeface="Segoe UI"/>
              </a:rPr>
              <a:t>three</a:t>
            </a:r>
            <a:r>
              <a:rPr sz="2150" spc="90" dirty="0">
                <a:latin typeface="Segoe UI"/>
                <a:cs typeface="Segoe UI"/>
              </a:rPr>
              <a:t>  </a:t>
            </a:r>
            <a:r>
              <a:rPr sz="2150" spc="65" dirty="0">
                <a:latin typeface="Segoe UI"/>
                <a:cs typeface="Segoe UI"/>
              </a:rPr>
              <a:t>Mobile</a:t>
            </a:r>
            <a:r>
              <a:rPr sz="2150" spc="95" dirty="0">
                <a:latin typeface="Segoe UI"/>
                <a:cs typeface="Segoe UI"/>
              </a:rPr>
              <a:t>  </a:t>
            </a:r>
            <a:r>
              <a:rPr sz="2150" spc="60" dirty="0">
                <a:latin typeface="Segoe UI"/>
                <a:cs typeface="Segoe UI"/>
              </a:rPr>
              <a:t>Developers,</a:t>
            </a:r>
            <a:r>
              <a:rPr sz="2150" spc="90" dirty="0">
                <a:latin typeface="Segoe UI"/>
                <a:cs typeface="Segoe UI"/>
              </a:rPr>
              <a:t>  </a:t>
            </a:r>
            <a:r>
              <a:rPr sz="2150" spc="60" dirty="0">
                <a:latin typeface="Segoe UI"/>
                <a:cs typeface="Segoe UI"/>
              </a:rPr>
              <a:t>two</a:t>
            </a:r>
            <a:r>
              <a:rPr sz="2150" spc="105" dirty="0">
                <a:latin typeface="Segoe UI"/>
                <a:cs typeface="Segoe UI"/>
              </a:rPr>
              <a:t>  </a:t>
            </a:r>
            <a:r>
              <a:rPr sz="2150" spc="50" dirty="0">
                <a:latin typeface="Segoe UI"/>
                <a:cs typeface="Segoe UI"/>
              </a:rPr>
              <a:t>Backend </a:t>
            </a:r>
            <a:r>
              <a:rPr sz="2150" spc="60" dirty="0">
                <a:latin typeface="Segoe UI"/>
                <a:cs typeface="Segoe UI"/>
              </a:rPr>
              <a:t>Developers,</a:t>
            </a:r>
            <a:r>
              <a:rPr sz="2150" spc="355" dirty="0">
                <a:latin typeface="Segoe UI"/>
                <a:cs typeface="Segoe UI"/>
              </a:rPr>
              <a:t>  </a:t>
            </a:r>
            <a:r>
              <a:rPr sz="2150" spc="60" dirty="0">
                <a:latin typeface="Segoe UI"/>
                <a:cs typeface="Segoe UI"/>
              </a:rPr>
              <a:t>two</a:t>
            </a:r>
            <a:r>
              <a:rPr sz="2150" spc="375" dirty="0">
                <a:latin typeface="Segoe UI"/>
                <a:cs typeface="Segoe UI"/>
              </a:rPr>
              <a:t>  </a:t>
            </a:r>
            <a:r>
              <a:rPr sz="2150" spc="70" dirty="0">
                <a:latin typeface="Segoe UI"/>
                <a:cs typeface="Segoe UI"/>
              </a:rPr>
              <a:t>UI/UX</a:t>
            </a:r>
            <a:r>
              <a:rPr sz="2150" spc="370" dirty="0">
                <a:latin typeface="Segoe UI"/>
                <a:cs typeface="Segoe UI"/>
              </a:rPr>
              <a:t>  </a:t>
            </a:r>
            <a:r>
              <a:rPr sz="2150" spc="55" dirty="0">
                <a:latin typeface="Segoe UI"/>
                <a:cs typeface="Segoe UI"/>
              </a:rPr>
              <a:t>Designers,</a:t>
            </a:r>
            <a:r>
              <a:rPr sz="2150" spc="365" dirty="0">
                <a:latin typeface="Segoe UI"/>
                <a:cs typeface="Segoe UI"/>
              </a:rPr>
              <a:t>  </a:t>
            </a:r>
            <a:r>
              <a:rPr sz="2150" spc="60" dirty="0">
                <a:latin typeface="Segoe UI"/>
                <a:cs typeface="Segoe UI"/>
              </a:rPr>
              <a:t>two</a:t>
            </a:r>
            <a:r>
              <a:rPr sz="2150" spc="375" dirty="0">
                <a:latin typeface="Segoe UI"/>
                <a:cs typeface="Segoe UI"/>
              </a:rPr>
              <a:t>  </a:t>
            </a:r>
            <a:r>
              <a:rPr sz="2150" dirty="0">
                <a:latin typeface="Segoe UI"/>
                <a:cs typeface="Segoe UI"/>
              </a:rPr>
              <a:t>QA</a:t>
            </a:r>
            <a:r>
              <a:rPr sz="2150" spc="390" dirty="0">
                <a:latin typeface="Segoe UI"/>
                <a:cs typeface="Segoe UI"/>
              </a:rPr>
              <a:t>  </a:t>
            </a:r>
            <a:r>
              <a:rPr sz="2150" spc="60" dirty="0">
                <a:latin typeface="Segoe UI"/>
                <a:cs typeface="Segoe UI"/>
              </a:rPr>
              <a:t>Engineers,</a:t>
            </a:r>
            <a:r>
              <a:rPr sz="2150" spc="365" dirty="0">
                <a:latin typeface="Segoe UI"/>
                <a:cs typeface="Segoe UI"/>
              </a:rPr>
              <a:t>  </a:t>
            </a:r>
            <a:r>
              <a:rPr sz="2150" spc="50" dirty="0">
                <a:latin typeface="Segoe UI"/>
                <a:cs typeface="Segoe UI"/>
              </a:rPr>
              <a:t>and</a:t>
            </a:r>
            <a:r>
              <a:rPr sz="2150" spc="370" dirty="0">
                <a:latin typeface="Segoe UI"/>
                <a:cs typeface="Segoe UI"/>
              </a:rPr>
              <a:t>  </a:t>
            </a:r>
            <a:r>
              <a:rPr sz="2150" dirty="0">
                <a:latin typeface="Segoe UI"/>
                <a:cs typeface="Segoe UI"/>
              </a:rPr>
              <a:t>one</a:t>
            </a:r>
            <a:r>
              <a:rPr sz="2150" spc="370" dirty="0">
                <a:latin typeface="Segoe UI"/>
                <a:cs typeface="Segoe UI"/>
              </a:rPr>
              <a:t>  </a:t>
            </a:r>
            <a:r>
              <a:rPr sz="2150" spc="55" dirty="0">
                <a:latin typeface="Segoe UI"/>
                <a:cs typeface="Segoe UI"/>
              </a:rPr>
              <a:t>Marketing </a:t>
            </a:r>
            <a:r>
              <a:rPr sz="2150" spc="65" dirty="0">
                <a:latin typeface="Segoe UI"/>
                <a:cs typeface="Segoe UI"/>
              </a:rPr>
              <a:t>Specialist.</a:t>
            </a:r>
            <a:r>
              <a:rPr sz="2150" spc="370" dirty="0">
                <a:latin typeface="Segoe UI"/>
                <a:cs typeface="Segoe UI"/>
              </a:rPr>
              <a:t>  </a:t>
            </a:r>
            <a:r>
              <a:rPr sz="2150" dirty="0">
                <a:latin typeface="Segoe UI"/>
                <a:cs typeface="Segoe UI"/>
              </a:rPr>
              <a:t>The</a:t>
            </a:r>
            <a:r>
              <a:rPr sz="2150" spc="370" dirty="0">
                <a:latin typeface="Segoe UI"/>
                <a:cs typeface="Segoe UI"/>
              </a:rPr>
              <a:t>  </a:t>
            </a:r>
            <a:r>
              <a:rPr sz="2150" spc="60" dirty="0">
                <a:latin typeface="Segoe UI"/>
                <a:cs typeface="Segoe UI"/>
              </a:rPr>
              <a:t>project</a:t>
            </a:r>
            <a:r>
              <a:rPr sz="2150" spc="390" dirty="0">
                <a:latin typeface="Segoe UI"/>
                <a:cs typeface="Segoe UI"/>
              </a:rPr>
              <a:t>  </a:t>
            </a:r>
            <a:r>
              <a:rPr sz="2150" spc="65" dirty="0">
                <a:latin typeface="Segoe UI"/>
                <a:cs typeface="Segoe UI"/>
              </a:rPr>
              <a:t>leverages</a:t>
            </a:r>
            <a:r>
              <a:rPr sz="2150" spc="365" dirty="0">
                <a:latin typeface="Segoe UI"/>
                <a:cs typeface="Segoe UI"/>
              </a:rPr>
              <a:t>  </a:t>
            </a:r>
            <a:r>
              <a:rPr sz="2150" spc="70" dirty="0">
                <a:latin typeface="Segoe UI"/>
                <a:cs typeface="Segoe UI"/>
              </a:rPr>
              <a:t>industry-</a:t>
            </a:r>
            <a:r>
              <a:rPr sz="2150" spc="65" dirty="0">
                <a:latin typeface="Segoe UI"/>
                <a:cs typeface="Segoe UI"/>
              </a:rPr>
              <a:t>standard</a:t>
            </a:r>
            <a:r>
              <a:rPr sz="2150" spc="375" dirty="0">
                <a:latin typeface="Segoe UI"/>
                <a:cs typeface="Segoe UI"/>
              </a:rPr>
              <a:t>  </a:t>
            </a:r>
            <a:r>
              <a:rPr sz="2150" spc="60" dirty="0">
                <a:latin typeface="Segoe UI"/>
                <a:cs typeface="Segoe UI"/>
              </a:rPr>
              <a:t>tools</a:t>
            </a:r>
            <a:r>
              <a:rPr sz="2150" spc="370" dirty="0">
                <a:latin typeface="Segoe UI"/>
                <a:cs typeface="Segoe UI"/>
              </a:rPr>
              <a:t>  </a:t>
            </a:r>
            <a:r>
              <a:rPr sz="2150" spc="50" dirty="0">
                <a:latin typeface="Segoe UI"/>
                <a:cs typeface="Segoe UI"/>
              </a:rPr>
              <a:t>and</a:t>
            </a:r>
            <a:r>
              <a:rPr sz="2150" spc="375" dirty="0">
                <a:latin typeface="Segoe UI"/>
                <a:cs typeface="Segoe UI"/>
              </a:rPr>
              <a:t>  </a:t>
            </a:r>
            <a:r>
              <a:rPr sz="2150" spc="50" dirty="0">
                <a:latin typeface="Segoe UI"/>
                <a:cs typeface="Segoe UI"/>
              </a:rPr>
              <a:t>technologies, </a:t>
            </a:r>
            <a:r>
              <a:rPr sz="2150" spc="55" dirty="0">
                <a:latin typeface="Segoe UI"/>
                <a:cs typeface="Segoe UI"/>
              </a:rPr>
              <a:t>including</a:t>
            </a:r>
            <a:r>
              <a:rPr sz="2150" spc="265" dirty="0">
                <a:latin typeface="Segoe UI"/>
                <a:cs typeface="Segoe UI"/>
              </a:rPr>
              <a:t> </a:t>
            </a:r>
            <a:r>
              <a:rPr sz="2150" spc="55" dirty="0">
                <a:latin typeface="Segoe UI"/>
                <a:cs typeface="Segoe UI"/>
              </a:rPr>
              <a:t>Swift</a:t>
            </a:r>
            <a:r>
              <a:rPr sz="2150" spc="300" dirty="0">
                <a:latin typeface="Segoe UI"/>
                <a:cs typeface="Segoe UI"/>
              </a:rPr>
              <a:t> </a:t>
            </a:r>
            <a:r>
              <a:rPr sz="2150" spc="50" dirty="0">
                <a:latin typeface="Segoe UI"/>
                <a:cs typeface="Segoe UI"/>
              </a:rPr>
              <a:t>and</a:t>
            </a:r>
            <a:r>
              <a:rPr sz="2150" spc="275" dirty="0">
                <a:latin typeface="Segoe UI"/>
                <a:cs typeface="Segoe UI"/>
              </a:rPr>
              <a:t> </a:t>
            </a:r>
            <a:r>
              <a:rPr sz="2150" spc="50" dirty="0">
                <a:latin typeface="Segoe UI"/>
                <a:cs typeface="Segoe UI"/>
              </a:rPr>
              <a:t>Kotlin</a:t>
            </a:r>
            <a:r>
              <a:rPr sz="2150" spc="250" dirty="0">
                <a:latin typeface="Segoe UI"/>
                <a:cs typeface="Segoe UI"/>
              </a:rPr>
              <a:t> </a:t>
            </a:r>
            <a:r>
              <a:rPr sz="2150" spc="45" dirty="0">
                <a:latin typeface="Segoe UI"/>
                <a:cs typeface="Segoe UI"/>
              </a:rPr>
              <a:t>for</a:t>
            </a:r>
            <a:r>
              <a:rPr sz="2150" spc="280" dirty="0">
                <a:latin typeface="Segoe UI"/>
                <a:cs typeface="Segoe UI"/>
              </a:rPr>
              <a:t> </a:t>
            </a:r>
            <a:r>
              <a:rPr sz="2150" spc="70" dirty="0">
                <a:latin typeface="Segoe UI"/>
                <a:cs typeface="Segoe UI"/>
              </a:rPr>
              <a:t>development,</a:t>
            </a:r>
            <a:r>
              <a:rPr sz="2150" spc="260" dirty="0">
                <a:latin typeface="Segoe UI"/>
                <a:cs typeface="Segoe UI"/>
              </a:rPr>
              <a:t> </a:t>
            </a:r>
            <a:r>
              <a:rPr sz="2150" spc="70" dirty="0">
                <a:latin typeface="Segoe UI"/>
                <a:cs typeface="Segoe UI"/>
              </a:rPr>
              <a:t>Adobe</a:t>
            </a:r>
            <a:r>
              <a:rPr sz="2150" spc="265" dirty="0">
                <a:latin typeface="Segoe UI"/>
                <a:cs typeface="Segoe UI"/>
              </a:rPr>
              <a:t> </a:t>
            </a:r>
            <a:r>
              <a:rPr sz="2150" dirty="0">
                <a:latin typeface="Segoe UI"/>
                <a:cs typeface="Segoe UI"/>
              </a:rPr>
              <a:t>XD</a:t>
            </a:r>
            <a:r>
              <a:rPr sz="2150" spc="260" dirty="0">
                <a:latin typeface="Segoe UI"/>
                <a:cs typeface="Segoe UI"/>
              </a:rPr>
              <a:t> </a:t>
            </a:r>
            <a:r>
              <a:rPr sz="2150" spc="50" dirty="0">
                <a:latin typeface="Segoe UI"/>
                <a:cs typeface="Segoe UI"/>
              </a:rPr>
              <a:t>and</a:t>
            </a:r>
            <a:r>
              <a:rPr sz="2150" spc="275" dirty="0">
                <a:latin typeface="Segoe UI"/>
                <a:cs typeface="Segoe UI"/>
              </a:rPr>
              <a:t> </a:t>
            </a:r>
            <a:r>
              <a:rPr sz="2150" spc="55" dirty="0">
                <a:latin typeface="Segoe UI"/>
                <a:cs typeface="Segoe UI"/>
              </a:rPr>
              <a:t>Sketch</a:t>
            </a:r>
            <a:r>
              <a:rPr sz="2150" spc="250" dirty="0">
                <a:latin typeface="Segoe UI"/>
                <a:cs typeface="Segoe UI"/>
              </a:rPr>
              <a:t> </a:t>
            </a:r>
            <a:r>
              <a:rPr sz="2150" spc="45" dirty="0">
                <a:latin typeface="Segoe UI"/>
                <a:cs typeface="Segoe UI"/>
              </a:rPr>
              <a:t>for</a:t>
            </a:r>
            <a:r>
              <a:rPr sz="2150" spc="280" dirty="0">
                <a:latin typeface="Segoe UI"/>
                <a:cs typeface="Segoe UI"/>
              </a:rPr>
              <a:t> </a:t>
            </a:r>
            <a:r>
              <a:rPr sz="2150" spc="55" dirty="0">
                <a:latin typeface="Segoe UI"/>
                <a:cs typeface="Segoe UI"/>
              </a:rPr>
              <a:t>design,</a:t>
            </a:r>
            <a:r>
              <a:rPr sz="2150" spc="260" dirty="0">
                <a:latin typeface="Segoe UI"/>
                <a:cs typeface="Segoe UI"/>
              </a:rPr>
              <a:t> </a:t>
            </a:r>
            <a:r>
              <a:rPr sz="2150" spc="-20" dirty="0">
                <a:latin typeface="Segoe UI"/>
                <a:cs typeface="Segoe UI"/>
              </a:rPr>
              <a:t>Jira </a:t>
            </a:r>
            <a:r>
              <a:rPr sz="2150" spc="50" dirty="0">
                <a:latin typeface="Segoe UI"/>
                <a:cs typeface="Segoe UI"/>
              </a:rPr>
              <a:t>and</a:t>
            </a:r>
            <a:r>
              <a:rPr sz="2150" spc="170" dirty="0">
                <a:latin typeface="Segoe UI"/>
                <a:cs typeface="Segoe UI"/>
              </a:rPr>
              <a:t> </a:t>
            </a:r>
            <a:r>
              <a:rPr sz="2150" spc="55" dirty="0">
                <a:latin typeface="Segoe UI"/>
                <a:cs typeface="Segoe UI"/>
              </a:rPr>
              <a:t>Confluence</a:t>
            </a:r>
            <a:r>
              <a:rPr sz="2150" spc="175" dirty="0">
                <a:latin typeface="Segoe UI"/>
                <a:cs typeface="Segoe UI"/>
              </a:rPr>
              <a:t> </a:t>
            </a:r>
            <a:r>
              <a:rPr sz="2150" spc="45" dirty="0">
                <a:latin typeface="Segoe UI"/>
                <a:cs typeface="Segoe UI"/>
              </a:rPr>
              <a:t>for</a:t>
            </a:r>
            <a:r>
              <a:rPr sz="2150" spc="175" dirty="0">
                <a:latin typeface="Segoe UI"/>
                <a:cs typeface="Segoe UI"/>
              </a:rPr>
              <a:t> </a:t>
            </a:r>
            <a:r>
              <a:rPr sz="2150" spc="60" dirty="0">
                <a:latin typeface="Segoe UI"/>
                <a:cs typeface="Segoe UI"/>
              </a:rPr>
              <a:t>project</a:t>
            </a:r>
            <a:r>
              <a:rPr sz="2150" spc="195" dirty="0">
                <a:latin typeface="Segoe UI"/>
                <a:cs typeface="Segoe UI"/>
              </a:rPr>
              <a:t> </a:t>
            </a:r>
            <a:r>
              <a:rPr sz="2150" spc="70" dirty="0">
                <a:latin typeface="Segoe UI"/>
                <a:cs typeface="Segoe UI"/>
              </a:rPr>
              <a:t>management,</a:t>
            </a:r>
            <a:r>
              <a:rPr sz="2150" spc="160" dirty="0">
                <a:latin typeface="Segoe UI"/>
                <a:cs typeface="Segoe UI"/>
              </a:rPr>
              <a:t> </a:t>
            </a:r>
            <a:r>
              <a:rPr sz="2150" spc="55" dirty="0">
                <a:latin typeface="Segoe UI"/>
                <a:cs typeface="Segoe UI"/>
              </a:rPr>
              <a:t>Slack</a:t>
            </a:r>
            <a:r>
              <a:rPr sz="2150" spc="155" dirty="0">
                <a:latin typeface="Segoe UI"/>
                <a:cs typeface="Segoe UI"/>
              </a:rPr>
              <a:t> </a:t>
            </a:r>
            <a:r>
              <a:rPr sz="2150" spc="50" dirty="0">
                <a:latin typeface="Segoe UI"/>
                <a:cs typeface="Segoe UI"/>
              </a:rPr>
              <a:t>and</a:t>
            </a:r>
            <a:r>
              <a:rPr sz="2150" spc="180" dirty="0">
                <a:latin typeface="Segoe UI"/>
                <a:cs typeface="Segoe UI"/>
              </a:rPr>
              <a:t> </a:t>
            </a:r>
            <a:r>
              <a:rPr sz="2150" spc="70" dirty="0">
                <a:latin typeface="Segoe UI"/>
                <a:cs typeface="Segoe UI"/>
              </a:rPr>
              <a:t>Zoom</a:t>
            </a:r>
            <a:r>
              <a:rPr sz="2150" spc="185" dirty="0">
                <a:latin typeface="Segoe UI"/>
                <a:cs typeface="Segoe UI"/>
              </a:rPr>
              <a:t> </a:t>
            </a:r>
            <a:r>
              <a:rPr sz="2150" spc="45" dirty="0">
                <a:latin typeface="Segoe UI"/>
                <a:cs typeface="Segoe UI"/>
              </a:rPr>
              <a:t>for</a:t>
            </a:r>
            <a:r>
              <a:rPr sz="2150" spc="175" dirty="0">
                <a:latin typeface="Segoe UI"/>
                <a:cs typeface="Segoe UI"/>
              </a:rPr>
              <a:t> </a:t>
            </a:r>
            <a:r>
              <a:rPr sz="2150" spc="65" dirty="0">
                <a:latin typeface="Segoe UI"/>
                <a:cs typeface="Segoe UI"/>
              </a:rPr>
              <a:t>communication,</a:t>
            </a:r>
            <a:r>
              <a:rPr sz="2150" spc="165" dirty="0">
                <a:latin typeface="Segoe UI"/>
                <a:cs typeface="Segoe UI"/>
              </a:rPr>
              <a:t> </a:t>
            </a:r>
            <a:r>
              <a:rPr sz="2150" spc="25" dirty="0">
                <a:latin typeface="Segoe UI"/>
                <a:cs typeface="Segoe UI"/>
              </a:rPr>
              <a:t>and </a:t>
            </a:r>
            <a:r>
              <a:rPr sz="2150" spc="70" dirty="0">
                <a:latin typeface="Segoe UI"/>
                <a:cs typeface="Segoe UI"/>
              </a:rPr>
              <a:t>Appium,</a:t>
            </a:r>
            <a:r>
              <a:rPr sz="2150" spc="345" dirty="0">
                <a:latin typeface="Segoe UI"/>
                <a:cs typeface="Segoe UI"/>
              </a:rPr>
              <a:t> </a:t>
            </a:r>
            <a:r>
              <a:rPr sz="2150" dirty="0">
                <a:latin typeface="Segoe UI"/>
                <a:cs typeface="Segoe UI"/>
              </a:rPr>
              <a:t>TestFlight,</a:t>
            </a:r>
            <a:r>
              <a:rPr sz="2150" spc="345" dirty="0">
                <a:latin typeface="Segoe UI"/>
                <a:cs typeface="Segoe UI"/>
              </a:rPr>
              <a:t> </a:t>
            </a:r>
            <a:r>
              <a:rPr sz="2150" spc="50" dirty="0">
                <a:latin typeface="Segoe UI"/>
                <a:cs typeface="Segoe UI"/>
              </a:rPr>
              <a:t>and</a:t>
            </a:r>
            <a:r>
              <a:rPr sz="2150" spc="355" dirty="0">
                <a:latin typeface="Segoe UI"/>
                <a:cs typeface="Segoe UI"/>
              </a:rPr>
              <a:t> </a:t>
            </a:r>
            <a:r>
              <a:rPr sz="2150" spc="65" dirty="0">
                <a:latin typeface="Segoe UI"/>
                <a:cs typeface="Segoe UI"/>
              </a:rPr>
              <a:t>Firebase</a:t>
            </a:r>
            <a:r>
              <a:rPr sz="2150" spc="360" dirty="0">
                <a:latin typeface="Segoe UI"/>
                <a:cs typeface="Segoe UI"/>
              </a:rPr>
              <a:t> </a:t>
            </a:r>
            <a:r>
              <a:rPr sz="2150" dirty="0">
                <a:latin typeface="Segoe UI"/>
                <a:cs typeface="Segoe UI"/>
              </a:rPr>
              <a:t>Test</a:t>
            </a:r>
            <a:r>
              <a:rPr sz="2150" spc="375" dirty="0">
                <a:latin typeface="Segoe UI"/>
                <a:cs typeface="Segoe UI"/>
              </a:rPr>
              <a:t> </a:t>
            </a:r>
            <a:r>
              <a:rPr sz="2150" spc="70" dirty="0">
                <a:latin typeface="Segoe UI"/>
                <a:cs typeface="Segoe UI"/>
              </a:rPr>
              <a:t>Lab</a:t>
            </a:r>
            <a:r>
              <a:rPr sz="2150" spc="360" dirty="0">
                <a:latin typeface="Segoe UI"/>
                <a:cs typeface="Segoe UI"/>
              </a:rPr>
              <a:t> </a:t>
            </a:r>
            <a:r>
              <a:rPr sz="2150" spc="45" dirty="0">
                <a:latin typeface="Segoe UI"/>
                <a:cs typeface="Segoe UI"/>
              </a:rPr>
              <a:t>for</a:t>
            </a:r>
            <a:r>
              <a:rPr sz="2150" spc="360" dirty="0">
                <a:latin typeface="Segoe UI"/>
                <a:cs typeface="Segoe UI"/>
              </a:rPr>
              <a:t> </a:t>
            </a:r>
            <a:r>
              <a:rPr sz="2150" spc="60" dirty="0">
                <a:latin typeface="Segoe UI"/>
                <a:cs typeface="Segoe UI"/>
              </a:rPr>
              <a:t>testing.</a:t>
            </a:r>
            <a:r>
              <a:rPr sz="2150" spc="345" dirty="0">
                <a:latin typeface="Segoe UI"/>
                <a:cs typeface="Segoe UI"/>
              </a:rPr>
              <a:t> </a:t>
            </a:r>
            <a:r>
              <a:rPr sz="2150" dirty="0">
                <a:latin typeface="Segoe UI"/>
                <a:cs typeface="Segoe UI"/>
              </a:rPr>
              <a:t>The</a:t>
            </a:r>
            <a:r>
              <a:rPr sz="2150" spc="355" dirty="0">
                <a:latin typeface="Segoe UI"/>
                <a:cs typeface="Segoe UI"/>
              </a:rPr>
              <a:t> </a:t>
            </a:r>
            <a:r>
              <a:rPr sz="2150" spc="65" dirty="0">
                <a:latin typeface="Segoe UI"/>
                <a:cs typeface="Segoe UI"/>
              </a:rPr>
              <a:t>total</a:t>
            </a:r>
            <a:r>
              <a:rPr sz="2150" spc="360" dirty="0">
                <a:latin typeface="Segoe UI"/>
                <a:cs typeface="Segoe UI"/>
              </a:rPr>
              <a:t> </a:t>
            </a:r>
            <a:r>
              <a:rPr sz="2150" spc="70" dirty="0">
                <a:latin typeface="Segoe UI"/>
                <a:cs typeface="Segoe UI"/>
              </a:rPr>
              <a:t>estimated</a:t>
            </a:r>
            <a:r>
              <a:rPr sz="2150" spc="355" dirty="0">
                <a:latin typeface="Segoe UI"/>
                <a:cs typeface="Segoe UI"/>
              </a:rPr>
              <a:t> </a:t>
            </a:r>
            <a:r>
              <a:rPr sz="2150" spc="50" dirty="0">
                <a:latin typeface="Segoe UI"/>
                <a:cs typeface="Segoe UI"/>
              </a:rPr>
              <a:t>budget </a:t>
            </a:r>
            <a:r>
              <a:rPr sz="2150" spc="45" dirty="0">
                <a:latin typeface="Segoe UI"/>
                <a:cs typeface="Segoe UI"/>
              </a:rPr>
              <a:t>for</a:t>
            </a:r>
            <a:r>
              <a:rPr sz="2150" spc="275" dirty="0">
                <a:latin typeface="Segoe UI"/>
                <a:cs typeface="Segoe UI"/>
              </a:rPr>
              <a:t> </a:t>
            </a:r>
            <a:r>
              <a:rPr sz="2150" spc="50" dirty="0">
                <a:latin typeface="Segoe UI"/>
                <a:cs typeface="Segoe UI"/>
              </a:rPr>
              <a:t>the</a:t>
            </a:r>
            <a:r>
              <a:rPr sz="2150" spc="265" dirty="0">
                <a:latin typeface="Segoe UI"/>
                <a:cs typeface="Segoe UI"/>
              </a:rPr>
              <a:t> </a:t>
            </a:r>
            <a:r>
              <a:rPr sz="2150" spc="60" dirty="0">
                <a:latin typeface="Segoe UI"/>
                <a:cs typeface="Segoe UI"/>
              </a:rPr>
              <a:t>project</a:t>
            </a:r>
            <a:r>
              <a:rPr sz="2150" spc="295" dirty="0">
                <a:latin typeface="Segoe UI"/>
                <a:cs typeface="Segoe UI"/>
              </a:rPr>
              <a:t> </a:t>
            </a:r>
            <a:r>
              <a:rPr sz="2150" dirty="0">
                <a:latin typeface="Segoe UI"/>
                <a:cs typeface="Segoe UI"/>
              </a:rPr>
              <a:t>is</a:t>
            </a:r>
            <a:r>
              <a:rPr sz="2150" spc="260" dirty="0">
                <a:latin typeface="Segoe UI"/>
                <a:cs typeface="Segoe UI"/>
              </a:rPr>
              <a:t> </a:t>
            </a:r>
            <a:r>
              <a:rPr sz="2150" spc="80" dirty="0">
                <a:latin typeface="Segoe UI"/>
                <a:cs typeface="Segoe UI"/>
              </a:rPr>
              <a:t>$300,000,</a:t>
            </a:r>
            <a:r>
              <a:rPr sz="2150" spc="260" dirty="0">
                <a:latin typeface="Segoe UI"/>
                <a:cs typeface="Segoe UI"/>
              </a:rPr>
              <a:t> </a:t>
            </a:r>
            <a:r>
              <a:rPr sz="2150" spc="65" dirty="0">
                <a:latin typeface="Segoe UI"/>
                <a:cs typeface="Segoe UI"/>
              </a:rPr>
              <a:t>allocated</a:t>
            </a:r>
            <a:r>
              <a:rPr sz="2150" spc="270" dirty="0">
                <a:latin typeface="Segoe UI"/>
                <a:cs typeface="Segoe UI"/>
              </a:rPr>
              <a:t> </a:t>
            </a:r>
            <a:r>
              <a:rPr sz="2150" dirty="0">
                <a:latin typeface="Segoe UI"/>
                <a:cs typeface="Segoe UI"/>
              </a:rPr>
              <a:t>as</a:t>
            </a:r>
            <a:r>
              <a:rPr sz="2150" spc="260" dirty="0">
                <a:latin typeface="Segoe UI"/>
                <a:cs typeface="Segoe UI"/>
              </a:rPr>
              <a:t> </a:t>
            </a:r>
            <a:r>
              <a:rPr sz="2150" spc="60" dirty="0">
                <a:latin typeface="Segoe UI"/>
                <a:cs typeface="Segoe UI"/>
              </a:rPr>
              <a:t>follows:</a:t>
            </a:r>
            <a:r>
              <a:rPr sz="2150" spc="260" dirty="0">
                <a:latin typeface="Segoe UI"/>
                <a:cs typeface="Segoe UI"/>
              </a:rPr>
              <a:t> </a:t>
            </a:r>
            <a:r>
              <a:rPr sz="2150" spc="80" dirty="0">
                <a:latin typeface="Segoe UI"/>
                <a:cs typeface="Segoe UI"/>
              </a:rPr>
              <a:t>$150,000</a:t>
            </a:r>
            <a:r>
              <a:rPr sz="2150" spc="310" dirty="0">
                <a:latin typeface="Segoe UI"/>
                <a:cs typeface="Segoe UI"/>
              </a:rPr>
              <a:t> </a:t>
            </a:r>
            <a:r>
              <a:rPr sz="2150" spc="45" dirty="0">
                <a:latin typeface="Segoe UI"/>
                <a:cs typeface="Segoe UI"/>
              </a:rPr>
              <a:t>for</a:t>
            </a:r>
            <a:r>
              <a:rPr sz="2150" spc="270" dirty="0">
                <a:latin typeface="Segoe UI"/>
                <a:cs typeface="Segoe UI"/>
              </a:rPr>
              <a:t> </a:t>
            </a:r>
            <a:r>
              <a:rPr sz="2150" spc="65" dirty="0">
                <a:latin typeface="Segoe UI"/>
                <a:cs typeface="Segoe UI"/>
              </a:rPr>
              <a:t>development</a:t>
            </a:r>
            <a:r>
              <a:rPr sz="2150" spc="295" dirty="0">
                <a:latin typeface="Segoe UI"/>
                <a:cs typeface="Segoe UI"/>
              </a:rPr>
              <a:t> </a:t>
            </a:r>
            <a:r>
              <a:rPr sz="2150" spc="45" dirty="0">
                <a:latin typeface="Segoe UI"/>
                <a:cs typeface="Segoe UI"/>
              </a:rPr>
              <a:t>costs,</a:t>
            </a:r>
            <a:endParaRPr sz="2150">
              <a:latin typeface="Segoe UI"/>
              <a:cs typeface="Segoe UI"/>
            </a:endParaRPr>
          </a:p>
          <a:p>
            <a:pPr marL="12700" marR="10795" algn="just">
              <a:lnSpc>
                <a:spcPct val="125000"/>
              </a:lnSpc>
              <a:spcBef>
                <a:spcPts val="75"/>
              </a:spcBef>
            </a:pPr>
            <a:r>
              <a:rPr sz="2150" spc="75" dirty="0">
                <a:latin typeface="Segoe UI"/>
                <a:cs typeface="Segoe UI"/>
              </a:rPr>
              <a:t>$50,000</a:t>
            </a:r>
            <a:r>
              <a:rPr sz="2150" spc="15" dirty="0">
                <a:latin typeface="Segoe UI"/>
                <a:cs typeface="Segoe UI"/>
              </a:rPr>
              <a:t>  </a:t>
            </a:r>
            <a:r>
              <a:rPr sz="2150" spc="45" dirty="0">
                <a:latin typeface="Segoe UI"/>
                <a:cs typeface="Segoe UI"/>
              </a:rPr>
              <a:t>for</a:t>
            </a:r>
            <a:r>
              <a:rPr sz="2150" spc="-5" dirty="0">
                <a:latin typeface="Segoe UI"/>
                <a:cs typeface="Segoe UI"/>
              </a:rPr>
              <a:t>  </a:t>
            </a:r>
            <a:r>
              <a:rPr sz="2150" spc="55" dirty="0">
                <a:latin typeface="Segoe UI"/>
                <a:cs typeface="Segoe UI"/>
              </a:rPr>
              <a:t>design,</a:t>
            </a:r>
            <a:r>
              <a:rPr sz="2150" spc="-10" dirty="0">
                <a:latin typeface="Segoe UI"/>
                <a:cs typeface="Segoe UI"/>
              </a:rPr>
              <a:t>  </a:t>
            </a:r>
            <a:r>
              <a:rPr sz="2150" spc="75" dirty="0">
                <a:latin typeface="Segoe UI"/>
                <a:cs typeface="Segoe UI"/>
              </a:rPr>
              <a:t>$30,000</a:t>
            </a:r>
            <a:r>
              <a:rPr sz="2150" spc="15" dirty="0">
                <a:latin typeface="Segoe UI"/>
                <a:cs typeface="Segoe UI"/>
              </a:rPr>
              <a:t>  </a:t>
            </a:r>
            <a:r>
              <a:rPr sz="2150" spc="45" dirty="0">
                <a:latin typeface="Segoe UI"/>
                <a:cs typeface="Segoe UI"/>
              </a:rPr>
              <a:t>for</a:t>
            </a:r>
            <a:r>
              <a:rPr sz="2150" dirty="0">
                <a:latin typeface="Segoe UI"/>
                <a:cs typeface="Segoe UI"/>
              </a:rPr>
              <a:t>  </a:t>
            </a:r>
            <a:r>
              <a:rPr sz="2150" spc="60" dirty="0">
                <a:latin typeface="Segoe UI"/>
                <a:cs typeface="Segoe UI"/>
              </a:rPr>
              <a:t>testing,</a:t>
            </a:r>
            <a:r>
              <a:rPr sz="2150" spc="-15" dirty="0">
                <a:latin typeface="Segoe UI"/>
                <a:cs typeface="Segoe UI"/>
              </a:rPr>
              <a:t>  </a:t>
            </a:r>
            <a:r>
              <a:rPr sz="2150" spc="75" dirty="0">
                <a:latin typeface="Segoe UI"/>
                <a:cs typeface="Segoe UI"/>
              </a:rPr>
              <a:t>$50,000</a:t>
            </a:r>
            <a:r>
              <a:rPr sz="2150" spc="20" dirty="0">
                <a:latin typeface="Segoe UI"/>
                <a:cs typeface="Segoe UI"/>
              </a:rPr>
              <a:t>  </a:t>
            </a:r>
            <a:r>
              <a:rPr sz="2150" spc="45" dirty="0">
                <a:latin typeface="Segoe UI"/>
                <a:cs typeface="Segoe UI"/>
              </a:rPr>
              <a:t>for</a:t>
            </a:r>
            <a:r>
              <a:rPr sz="2150" spc="-5" dirty="0">
                <a:latin typeface="Segoe UI"/>
                <a:cs typeface="Segoe UI"/>
              </a:rPr>
              <a:t>  </a:t>
            </a:r>
            <a:r>
              <a:rPr sz="2150" spc="65" dirty="0">
                <a:latin typeface="Segoe UI"/>
                <a:cs typeface="Segoe UI"/>
              </a:rPr>
              <a:t>marketing,</a:t>
            </a:r>
            <a:r>
              <a:rPr sz="2150" spc="-10" dirty="0">
                <a:latin typeface="Segoe UI"/>
                <a:cs typeface="Segoe UI"/>
              </a:rPr>
              <a:t>  </a:t>
            </a:r>
            <a:r>
              <a:rPr sz="2150" spc="50" dirty="0">
                <a:latin typeface="Segoe UI"/>
                <a:cs typeface="Segoe UI"/>
              </a:rPr>
              <a:t>and</a:t>
            </a:r>
            <a:r>
              <a:rPr sz="2150" spc="-5" dirty="0">
                <a:latin typeface="Segoe UI"/>
                <a:cs typeface="Segoe UI"/>
              </a:rPr>
              <a:t>  </a:t>
            </a:r>
            <a:r>
              <a:rPr sz="2150" dirty="0">
                <a:latin typeface="Segoe UI"/>
                <a:cs typeface="Segoe UI"/>
              </a:rPr>
              <a:t>a</a:t>
            </a:r>
            <a:r>
              <a:rPr sz="2150" spc="10" dirty="0">
                <a:latin typeface="Segoe UI"/>
                <a:cs typeface="Segoe UI"/>
              </a:rPr>
              <a:t>  </a:t>
            </a:r>
            <a:r>
              <a:rPr sz="2150" spc="65" dirty="0">
                <a:latin typeface="Segoe UI"/>
                <a:cs typeface="Segoe UI"/>
              </a:rPr>
              <a:t>$20,000 </a:t>
            </a:r>
            <a:r>
              <a:rPr sz="2150" spc="60" dirty="0">
                <a:latin typeface="Segoe UI"/>
                <a:cs typeface="Segoe UI"/>
              </a:rPr>
              <a:t>contingency</a:t>
            </a:r>
            <a:r>
              <a:rPr sz="2150" spc="225" dirty="0">
                <a:latin typeface="Segoe UI"/>
                <a:cs typeface="Segoe UI"/>
              </a:rPr>
              <a:t> </a:t>
            </a:r>
            <a:r>
              <a:rPr sz="2150" dirty="0">
                <a:latin typeface="Segoe UI"/>
                <a:cs typeface="Segoe UI"/>
              </a:rPr>
              <a:t>fund</a:t>
            </a:r>
            <a:r>
              <a:rPr sz="2150" spc="225" dirty="0">
                <a:latin typeface="Segoe UI"/>
                <a:cs typeface="Segoe UI"/>
              </a:rPr>
              <a:t> </a:t>
            </a:r>
            <a:r>
              <a:rPr sz="2150" dirty="0">
                <a:latin typeface="Segoe UI"/>
                <a:cs typeface="Segoe UI"/>
              </a:rPr>
              <a:t>to</a:t>
            </a:r>
            <a:r>
              <a:rPr sz="2150" spc="235" dirty="0">
                <a:latin typeface="Segoe UI"/>
                <a:cs typeface="Segoe UI"/>
              </a:rPr>
              <a:t> </a:t>
            </a:r>
            <a:r>
              <a:rPr sz="2150" spc="60" dirty="0">
                <a:latin typeface="Segoe UI"/>
                <a:cs typeface="Segoe UI"/>
              </a:rPr>
              <a:t>address</a:t>
            </a:r>
            <a:r>
              <a:rPr sz="2150" spc="200" dirty="0">
                <a:latin typeface="Segoe UI"/>
                <a:cs typeface="Segoe UI"/>
              </a:rPr>
              <a:t> </a:t>
            </a:r>
            <a:r>
              <a:rPr sz="2150" spc="55" dirty="0">
                <a:latin typeface="Segoe UI"/>
                <a:cs typeface="Segoe UI"/>
              </a:rPr>
              <a:t>unforeseen</a:t>
            </a:r>
            <a:r>
              <a:rPr sz="2150" spc="200" dirty="0">
                <a:latin typeface="Segoe UI"/>
                <a:cs typeface="Segoe UI"/>
              </a:rPr>
              <a:t> </a:t>
            </a:r>
            <a:r>
              <a:rPr sz="2150" spc="45" dirty="0">
                <a:latin typeface="Segoe UI"/>
                <a:cs typeface="Segoe UI"/>
              </a:rPr>
              <a:t>expenses.</a:t>
            </a:r>
            <a:endParaRPr sz="2150">
              <a:latin typeface="Segoe UI"/>
              <a:cs typeface="Segoe UI"/>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45</a:t>
            </a:r>
          </a:p>
        </p:txBody>
      </p:sp>
      <p:sp>
        <p:nvSpPr>
          <p:cNvPr id="2" name="object 2"/>
          <p:cNvSpPr txBox="1"/>
          <p:nvPr/>
        </p:nvSpPr>
        <p:spPr>
          <a:xfrm>
            <a:off x="735012" y="480694"/>
            <a:ext cx="10716895" cy="5816600"/>
          </a:xfrm>
          <a:prstGeom prst="rect">
            <a:avLst/>
          </a:prstGeom>
        </p:spPr>
        <p:txBody>
          <a:bodyPr vert="horz" wrap="square" lIns="0" tIns="7620" rIns="0" bIns="0" rtlCol="0">
            <a:spAutoFit/>
          </a:bodyPr>
          <a:lstStyle/>
          <a:p>
            <a:pPr marL="12700" marR="5080" algn="just">
              <a:lnSpc>
                <a:spcPct val="126299"/>
              </a:lnSpc>
              <a:spcBef>
                <a:spcPts val="60"/>
              </a:spcBef>
            </a:pPr>
            <a:r>
              <a:rPr sz="2150" dirty="0">
                <a:latin typeface="Segoe UI"/>
                <a:cs typeface="Segoe UI"/>
              </a:rPr>
              <a:t>The</a:t>
            </a:r>
            <a:r>
              <a:rPr sz="2150" spc="50" dirty="0">
                <a:latin typeface="Segoe UI"/>
                <a:cs typeface="Segoe UI"/>
              </a:rPr>
              <a:t>  </a:t>
            </a:r>
            <a:r>
              <a:rPr sz="2150" spc="60" dirty="0">
                <a:latin typeface="Segoe UI"/>
                <a:cs typeface="Segoe UI"/>
              </a:rPr>
              <a:t>project</a:t>
            </a:r>
            <a:r>
              <a:rPr sz="2150" spc="70" dirty="0">
                <a:latin typeface="Segoe UI"/>
                <a:cs typeface="Segoe UI"/>
              </a:rPr>
              <a:t>  </a:t>
            </a:r>
            <a:r>
              <a:rPr sz="2150" spc="65" dirty="0">
                <a:latin typeface="Segoe UI"/>
                <a:cs typeface="Segoe UI"/>
              </a:rPr>
              <a:t>timeline</a:t>
            </a:r>
            <a:r>
              <a:rPr sz="2150" spc="55" dirty="0">
                <a:latin typeface="Segoe UI"/>
                <a:cs typeface="Segoe UI"/>
              </a:rPr>
              <a:t>  </a:t>
            </a:r>
            <a:r>
              <a:rPr sz="2150" dirty="0">
                <a:latin typeface="Segoe UI"/>
                <a:cs typeface="Segoe UI"/>
              </a:rPr>
              <a:t>is</a:t>
            </a:r>
            <a:r>
              <a:rPr sz="2150" spc="50" dirty="0">
                <a:latin typeface="Segoe UI"/>
                <a:cs typeface="Segoe UI"/>
              </a:rPr>
              <a:t>  </a:t>
            </a:r>
            <a:r>
              <a:rPr sz="2150" spc="60" dirty="0">
                <a:latin typeface="Segoe UI"/>
                <a:cs typeface="Segoe UI"/>
              </a:rPr>
              <a:t>structured</a:t>
            </a:r>
            <a:r>
              <a:rPr sz="2150" spc="55" dirty="0">
                <a:latin typeface="Segoe UI"/>
                <a:cs typeface="Segoe UI"/>
              </a:rPr>
              <a:t>  around</a:t>
            </a:r>
            <a:r>
              <a:rPr sz="2150" spc="60" dirty="0">
                <a:latin typeface="Segoe UI"/>
                <a:cs typeface="Segoe UI"/>
              </a:rPr>
              <a:t>  </a:t>
            </a:r>
            <a:r>
              <a:rPr sz="2150" dirty="0">
                <a:latin typeface="Segoe UI"/>
                <a:cs typeface="Segoe UI"/>
              </a:rPr>
              <a:t>key</a:t>
            </a:r>
            <a:r>
              <a:rPr sz="2150" spc="55" dirty="0">
                <a:latin typeface="Segoe UI"/>
                <a:cs typeface="Segoe UI"/>
              </a:rPr>
              <a:t>  </a:t>
            </a:r>
            <a:r>
              <a:rPr sz="2150" spc="65" dirty="0">
                <a:latin typeface="Segoe UI"/>
                <a:cs typeface="Segoe UI"/>
              </a:rPr>
              <a:t>milestones</a:t>
            </a:r>
            <a:r>
              <a:rPr sz="2150" spc="50" dirty="0">
                <a:latin typeface="Segoe UI"/>
                <a:cs typeface="Segoe UI"/>
              </a:rPr>
              <a:t>  </a:t>
            </a:r>
            <a:r>
              <a:rPr sz="2150" dirty="0">
                <a:latin typeface="Segoe UI"/>
                <a:cs typeface="Segoe UI"/>
              </a:rPr>
              <a:t>to</a:t>
            </a:r>
            <a:r>
              <a:rPr sz="2150" spc="65" dirty="0">
                <a:latin typeface="Segoe UI"/>
                <a:cs typeface="Segoe UI"/>
              </a:rPr>
              <a:t>  </a:t>
            </a:r>
            <a:r>
              <a:rPr sz="2150" spc="50" dirty="0">
                <a:latin typeface="Segoe UI"/>
                <a:cs typeface="Segoe UI"/>
              </a:rPr>
              <a:t>ensure  </a:t>
            </a:r>
            <a:r>
              <a:rPr sz="2150" spc="60" dirty="0">
                <a:latin typeface="Segoe UI"/>
                <a:cs typeface="Segoe UI"/>
              </a:rPr>
              <a:t>systematic progress</a:t>
            </a:r>
            <a:r>
              <a:rPr sz="2150" spc="30" dirty="0">
                <a:latin typeface="Segoe UI"/>
                <a:cs typeface="Segoe UI"/>
              </a:rPr>
              <a:t>  </a:t>
            </a:r>
            <a:r>
              <a:rPr sz="2150" spc="50" dirty="0">
                <a:latin typeface="Segoe UI"/>
                <a:cs typeface="Segoe UI"/>
              </a:rPr>
              <a:t>and</a:t>
            </a:r>
            <a:r>
              <a:rPr sz="2150" spc="45" dirty="0">
                <a:latin typeface="Segoe UI"/>
                <a:cs typeface="Segoe UI"/>
              </a:rPr>
              <a:t>  </a:t>
            </a:r>
            <a:r>
              <a:rPr sz="2150" spc="65" dirty="0">
                <a:latin typeface="Segoe UI"/>
                <a:cs typeface="Segoe UI"/>
              </a:rPr>
              <a:t>timely</a:t>
            </a:r>
            <a:r>
              <a:rPr sz="2150" spc="40" dirty="0">
                <a:latin typeface="Segoe UI"/>
                <a:cs typeface="Segoe UI"/>
              </a:rPr>
              <a:t>  </a:t>
            </a:r>
            <a:r>
              <a:rPr sz="2150" spc="65" dirty="0">
                <a:latin typeface="Segoe UI"/>
                <a:cs typeface="Segoe UI"/>
              </a:rPr>
              <a:t>delivery.</a:t>
            </a:r>
            <a:r>
              <a:rPr sz="2150" spc="35" dirty="0">
                <a:latin typeface="Segoe UI"/>
                <a:cs typeface="Segoe UI"/>
              </a:rPr>
              <a:t>  </a:t>
            </a:r>
            <a:r>
              <a:rPr sz="2150" dirty="0">
                <a:latin typeface="Segoe UI"/>
                <a:cs typeface="Segoe UI"/>
              </a:rPr>
              <a:t>The</a:t>
            </a:r>
            <a:r>
              <a:rPr sz="2150" spc="35" dirty="0">
                <a:latin typeface="Segoe UI"/>
                <a:cs typeface="Segoe UI"/>
              </a:rPr>
              <a:t>  </a:t>
            </a:r>
            <a:r>
              <a:rPr sz="2150" spc="60" dirty="0">
                <a:latin typeface="Segoe UI"/>
                <a:cs typeface="Segoe UI"/>
              </a:rPr>
              <a:t>project</a:t>
            </a:r>
            <a:r>
              <a:rPr sz="2150" spc="50" dirty="0">
                <a:latin typeface="Segoe UI"/>
                <a:cs typeface="Segoe UI"/>
              </a:rPr>
              <a:t>  kickoff</a:t>
            </a:r>
            <a:r>
              <a:rPr sz="2150" spc="45" dirty="0">
                <a:latin typeface="Segoe UI"/>
                <a:cs typeface="Segoe UI"/>
              </a:rPr>
              <a:t>  </a:t>
            </a:r>
            <a:r>
              <a:rPr sz="2150" dirty="0">
                <a:latin typeface="Segoe UI"/>
                <a:cs typeface="Segoe UI"/>
              </a:rPr>
              <a:t>on</a:t>
            </a:r>
            <a:r>
              <a:rPr sz="2150" spc="30" dirty="0">
                <a:latin typeface="Segoe UI"/>
                <a:cs typeface="Segoe UI"/>
              </a:rPr>
              <a:t>  </a:t>
            </a:r>
            <a:r>
              <a:rPr sz="2150" spc="60" dirty="0">
                <a:latin typeface="Segoe UI"/>
                <a:cs typeface="Segoe UI"/>
              </a:rPr>
              <a:t>May</a:t>
            </a:r>
            <a:r>
              <a:rPr sz="2150" spc="45" dirty="0">
                <a:latin typeface="Segoe UI"/>
                <a:cs typeface="Segoe UI"/>
              </a:rPr>
              <a:t>  </a:t>
            </a:r>
            <a:r>
              <a:rPr sz="2150" spc="65" dirty="0">
                <a:latin typeface="Segoe UI"/>
                <a:cs typeface="Segoe UI"/>
              </a:rPr>
              <a:t>10,</a:t>
            </a:r>
            <a:r>
              <a:rPr sz="2150" spc="30" dirty="0">
                <a:latin typeface="Segoe UI"/>
                <a:cs typeface="Segoe UI"/>
              </a:rPr>
              <a:t>  </a:t>
            </a:r>
            <a:r>
              <a:rPr sz="2150" spc="80" dirty="0">
                <a:latin typeface="Segoe UI"/>
                <a:cs typeface="Segoe UI"/>
              </a:rPr>
              <a:t>2024,</a:t>
            </a:r>
            <a:r>
              <a:rPr sz="2150" spc="35" dirty="0">
                <a:latin typeface="Segoe UI"/>
                <a:cs typeface="Segoe UI"/>
              </a:rPr>
              <a:t>  </a:t>
            </a:r>
            <a:r>
              <a:rPr sz="2150" spc="60" dirty="0">
                <a:latin typeface="Segoe UI"/>
                <a:cs typeface="Segoe UI"/>
              </a:rPr>
              <a:t>marks</a:t>
            </a:r>
            <a:r>
              <a:rPr sz="2150" spc="30" dirty="0">
                <a:latin typeface="Segoe UI"/>
                <a:cs typeface="Segoe UI"/>
              </a:rPr>
              <a:t>  </a:t>
            </a:r>
            <a:r>
              <a:rPr sz="2150" spc="25" dirty="0">
                <a:latin typeface="Segoe UI"/>
                <a:cs typeface="Segoe UI"/>
              </a:rPr>
              <a:t>the </a:t>
            </a:r>
            <a:r>
              <a:rPr sz="2150" spc="60" dirty="0">
                <a:latin typeface="Segoe UI"/>
                <a:cs typeface="Segoe UI"/>
              </a:rPr>
              <a:t>official</a:t>
            </a:r>
            <a:r>
              <a:rPr sz="2150" spc="295" dirty="0">
                <a:latin typeface="Segoe UI"/>
                <a:cs typeface="Segoe UI"/>
              </a:rPr>
              <a:t> </a:t>
            </a:r>
            <a:r>
              <a:rPr sz="2150" spc="65" dirty="0">
                <a:latin typeface="Segoe UI"/>
                <a:cs typeface="Segoe UI"/>
              </a:rPr>
              <a:t>initiation</a:t>
            </a:r>
            <a:r>
              <a:rPr sz="2150" spc="285" dirty="0">
                <a:latin typeface="Segoe UI"/>
                <a:cs typeface="Segoe UI"/>
              </a:rPr>
              <a:t> </a:t>
            </a:r>
            <a:r>
              <a:rPr sz="2150" spc="50" dirty="0">
                <a:latin typeface="Segoe UI"/>
                <a:cs typeface="Segoe UI"/>
              </a:rPr>
              <a:t>and</a:t>
            </a:r>
            <a:r>
              <a:rPr sz="2150" spc="305" dirty="0">
                <a:latin typeface="Segoe UI"/>
                <a:cs typeface="Segoe UI"/>
              </a:rPr>
              <a:t> </a:t>
            </a:r>
            <a:r>
              <a:rPr sz="2150" spc="60" dirty="0">
                <a:latin typeface="Segoe UI"/>
                <a:cs typeface="Segoe UI"/>
              </a:rPr>
              <a:t>alignment</a:t>
            </a:r>
            <a:r>
              <a:rPr sz="2150" spc="325" dirty="0">
                <a:latin typeface="Segoe UI"/>
                <a:cs typeface="Segoe UI"/>
              </a:rPr>
              <a:t> </a:t>
            </a:r>
            <a:r>
              <a:rPr sz="2150" dirty="0">
                <a:latin typeface="Segoe UI"/>
                <a:cs typeface="Segoe UI"/>
              </a:rPr>
              <a:t>of</a:t>
            </a:r>
            <a:r>
              <a:rPr sz="2150" spc="305" dirty="0">
                <a:latin typeface="Segoe UI"/>
                <a:cs typeface="Segoe UI"/>
              </a:rPr>
              <a:t> </a:t>
            </a:r>
            <a:r>
              <a:rPr sz="2150" spc="50" dirty="0">
                <a:latin typeface="Segoe UI"/>
                <a:cs typeface="Segoe UI"/>
              </a:rPr>
              <a:t>the</a:t>
            </a:r>
            <a:r>
              <a:rPr sz="2150" spc="305" dirty="0">
                <a:latin typeface="Segoe UI"/>
                <a:cs typeface="Segoe UI"/>
              </a:rPr>
              <a:t> </a:t>
            </a:r>
            <a:r>
              <a:rPr sz="2150" spc="60" dirty="0">
                <a:latin typeface="Segoe UI"/>
                <a:cs typeface="Segoe UI"/>
              </a:rPr>
              <a:t>project</a:t>
            </a:r>
            <a:r>
              <a:rPr sz="2150" spc="320" dirty="0">
                <a:latin typeface="Segoe UI"/>
                <a:cs typeface="Segoe UI"/>
              </a:rPr>
              <a:t> </a:t>
            </a:r>
            <a:r>
              <a:rPr sz="2150" spc="70" dirty="0">
                <a:latin typeface="Segoe UI"/>
                <a:cs typeface="Segoe UI"/>
              </a:rPr>
              <a:t>team.</a:t>
            </a:r>
            <a:r>
              <a:rPr sz="2150" spc="295" dirty="0">
                <a:latin typeface="Segoe UI"/>
                <a:cs typeface="Segoe UI"/>
              </a:rPr>
              <a:t> </a:t>
            </a:r>
            <a:r>
              <a:rPr sz="2150" spc="55" dirty="0">
                <a:latin typeface="Segoe UI"/>
                <a:cs typeface="Segoe UI"/>
              </a:rPr>
              <a:t>By</a:t>
            </a:r>
            <a:r>
              <a:rPr sz="2150" spc="305" dirty="0">
                <a:latin typeface="Segoe UI"/>
                <a:cs typeface="Segoe UI"/>
              </a:rPr>
              <a:t> </a:t>
            </a:r>
            <a:r>
              <a:rPr sz="2150" spc="60" dirty="0">
                <a:latin typeface="Segoe UI"/>
                <a:cs typeface="Segoe UI"/>
              </a:rPr>
              <a:t>May</a:t>
            </a:r>
            <a:r>
              <a:rPr sz="2150" spc="310" dirty="0">
                <a:latin typeface="Segoe UI"/>
                <a:cs typeface="Segoe UI"/>
              </a:rPr>
              <a:t> </a:t>
            </a:r>
            <a:r>
              <a:rPr sz="2150" spc="65" dirty="0">
                <a:latin typeface="Segoe UI"/>
                <a:cs typeface="Segoe UI"/>
              </a:rPr>
              <a:t>31,</a:t>
            </a:r>
            <a:r>
              <a:rPr sz="2150" spc="290" dirty="0">
                <a:latin typeface="Segoe UI"/>
                <a:cs typeface="Segoe UI"/>
              </a:rPr>
              <a:t> </a:t>
            </a:r>
            <a:r>
              <a:rPr sz="2150" spc="80" dirty="0">
                <a:latin typeface="Segoe UI"/>
                <a:cs typeface="Segoe UI"/>
              </a:rPr>
              <a:t>2024,</a:t>
            </a:r>
            <a:r>
              <a:rPr sz="2150" spc="290" dirty="0">
                <a:latin typeface="Segoe UI"/>
                <a:cs typeface="Segoe UI"/>
              </a:rPr>
              <a:t> </a:t>
            </a:r>
            <a:r>
              <a:rPr sz="2150" spc="50" dirty="0">
                <a:latin typeface="Segoe UI"/>
                <a:cs typeface="Segoe UI"/>
              </a:rPr>
              <a:t>all</a:t>
            </a:r>
            <a:r>
              <a:rPr sz="2150" spc="310" dirty="0">
                <a:latin typeface="Segoe UI"/>
                <a:cs typeface="Segoe UI"/>
              </a:rPr>
              <a:t> </a:t>
            </a:r>
            <a:r>
              <a:rPr sz="2150" spc="50" dirty="0">
                <a:latin typeface="Segoe UI"/>
                <a:cs typeface="Segoe UI"/>
              </a:rPr>
              <a:t>feature </a:t>
            </a:r>
            <a:r>
              <a:rPr sz="2150" spc="65" dirty="0">
                <a:latin typeface="Segoe UI"/>
                <a:cs typeface="Segoe UI"/>
              </a:rPr>
              <a:t>requirements</a:t>
            </a:r>
            <a:r>
              <a:rPr sz="2150" spc="355" dirty="0">
                <a:latin typeface="Segoe UI"/>
                <a:cs typeface="Segoe UI"/>
              </a:rPr>
              <a:t>  </a:t>
            </a:r>
            <a:r>
              <a:rPr sz="2150" spc="55" dirty="0">
                <a:latin typeface="Segoe UI"/>
                <a:cs typeface="Segoe UI"/>
              </a:rPr>
              <a:t>are</a:t>
            </a:r>
            <a:r>
              <a:rPr sz="2150" spc="370" dirty="0">
                <a:latin typeface="Segoe UI"/>
                <a:cs typeface="Segoe UI"/>
              </a:rPr>
              <a:t>  </a:t>
            </a:r>
            <a:r>
              <a:rPr sz="2150" dirty="0">
                <a:latin typeface="Segoe UI"/>
                <a:cs typeface="Segoe UI"/>
              </a:rPr>
              <a:t>to</a:t>
            </a:r>
            <a:r>
              <a:rPr sz="2150" spc="380" dirty="0">
                <a:latin typeface="Segoe UI"/>
                <a:cs typeface="Segoe UI"/>
              </a:rPr>
              <a:t>  </a:t>
            </a:r>
            <a:r>
              <a:rPr sz="2150" dirty="0">
                <a:latin typeface="Segoe UI"/>
                <a:cs typeface="Segoe UI"/>
              </a:rPr>
              <a:t>be</a:t>
            </a:r>
            <a:r>
              <a:rPr sz="2150" spc="370" dirty="0">
                <a:latin typeface="Segoe UI"/>
                <a:cs typeface="Segoe UI"/>
              </a:rPr>
              <a:t>  </a:t>
            </a:r>
            <a:r>
              <a:rPr sz="2150" spc="65" dirty="0">
                <a:latin typeface="Segoe UI"/>
                <a:cs typeface="Segoe UI"/>
              </a:rPr>
              <a:t>gathered</a:t>
            </a:r>
            <a:r>
              <a:rPr sz="2150" spc="375" dirty="0">
                <a:latin typeface="Segoe UI"/>
                <a:cs typeface="Segoe UI"/>
              </a:rPr>
              <a:t>  </a:t>
            </a:r>
            <a:r>
              <a:rPr sz="2150" spc="50" dirty="0">
                <a:latin typeface="Segoe UI"/>
                <a:cs typeface="Segoe UI"/>
              </a:rPr>
              <a:t>and</a:t>
            </a:r>
            <a:r>
              <a:rPr sz="2150" spc="375" dirty="0">
                <a:latin typeface="Segoe UI"/>
                <a:cs typeface="Segoe UI"/>
              </a:rPr>
              <a:t>  </a:t>
            </a:r>
            <a:r>
              <a:rPr sz="2150" spc="70" dirty="0">
                <a:latin typeface="Segoe UI"/>
                <a:cs typeface="Segoe UI"/>
              </a:rPr>
              <a:t>approved</a:t>
            </a:r>
            <a:r>
              <a:rPr sz="2150" spc="375" dirty="0">
                <a:latin typeface="Segoe UI"/>
                <a:cs typeface="Segoe UI"/>
              </a:rPr>
              <a:t>  </a:t>
            </a:r>
            <a:r>
              <a:rPr sz="2150" spc="50" dirty="0">
                <a:latin typeface="Segoe UI"/>
                <a:cs typeface="Segoe UI"/>
              </a:rPr>
              <a:t>during</a:t>
            </a:r>
            <a:r>
              <a:rPr sz="2150" spc="380" dirty="0">
                <a:latin typeface="Segoe UI"/>
                <a:cs typeface="Segoe UI"/>
              </a:rPr>
              <a:t>  </a:t>
            </a:r>
            <a:r>
              <a:rPr sz="2150" spc="50" dirty="0">
                <a:latin typeface="Segoe UI"/>
                <a:cs typeface="Segoe UI"/>
              </a:rPr>
              <a:t>the</a:t>
            </a:r>
            <a:r>
              <a:rPr sz="2150" spc="370" dirty="0">
                <a:latin typeface="Segoe UI"/>
                <a:cs typeface="Segoe UI"/>
              </a:rPr>
              <a:t>  </a:t>
            </a:r>
            <a:r>
              <a:rPr sz="2150" spc="55" dirty="0">
                <a:latin typeface="Segoe UI"/>
                <a:cs typeface="Segoe UI"/>
              </a:rPr>
              <a:t>requirements </a:t>
            </a:r>
            <a:r>
              <a:rPr sz="2150" spc="65" dirty="0">
                <a:latin typeface="Segoe UI"/>
                <a:cs typeface="Segoe UI"/>
              </a:rPr>
              <a:t>finalization</a:t>
            </a:r>
            <a:r>
              <a:rPr sz="2150" spc="20" dirty="0">
                <a:latin typeface="Segoe UI"/>
                <a:cs typeface="Segoe UI"/>
              </a:rPr>
              <a:t>  </a:t>
            </a:r>
            <a:r>
              <a:rPr sz="2150" spc="60" dirty="0">
                <a:latin typeface="Segoe UI"/>
                <a:cs typeface="Segoe UI"/>
              </a:rPr>
              <a:t>phase.</a:t>
            </a:r>
            <a:r>
              <a:rPr sz="2150" spc="30" dirty="0">
                <a:latin typeface="Segoe UI"/>
                <a:cs typeface="Segoe UI"/>
              </a:rPr>
              <a:t>  </a:t>
            </a:r>
            <a:r>
              <a:rPr sz="2150" dirty="0">
                <a:latin typeface="Segoe UI"/>
                <a:cs typeface="Segoe UI"/>
              </a:rPr>
              <a:t>The</a:t>
            </a:r>
            <a:r>
              <a:rPr sz="2150" spc="30" dirty="0">
                <a:latin typeface="Segoe UI"/>
                <a:cs typeface="Segoe UI"/>
              </a:rPr>
              <a:t>  </a:t>
            </a:r>
            <a:r>
              <a:rPr sz="2150" spc="60" dirty="0">
                <a:latin typeface="Segoe UI"/>
                <a:cs typeface="Segoe UI"/>
              </a:rPr>
              <a:t>design</a:t>
            </a:r>
            <a:r>
              <a:rPr sz="2150" spc="25" dirty="0">
                <a:latin typeface="Segoe UI"/>
                <a:cs typeface="Segoe UI"/>
              </a:rPr>
              <a:t>  </a:t>
            </a:r>
            <a:r>
              <a:rPr sz="2150" spc="55" dirty="0">
                <a:latin typeface="Segoe UI"/>
                <a:cs typeface="Segoe UI"/>
              </a:rPr>
              <a:t>phase</a:t>
            </a:r>
            <a:r>
              <a:rPr sz="2150" spc="35" dirty="0">
                <a:latin typeface="Segoe UI"/>
                <a:cs typeface="Segoe UI"/>
              </a:rPr>
              <a:t>  </a:t>
            </a:r>
            <a:r>
              <a:rPr sz="2150" dirty="0">
                <a:latin typeface="Segoe UI"/>
                <a:cs typeface="Segoe UI"/>
              </a:rPr>
              <a:t>is</a:t>
            </a:r>
            <a:r>
              <a:rPr sz="2150" spc="25" dirty="0">
                <a:latin typeface="Segoe UI"/>
                <a:cs typeface="Segoe UI"/>
              </a:rPr>
              <a:t>  </a:t>
            </a:r>
            <a:r>
              <a:rPr sz="2150" spc="60" dirty="0">
                <a:latin typeface="Segoe UI"/>
                <a:cs typeface="Segoe UI"/>
              </a:rPr>
              <a:t>expected</a:t>
            </a:r>
            <a:r>
              <a:rPr sz="2150" spc="40" dirty="0">
                <a:latin typeface="Segoe UI"/>
                <a:cs typeface="Segoe UI"/>
              </a:rPr>
              <a:t>  </a:t>
            </a:r>
            <a:r>
              <a:rPr sz="2150" dirty="0">
                <a:latin typeface="Segoe UI"/>
                <a:cs typeface="Segoe UI"/>
              </a:rPr>
              <a:t>to</a:t>
            </a:r>
            <a:r>
              <a:rPr sz="2150" spc="45" dirty="0">
                <a:latin typeface="Segoe UI"/>
                <a:cs typeface="Segoe UI"/>
              </a:rPr>
              <a:t>  </a:t>
            </a:r>
            <a:r>
              <a:rPr sz="2150" dirty="0">
                <a:latin typeface="Segoe UI"/>
                <a:cs typeface="Segoe UI"/>
              </a:rPr>
              <a:t>be</a:t>
            </a:r>
            <a:r>
              <a:rPr sz="2150" spc="30" dirty="0">
                <a:latin typeface="Segoe UI"/>
                <a:cs typeface="Segoe UI"/>
              </a:rPr>
              <a:t>  </a:t>
            </a:r>
            <a:r>
              <a:rPr sz="2150" spc="65" dirty="0">
                <a:latin typeface="Segoe UI"/>
                <a:cs typeface="Segoe UI"/>
              </a:rPr>
              <a:t>completed</a:t>
            </a:r>
            <a:r>
              <a:rPr sz="2150" spc="35" dirty="0">
                <a:latin typeface="Segoe UI"/>
                <a:cs typeface="Segoe UI"/>
              </a:rPr>
              <a:t>  </a:t>
            </a:r>
            <a:r>
              <a:rPr sz="2150" dirty="0">
                <a:latin typeface="Segoe UI"/>
                <a:cs typeface="Segoe UI"/>
              </a:rPr>
              <a:t>by</a:t>
            </a:r>
            <a:r>
              <a:rPr sz="2150" spc="40" dirty="0">
                <a:latin typeface="Segoe UI"/>
                <a:cs typeface="Segoe UI"/>
              </a:rPr>
              <a:t>  </a:t>
            </a:r>
            <a:r>
              <a:rPr sz="2150" dirty="0">
                <a:latin typeface="Segoe UI"/>
                <a:cs typeface="Segoe UI"/>
              </a:rPr>
              <a:t>June</a:t>
            </a:r>
            <a:r>
              <a:rPr sz="2150" spc="30" dirty="0">
                <a:latin typeface="Segoe UI"/>
                <a:cs typeface="Segoe UI"/>
              </a:rPr>
              <a:t>  </a:t>
            </a:r>
            <a:r>
              <a:rPr sz="2150" spc="40" dirty="0">
                <a:latin typeface="Segoe UI"/>
                <a:cs typeface="Segoe UI"/>
              </a:rPr>
              <a:t>30, </a:t>
            </a:r>
            <a:r>
              <a:rPr sz="2150" spc="80" dirty="0">
                <a:latin typeface="Segoe UI"/>
                <a:cs typeface="Segoe UI"/>
              </a:rPr>
              <a:t>2024,</a:t>
            </a:r>
            <a:r>
              <a:rPr sz="2150" spc="520" dirty="0">
                <a:latin typeface="Segoe UI"/>
                <a:cs typeface="Segoe UI"/>
              </a:rPr>
              <a:t> </a:t>
            </a:r>
            <a:r>
              <a:rPr sz="2150" spc="60" dirty="0">
                <a:latin typeface="Segoe UI"/>
                <a:cs typeface="Segoe UI"/>
              </a:rPr>
              <a:t>finalizing</a:t>
            </a:r>
            <a:r>
              <a:rPr sz="2150" spc="-25" dirty="0">
                <a:latin typeface="Segoe UI"/>
                <a:cs typeface="Segoe UI"/>
              </a:rPr>
              <a:t>  </a:t>
            </a:r>
            <a:r>
              <a:rPr sz="2150" spc="50" dirty="0">
                <a:latin typeface="Segoe UI"/>
                <a:cs typeface="Segoe UI"/>
              </a:rPr>
              <a:t>the</a:t>
            </a:r>
            <a:r>
              <a:rPr sz="2150" spc="-25" dirty="0">
                <a:latin typeface="Segoe UI"/>
                <a:cs typeface="Segoe UI"/>
              </a:rPr>
              <a:t>  </a:t>
            </a:r>
            <a:r>
              <a:rPr sz="2150" spc="70" dirty="0">
                <a:latin typeface="Segoe UI"/>
                <a:cs typeface="Segoe UI"/>
              </a:rPr>
              <a:t>UI/UX</a:t>
            </a:r>
            <a:r>
              <a:rPr sz="2150" spc="-20" dirty="0">
                <a:latin typeface="Segoe UI"/>
                <a:cs typeface="Segoe UI"/>
              </a:rPr>
              <a:t>  </a:t>
            </a:r>
            <a:r>
              <a:rPr sz="2150" spc="55" dirty="0">
                <a:latin typeface="Segoe UI"/>
                <a:cs typeface="Segoe UI"/>
              </a:rPr>
              <a:t>designs</a:t>
            </a:r>
            <a:r>
              <a:rPr sz="2150" spc="530" dirty="0">
                <a:latin typeface="Segoe UI"/>
                <a:cs typeface="Segoe UI"/>
              </a:rPr>
              <a:t> </a:t>
            </a:r>
            <a:r>
              <a:rPr sz="2150" spc="45" dirty="0">
                <a:latin typeface="Segoe UI"/>
                <a:cs typeface="Segoe UI"/>
              </a:rPr>
              <a:t>for</a:t>
            </a:r>
            <a:r>
              <a:rPr sz="2150" spc="-25" dirty="0">
                <a:latin typeface="Segoe UI"/>
                <a:cs typeface="Segoe UI"/>
              </a:rPr>
              <a:t>  </a:t>
            </a:r>
            <a:r>
              <a:rPr sz="2150" spc="70" dirty="0">
                <a:latin typeface="Segoe UI"/>
                <a:cs typeface="Segoe UI"/>
              </a:rPr>
              <a:t>implementation.</a:t>
            </a:r>
            <a:r>
              <a:rPr sz="2150" spc="535" dirty="0">
                <a:latin typeface="Segoe UI"/>
                <a:cs typeface="Segoe UI"/>
              </a:rPr>
              <a:t> </a:t>
            </a:r>
            <a:r>
              <a:rPr sz="2150" spc="65" dirty="0">
                <a:latin typeface="Segoe UI"/>
                <a:cs typeface="Segoe UI"/>
              </a:rPr>
              <a:t>Development</a:t>
            </a:r>
            <a:r>
              <a:rPr sz="2150" spc="-15" dirty="0">
                <a:latin typeface="Segoe UI"/>
                <a:cs typeface="Segoe UI"/>
              </a:rPr>
              <a:t>  </a:t>
            </a:r>
            <a:r>
              <a:rPr sz="2150" spc="60" dirty="0">
                <a:latin typeface="Segoe UI"/>
                <a:cs typeface="Segoe UI"/>
              </a:rPr>
              <a:t>begins</a:t>
            </a:r>
            <a:r>
              <a:rPr sz="2150" spc="535" dirty="0">
                <a:latin typeface="Segoe UI"/>
                <a:cs typeface="Segoe UI"/>
              </a:rPr>
              <a:t> </a:t>
            </a:r>
            <a:r>
              <a:rPr sz="2150" spc="-25" dirty="0">
                <a:latin typeface="Segoe UI"/>
                <a:cs typeface="Segoe UI"/>
              </a:rPr>
              <a:t>on </a:t>
            </a:r>
            <a:r>
              <a:rPr sz="2150" dirty="0">
                <a:latin typeface="Segoe UI"/>
                <a:cs typeface="Segoe UI"/>
              </a:rPr>
              <a:t>July</a:t>
            </a:r>
            <a:r>
              <a:rPr sz="2150" spc="85" dirty="0">
                <a:latin typeface="Segoe UI"/>
                <a:cs typeface="Segoe UI"/>
              </a:rPr>
              <a:t>  </a:t>
            </a:r>
            <a:r>
              <a:rPr sz="2150" spc="50" dirty="0">
                <a:latin typeface="Segoe UI"/>
                <a:cs typeface="Segoe UI"/>
              </a:rPr>
              <a:t>1,</a:t>
            </a:r>
            <a:r>
              <a:rPr sz="2150" spc="70" dirty="0">
                <a:latin typeface="Segoe UI"/>
                <a:cs typeface="Segoe UI"/>
              </a:rPr>
              <a:t>  </a:t>
            </a:r>
            <a:r>
              <a:rPr sz="2150" spc="80" dirty="0">
                <a:latin typeface="Segoe UI"/>
                <a:cs typeface="Segoe UI"/>
              </a:rPr>
              <a:t>2024,</a:t>
            </a:r>
            <a:r>
              <a:rPr sz="2150" spc="75" dirty="0">
                <a:latin typeface="Segoe UI"/>
                <a:cs typeface="Segoe UI"/>
              </a:rPr>
              <a:t>  </a:t>
            </a:r>
            <a:r>
              <a:rPr sz="2150" spc="65" dirty="0">
                <a:latin typeface="Segoe UI"/>
                <a:cs typeface="Segoe UI"/>
              </a:rPr>
              <a:t>followed</a:t>
            </a:r>
            <a:r>
              <a:rPr sz="2150" spc="85" dirty="0">
                <a:latin typeface="Segoe UI"/>
                <a:cs typeface="Segoe UI"/>
              </a:rPr>
              <a:t>  </a:t>
            </a:r>
            <a:r>
              <a:rPr sz="2150" dirty="0">
                <a:latin typeface="Segoe UI"/>
                <a:cs typeface="Segoe UI"/>
              </a:rPr>
              <a:t>by</a:t>
            </a:r>
            <a:r>
              <a:rPr sz="2150" spc="85" dirty="0">
                <a:latin typeface="Segoe UI"/>
                <a:cs typeface="Segoe UI"/>
              </a:rPr>
              <a:t>  </a:t>
            </a:r>
            <a:r>
              <a:rPr sz="2150" dirty="0">
                <a:latin typeface="Segoe UI"/>
                <a:cs typeface="Segoe UI"/>
              </a:rPr>
              <a:t>a</a:t>
            </a:r>
            <a:r>
              <a:rPr sz="2150" spc="95" dirty="0">
                <a:latin typeface="Segoe UI"/>
                <a:cs typeface="Segoe UI"/>
              </a:rPr>
              <a:t>  </a:t>
            </a:r>
            <a:r>
              <a:rPr sz="2150" spc="85" dirty="0">
                <a:latin typeface="Segoe UI"/>
                <a:cs typeface="Segoe UI"/>
              </a:rPr>
              <a:t>mid-</a:t>
            </a:r>
            <a:r>
              <a:rPr sz="2150" spc="65" dirty="0">
                <a:latin typeface="Segoe UI"/>
                <a:cs typeface="Segoe UI"/>
              </a:rPr>
              <a:t>development</a:t>
            </a:r>
            <a:r>
              <a:rPr sz="2150" spc="95" dirty="0">
                <a:latin typeface="Segoe UI"/>
                <a:cs typeface="Segoe UI"/>
              </a:rPr>
              <a:t>  </a:t>
            </a:r>
            <a:r>
              <a:rPr sz="2150" spc="60" dirty="0">
                <a:latin typeface="Segoe UI"/>
                <a:cs typeface="Segoe UI"/>
              </a:rPr>
              <a:t>review</a:t>
            </a:r>
            <a:r>
              <a:rPr sz="2150" spc="85" dirty="0">
                <a:latin typeface="Segoe UI"/>
                <a:cs typeface="Segoe UI"/>
              </a:rPr>
              <a:t>  </a:t>
            </a:r>
            <a:r>
              <a:rPr sz="2150" dirty="0">
                <a:latin typeface="Segoe UI"/>
                <a:cs typeface="Segoe UI"/>
              </a:rPr>
              <a:t>on</a:t>
            </a:r>
            <a:r>
              <a:rPr sz="2150" spc="70" dirty="0">
                <a:latin typeface="Segoe UI"/>
                <a:cs typeface="Segoe UI"/>
              </a:rPr>
              <a:t>  </a:t>
            </a:r>
            <a:r>
              <a:rPr sz="2150" spc="55" dirty="0">
                <a:latin typeface="Segoe UI"/>
                <a:cs typeface="Segoe UI"/>
              </a:rPr>
              <a:t>August</a:t>
            </a:r>
            <a:r>
              <a:rPr sz="2150" spc="90" dirty="0">
                <a:latin typeface="Segoe UI"/>
                <a:cs typeface="Segoe UI"/>
              </a:rPr>
              <a:t>  </a:t>
            </a:r>
            <a:r>
              <a:rPr sz="2150" spc="65" dirty="0">
                <a:latin typeface="Segoe UI"/>
                <a:cs typeface="Segoe UI"/>
              </a:rPr>
              <a:t>15,</a:t>
            </a:r>
            <a:r>
              <a:rPr sz="2150" spc="75" dirty="0">
                <a:latin typeface="Segoe UI"/>
                <a:cs typeface="Segoe UI"/>
              </a:rPr>
              <a:t>  </a:t>
            </a:r>
            <a:r>
              <a:rPr sz="2150" spc="80" dirty="0">
                <a:latin typeface="Segoe UI"/>
                <a:cs typeface="Segoe UI"/>
              </a:rPr>
              <a:t>2024,</a:t>
            </a:r>
            <a:r>
              <a:rPr sz="2150" spc="75" dirty="0">
                <a:latin typeface="Segoe UI"/>
                <a:cs typeface="Segoe UI"/>
              </a:rPr>
              <a:t>  </a:t>
            </a:r>
            <a:r>
              <a:rPr sz="2150" spc="-25" dirty="0">
                <a:latin typeface="Segoe UI"/>
                <a:cs typeface="Segoe UI"/>
              </a:rPr>
              <a:t>to </a:t>
            </a:r>
            <a:r>
              <a:rPr sz="2150" spc="55" dirty="0">
                <a:latin typeface="Segoe UI"/>
                <a:cs typeface="Segoe UI"/>
              </a:rPr>
              <a:t>assess</a:t>
            </a:r>
            <a:r>
              <a:rPr sz="2150" spc="409" dirty="0">
                <a:latin typeface="Segoe UI"/>
                <a:cs typeface="Segoe UI"/>
              </a:rPr>
              <a:t> </a:t>
            </a:r>
            <a:r>
              <a:rPr sz="2150" spc="60" dirty="0">
                <a:latin typeface="Segoe UI"/>
                <a:cs typeface="Segoe UI"/>
              </a:rPr>
              <a:t>progress</a:t>
            </a:r>
            <a:r>
              <a:rPr sz="2150" spc="415" dirty="0">
                <a:latin typeface="Segoe UI"/>
                <a:cs typeface="Segoe UI"/>
              </a:rPr>
              <a:t> </a:t>
            </a:r>
            <a:r>
              <a:rPr sz="2150" spc="50" dirty="0">
                <a:latin typeface="Segoe UI"/>
                <a:cs typeface="Segoe UI"/>
              </a:rPr>
              <a:t>and</a:t>
            </a:r>
            <a:r>
              <a:rPr sz="2150" spc="430" dirty="0">
                <a:latin typeface="Segoe UI"/>
                <a:cs typeface="Segoe UI"/>
              </a:rPr>
              <a:t> </a:t>
            </a:r>
            <a:r>
              <a:rPr sz="2150" spc="60" dirty="0">
                <a:latin typeface="Segoe UI"/>
                <a:cs typeface="Segoe UI"/>
              </a:rPr>
              <a:t>address</a:t>
            </a:r>
            <a:r>
              <a:rPr sz="2150" spc="415" dirty="0">
                <a:latin typeface="Segoe UI"/>
                <a:cs typeface="Segoe UI"/>
              </a:rPr>
              <a:t> </a:t>
            </a:r>
            <a:r>
              <a:rPr sz="2150" spc="50" dirty="0">
                <a:latin typeface="Segoe UI"/>
                <a:cs typeface="Segoe UI"/>
              </a:rPr>
              <a:t>any</a:t>
            </a:r>
            <a:r>
              <a:rPr sz="2150" spc="430" dirty="0">
                <a:latin typeface="Segoe UI"/>
                <a:cs typeface="Segoe UI"/>
              </a:rPr>
              <a:t> </a:t>
            </a:r>
            <a:r>
              <a:rPr sz="2150" spc="65" dirty="0">
                <a:latin typeface="Segoe UI"/>
                <a:cs typeface="Segoe UI"/>
              </a:rPr>
              <a:t>obstacles.</a:t>
            </a:r>
            <a:r>
              <a:rPr sz="2150" spc="415" dirty="0">
                <a:latin typeface="Segoe UI"/>
                <a:cs typeface="Segoe UI"/>
              </a:rPr>
              <a:t> </a:t>
            </a:r>
            <a:r>
              <a:rPr sz="2150" spc="60" dirty="0">
                <a:latin typeface="Segoe UI"/>
                <a:cs typeface="Segoe UI"/>
              </a:rPr>
              <a:t>An</a:t>
            </a:r>
            <a:r>
              <a:rPr sz="2150" spc="405" dirty="0">
                <a:latin typeface="Segoe UI"/>
                <a:cs typeface="Segoe UI"/>
              </a:rPr>
              <a:t> </a:t>
            </a:r>
            <a:r>
              <a:rPr sz="2150" spc="60" dirty="0">
                <a:latin typeface="Segoe UI"/>
                <a:cs typeface="Segoe UI"/>
              </a:rPr>
              <a:t>initial</a:t>
            </a:r>
            <a:r>
              <a:rPr sz="2150" spc="434" dirty="0">
                <a:latin typeface="Segoe UI"/>
                <a:cs typeface="Segoe UI"/>
              </a:rPr>
              <a:t> </a:t>
            </a:r>
            <a:r>
              <a:rPr sz="2150" spc="70" dirty="0">
                <a:latin typeface="Segoe UI"/>
                <a:cs typeface="Segoe UI"/>
              </a:rPr>
              <a:t>prototype</a:t>
            </a:r>
            <a:r>
              <a:rPr sz="2150" spc="420" dirty="0">
                <a:latin typeface="Segoe UI"/>
                <a:cs typeface="Segoe UI"/>
              </a:rPr>
              <a:t> </a:t>
            </a:r>
            <a:r>
              <a:rPr sz="2150" dirty="0">
                <a:latin typeface="Segoe UI"/>
                <a:cs typeface="Segoe UI"/>
              </a:rPr>
              <a:t>is</a:t>
            </a:r>
            <a:r>
              <a:rPr sz="2150" spc="415" dirty="0">
                <a:latin typeface="Segoe UI"/>
                <a:cs typeface="Segoe UI"/>
              </a:rPr>
              <a:t> </a:t>
            </a:r>
            <a:r>
              <a:rPr sz="2150" spc="55" dirty="0">
                <a:latin typeface="Segoe UI"/>
                <a:cs typeface="Segoe UI"/>
              </a:rPr>
              <a:t>scheduled</a:t>
            </a:r>
            <a:r>
              <a:rPr sz="2150" spc="430" dirty="0">
                <a:latin typeface="Segoe UI"/>
                <a:cs typeface="Segoe UI"/>
              </a:rPr>
              <a:t> </a:t>
            </a:r>
            <a:r>
              <a:rPr sz="2150" spc="20" dirty="0">
                <a:latin typeface="Segoe UI"/>
                <a:cs typeface="Segoe UI"/>
              </a:rPr>
              <a:t>for </a:t>
            </a:r>
            <a:r>
              <a:rPr sz="2150" spc="60" dirty="0">
                <a:latin typeface="Segoe UI"/>
                <a:cs typeface="Segoe UI"/>
              </a:rPr>
              <a:t>internal</a:t>
            </a:r>
            <a:r>
              <a:rPr sz="2150" spc="20" dirty="0">
                <a:latin typeface="Segoe UI"/>
                <a:cs typeface="Segoe UI"/>
              </a:rPr>
              <a:t>  </a:t>
            </a:r>
            <a:r>
              <a:rPr sz="2150" spc="60" dirty="0">
                <a:latin typeface="Segoe UI"/>
                <a:cs typeface="Segoe UI"/>
              </a:rPr>
              <a:t>testing</a:t>
            </a:r>
            <a:r>
              <a:rPr sz="2150" spc="20" dirty="0">
                <a:latin typeface="Segoe UI"/>
                <a:cs typeface="Segoe UI"/>
              </a:rPr>
              <a:t>  </a:t>
            </a:r>
            <a:r>
              <a:rPr sz="2150" dirty="0">
                <a:latin typeface="Segoe UI"/>
                <a:cs typeface="Segoe UI"/>
              </a:rPr>
              <a:t>by</a:t>
            </a:r>
            <a:r>
              <a:rPr sz="2150" spc="25" dirty="0">
                <a:latin typeface="Segoe UI"/>
                <a:cs typeface="Segoe UI"/>
              </a:rPr>
              <a:t>  </a:t>
            </a:r>
            <a:r>
              <a:rPr sz="2150" spc="65" dirty="0">
                <a:latin typeface="Segoe UI"/>
                <a:cs typeface="Segoe UI"/>
              </a:rPr>
              <a:t>September</a:t>
            </a:r>
            <a:r>
              <a:rPr sz="2150" spc="20" dirty="0">
                <a:latin typeface="Segoe UI"/>
                <a:cs typeface="Segoe UI"/>
              </a:rPr>
              <a:t>  </a:t>
            </a:r>
            <a:r>
              <a:rPr sz="2150" spc="50" dirty="0">
                <a:latin typeface="Segoe UI"/>
                <a:cs typeface="Segoe UI"/>
              </a:rPr>
              <a:t>1,</a:t>
            </a:r>
            <a:r>
              <a:rPr sz="2150" spc="15" dirty="0">
                <a:latin typeface="Segoe UI"/>
                <a:cs typeface="Segoe UI"/>
              </a:rPr>
              <a:t>  </a:t>
            </a:r>
            <a:r>
              <a:rPr sz="2150" spc="80" dirty="0">
                <a:latin typeface="Segoe UI"/>
                <a:cs typeface="Segoe UI"/>
              </a:rPr>
              <a:t>2024,</a:t>
            </a:r>
            <a:r>
              <a:rPr sz="2150" spc="10" dirty="0">
                <a:latin typeface="Segoe UI"/>
                <a:cs typeface="Segoe UI"/>
              </a:rPr>
              <a:t>  </a:t>
            </a:r>
            <a:r>
              <a:rPr sz="2150" spc="65" dirty="0">
                <a:latin typeface="Segoe UI"/>
                <a:cs typeface="Segoe UI"/>
              </a:rPr>
              <a:t>with</a:t>
            </a:r>
            <a:r>
              <a:rPr sz="2150" spc="10" dirty="0">
                <a:latin typeface="Segoe UI"/>
                <a:cs typeface="Segoe UI"/>
              </a:rPr>
              <a:t>  </a:t>
            </a:r>
            <a:r>
              <a:rPr sz="2150" spc="60" dirty="0">
                <a:latin typeface="Segoe UI"/>
                <a:cs typeface="Segoe UI"/>
              </a:rPr>
              <a:t>beta</a:t>
            </a:r>
            <a:r>
              <a:rPr sz="2150" spc="35" dirty="0">
                <a:latin typeface="Segoe UI"/>
                <a:cs typeface="Segoe UI"/>
              </a:rPr>
              <a:t>  </a:t>
            </a:r>
            <a:r>
              <a:rPr sz="2150" spc="60" dirty="0">
                <a:latin typeface="Segoe UI"/>
                <a:cs typeface="Segoe UI"/>
              </a:rPr>
              <a:t>testing</a:t>
            </a:r>
            <a:r>
              <a:rPr sz="2150" spc="20" dirty="0">
                <a:latin typeface="Segoe UI"/>
                <a:cs typeface="Segoe UI"/>
              </a:rPr>
              <a:t>  </a:t>
            </a:r>
            <a:r>
              <a:rPr sz="2150" spc="60" dirty="0">
                <a:latin typeface="Segoe UI"/>
                <a:cs typeface="Segoe UI"/>
              </a:rPr>
              <a:t>involving</a:t>
            </a:r>
            <a:r>
              <a:rPr sz="2150" spc="20" dirty="0">
                <a:latin typeface="Segoe UI"/>
                <a:cs typeface="Segoe UI"/>
              </a:rPr>
              <a:t>  </a:t>
            </a:r>
            <a:r>
              <a:rPr sz="2150" spc="55" dirty="0">
                <a:latin typeface="Segoe UI"/>
                <a:cs typeface="Segoe UI"/>
              </a:rPr>
              <a:t>select</a:t>
            </a:r>
            <a:r>
              <a:rPr sz="2150" spc="30" dirty="0">
                <a:latin typeface="Segoe UI"/>
                <a:cs typeface="Segoe UI"/>
              </a:rPr>
              <a:t>  end- </a:t>
            </a:r>
            <a:r>
              <a:rPr sz="2150" spc="50" dirty="0">
                <a:latin typeface="Segoe UI"/>
                <a:cs typeface="Segoe UI"/>
              </a:rPr>
              <a:t>users</a:t>
            </a:r>
            <a:r>
              <a:rPr sz="2150" spc="210" dirty="0">
                <a:latin typeface="Segoe UI"/>
                <a:cs typeface="Segoe UI"/>
              </a:rPr>
              <a:t> </a:t>
            </a:r>
            <a:r>
              <a:rPr sz="2150" spc="60" dirty="0">
                <a:latin typeface="Segoe UI"/>
                <a:cs typeface="Segoe UI"/>
              </a:rPr>
              <a:t>commencing</a:t>
            </a:r>
            <a:r>
              <a:rPr sz="2150" spc="225" dirty="0">
                <a:latin typeface="Segoe UI"/>
                <a:cs typeface="Segoe UI"/>
              </a:rPr>
              <a:t> </a:t>
            </a:r>
            <a:r>
              <a:rPr sz="2150" dirty="0">
                <a:latin typeface="Segoe UI"/>
                <a:cs typeface="Segoe UI"/>
              </a:rPr>
              <a:t>on</a:t>
            </a:r>
            <a:r>
              <a:rPr sz="2150" spc="195" dirty="0">
                <a:latin typeface="Segoe UI"/>
                <a:cs typeface="Segoe UI"/>
              </a:rPr>
              <a:t> </a:t>
            </a:r>
            <a:r>
              <a:rPr sz="2150" spc="65" dirty="0">
                <a:latin typeface="Segoe UI"/>
                <a:cs typeface="Segoe UI"/>
              </a:rPr>
              <a:t>October</a:t>
            </a:r>
            <a:r>
              <a:rPr sz="2150" spc="225" dirty="0">
                <a:latin typeface="Segoe UI"/>
                <a:cs typeface="Segoe UI"/>
              </a:rPr>
              <a:t> </a:t>
            </a:r>
            <a:r>
              <a:rPr sz="2150" spc="50" dirty="0">
                <a:latin typeface="Segoe UI"/>
                <a:cs typeface="Segoe UI"/>
              </a:rPr>
              <a:t>1,</a:t>
            </a:r>
            <a:r>
              <a:rPr sz="2150" spc="210" dirty="0">
                <a:latin typeface="Segoe UI"/>
                <a:cs typeface="Segoe UI"/>
              </a:rPr>
              <a:t> </a:t>
            </a:r>
            <a:r>
              <a:rPr sz="2150" spc="80" dirty="0">
                <a:latin typeface="Segoe UI"/>
                <a:cs typeface="Segoe UI"/>
              </a:rPr>
              <a:t>2024.</a:t>
            </a:r>
            <a:r>
              <a:rPr sz="2150" spc="204" dirty="0">
                <a:latin typeface="Segoe UI"/>
                <a:cs typeface="Segoe UI"/>
              </a:rPr>
              <a:t> </a:t>
            </a:r>
            <a:r>
              <a:rPr sz="2150" spc="55" dirty="0">
                <a:latin typeface="Segoe UI"/>
                <a:cs typeface="Segoe UI"/>
              </a:rPr>
              <a:t>Final</a:t>
            </a:r>
            <a:r>
              <a:rPr sz="2150" spc="229" dirty="0">
                <a:latin typeface="Segoe UI"/>
                <a:cs typeface="Segoe UI"/>
              </a:rPr>
              <a:t> </a:t>
            </a:r>
            <a:r>
              <a:rPr sz="2150" spc="65" dirty="0">
                <a:latin typeface="Segoe UI"/>
                <a:cs typeface="Segoe UI"/>
              </a:rPr>
              <a:t>development</a:t>
            </a:r>
            <a:r>
              <a:rPr sz="2150" spc="245" dirty="0">
                <a:latin typeface="Segoe UI"/>
                <a:cs typeface="Segoe UI"/>
              </a:rPr>
              <a:t> </a:t>
            </a:r>
            <a:r>
              <a:rPr sz="2150" spc="60" dirty="0">
                <a:latin typeface="Segoe UI"/>
                <a:cs typeface="Segoe UI"/>
              </a:rPr>
              <a:t>tasks</a:t>
            </a:r>
            <a:r>
              <a:rPr sz="2150" spc="210" dirty="0">
                <a:latin typeface="Segoe UI"/>
                <a:cs typeface="Segoe UI"/>
              </a:rPr>
              <a:t> </a:t>
            </a:r>
            <a:r>
              <a:rPr sz="2150" spc="50" dirty="0">
                <a:latin typeface="Segoe UI"/>
                <a:cs typeface="Segoe UI"/>
              </a:rPr>
              <a:t>and</a:t>
            </a:r>
            <a:r>
              <a:rPr sz="2150" spc="225" dirty="0">
                <a:latin typeface="Segoe UI"/>
                <a:cs typeface="Segoe UI"/>
              </a:rPr>
              <a:t> </a:t>
            </a:r>
            <a:r>
              <a:rPr sz="2150" dirty="0">
                <a:latin typeface="Segoe UI"/>
                <a:cs typeface="Segoe UI"/>
              </a:rPr>
              <a:t>bug</a:t>
            </a:r>
            <a:r>
              <a:rPr sz="2150" spc="225" dirty="0">
                <a:latin typeface="Segoe UI"/>
                <a:cs typeface="Segoe UI"/>
              </a:rPr>
              <a:t> </a:t>
            </a:r>
            <a:r>
              <a:rPr sz="2150" spc="55" dirty="0">
                <a:latin typeface="Segoe UI"/>
                <a:cs typeface="Segoe UI"/>
              </a:rPr>
              <a:t>fixes</a:t>
            </a:r>
            <a:r>
              <a:rPr sz="2150" spc="204" dirty="0">
                <a:latin typeface="Segoe UI"/>
                <a:cs typeface="Segoe UI"/>
              </a:rPr>
              <a:t> </a:t>
            </a:r>
            <a:r>
              <a:rPr sz="2150" spc="30" dirty="0">
                <a:latin typeface="Segoe UI"/>
                <a:cs typeface="Segoe UI"/>
              </a:rPr>
              <a:t>are </a:t>
            </a:r>
            <a:r>
              <a:rPr sz="2150" dirty="0">
                <a:latin typeface="Segoe UI"/>
                <a:cs typeface="Segoe UI"/>
              </a:rPr>
              <a:t>to</a:t>
            </a:r>
            <a:r>
              <a:rPr sz="2150" spc="235" dirty="0">
                <a:latin typeface="Segoe UI"/>
                <a:cs typeface="Segoe UI"/>
              </a:rPr>
              <a:t> </a:t>
            </a:r>
            <a:r>
              <a:rPr sz="2150" dirty="0">
                <a:latin typeface="Segoe UI"/>
                <a:cs typeface="Segoe UI"/>
              </a:rPr>
              <a:t>be</a:t>
            </a:r>
            <a:r>
              <a:rPr sz="2150" spc="225" dirty="0">
                <a:latin typeface="Segoe UI"/>
                <a:cs typeface="Segoe UI"/>
              </a:rPr>
              <a:t> </a:t>
            </a:r>
            <a:r>
              <a:rPr sz="2150" spc="65" dirty="0">
                <a:latin typeface="Segoe UI"/>
                <a:cs typeface="Segoe UI"/>
              </a:rPr>
              <a:t>completed</a:t>
            </a:r>
            <a:r>
              <a:rPr sz="2150" spc="229" dirty="0">
                <a:latin typeface="Segoe UI"/>
                <a:cs typeface="Segoe UI"/>
              </a:rPr>
              <a:t> </a:t>
            </a:r>
            <a:r>
              <a:rPr sz="2150" dirty="0">
                <a:latin typeface="Segoe UI"/>
                <a:cs typeface="Segoe UI"/>
              </a:rPr>
              <a:t>by</a:t>
            </a:r>
            <a:r>
              <a:rPr sz="2150" spc="235" dirty="0">
                <a:latin typeface="Segoe UI"/>
                <a:cs typeface="Segoe UI"/>
              </a:rPr>
              <a:t> </a:t>
            </a:r>
            <a:r>
              <a:rPr sz="2150" spc="65" dirty="0">
                <a:latin typeface="Segoe UI"/>
                <a:cs typeface="Segoe UI"/>
              </a:rPr>
              <a:t>October</a:t>
            </a:r>
            <a:r>
              <a:rPr sz="2150" spc="229" dirty="0">
                <a:latin typeface="Segoe UI"/>
                <a:cs typeface="Segoe UI"/>
              </a:rPr>
              <a:t> </a:t>
            </a:r>
            <a:r>
              <a:rPr sz="2150" spc="65" dirty="0">
                <a:latin typeface="Segoe UI"/>
                <a:cs typeface="Segoe UI"/>
              </a:rPr>
              <a:t>31,</a:t>
            </a:r>
            <a:r>
              <a:rPr sz="2150" spc="210" dirty="0">
                <a:latin typeface="Segoe UI"/>
                <a:cs typeface="Segoe UI"/>
              </a:rPr>
              <a:t> </a:t>
            </a:r>
            <a:r>
              <a:rPr sz="2150" spc="80" dirty="0">
                <a:latin typeface="Segoe UI"/>
                <a:cs typeface="Segoe UI"/>
              </a:rPr>
              <a:t>2024,</a:t>
            </a:r>
            <a:r>
              <a:rPr sz="2150" spc="215" dirty="0">
                <a:latin typeface="Segoe UI"/>
                <a:cs typeface="Segoe UI"/>
              </a:rPr>
              <a:t> </a:t>
            </a:r>
            <a:r>
              <a:rPr sz="2150" spc="60" dirty="0">
                <a:latin typeface="Segoe UI"/>
                <a:cs typeface="Segoe UI"/>
              </a:rPr>
              <a:t>leading</a:t>
            </a:r>
            <a:r>
              <a:rPr sz="2150" spc="229" dirty="0">
                <a:latin typeface="Segoe UI"/>
                <a:cs typeface="Segoe UI"/>
              </a:rPr>
              <a:t> </a:t>
            </a:r>
            <a:r>
              <a:rPr sz="2150" dirty="0">
                <a:latin typeface="Segoe UI"/>
                <a:cs typeface="Segoe UI"/>
              </a:rPr>
              <a:t>to</a:t>
            </a:r>
            <a:r>
              <a:rPr sz="2150" spc="235" dirty="0">
                <a:latin typeface="Segoe UI"/>
                <a:cs typeface="Segoe UI"/>
              </a:rPr>
              <a:t> </a:t>
            </a:r>
            <a:r>
              <a:rPr sz="2150" spc="50" dirty="0">
                <a:latin typeface="Segoe UI"/>
                <a:cs typeface="Segoe UI"/>
              </a:rPr>
              <a:t>the</a:t>
            </a:r>
            <a:r>
              <a:rPr sz="2150" spc="225" dirty="0">
                <a:latin typeface="Segoe UI"/>
                <a:cs typeface="Segoe UI"/>
              </a:rPr>
              <a:t> </a:t>
            </a:r>
            <a:r>
              <a:rPr sz="2150" spc="60" dirty="0">
                <a:latin typeface="Segoe UI"/>
                <a:cs typeface="Segoe UI"/>
              </a:rPr>
              <a:t>official</a:t>
            </a:r>
            <a:r>
              <a:rPr sz="2150" spc="235" dirty="0">
                <a:latin typeface="Segoe UI"/>
                <a:cs typeface="Segoe UI"/>
              </a:rPr>
              <a:t> </a:t>
            </a:r>
            <a:r>
              <a:rPr sz="2150" spc="55" dirty="0">
                <a:latin typeface="Segoe UI"/>
                <a:cs typeface="Segoe UI"/>
              </a:rPr>
              <a:t>launch</a:t>
            </a:r>
            <a:r>
              <a:rPr sz="2150" spc="200" dirty="0">
                <a:latin typeface="Segoe UI"/>
                <a:cs typeface="Segoe UI"/>
              </a:rPr>
              <a:t> </a:t>
            </a:r>
            <a:r>
              <a:rPr sz="2150" dirty="0">
                <a:latin typeface="Segoe UI"/>
                <a:cs typeface="Segoe UI"/>
              </a:rPr>
              <a:t>of</a:t>
            </a:r>
            <a:r>
              <a:rPr sz="2150" spc="229" dirty="0">
                <a:latin typeface="Segoe UI"/>
                <a:cs typeface="Segoe UI"/>
              </a:rPr>
              <a:t> </a:t>
            </a:r>
            <a:r>
              <a:rPr sz="2150" spc="50" dirty="0">
                <a:latin typeface="Segoe UI"/>
                <a:cs typeface="Segoe UI"/>
              </a:rPr>
              <a:t>the</a:t>
            </a:r>
            <a:r>
              <a:rPr sz="2150" spc="225" dirty="0">
                <a:latin typeface="Segoe UI"/>
                <a:cs typeface="Segoe UI"/>
              </a:rPr>
              <a:t> </a:t>
            </a:r>
            <a:r>
              <a:rPr sz="2150" spc="55" dirty="0">
                <a:latin typeface="Segoe UI"/>
                <a:cs typeface="Segoe UI"/>
              </a:rPr>
              <a:t>Mobile </a:t>
            </a:r>
            <a:r>
              <a:rPr sz="2150" spc="65" dirty="0">
                <a:latin typeface="Segoe UI"/>
                <a:cs typeface="Segoe UI"/>
              </a:rPr>
              <a:t>Analytics</a:t>
            </a:r>
            <a:r>
              <a:rPr sz="2150" spc="295" dirty="0">
                <a:latin typeface="Segoe UI"/>
                <a:cs typeface="Segoe UI"/>
              </a:rPr>
              <a:t> </a:t>
            </a:r>
            <a:r>
              <a:rPr sz="2150" spc="60" dirty="0">
                <a:latin typeface="Segoe UI"/>
                <a:cs typeface="Segoe UI"/>
              </a:rPr>
              <a:t>Dashboard</a:t>
            </a:r>
            <a:r>
              <a:rPr sz="2150" spc="315" dirty="0">
                <a:latin typeface="Segoe UI"/>
                <a:cs typeface="Segoe UI"/>
              </a:rPr>
              <a:t> </a:t>
            </a:r>
            <a:r>
              <a:rPr sz="2150" dirty="0">
                <a:latin typeface="Segoe UI"/>
                <a:cs typeface="Segoe UI"/>
              </a:rPr>
              <a:t>on</a:t>
            </a:r>
            <a:r>
              <a:rPr sz="2150" spc="290" dirty="0">
                <a:latin typeface="Segoe UI"/>
                <a:cs typeface="Segoe UI"/>
              </a:rPr>
              <a:t> </a:t>
            </a:r>
            <a:r>
              <a:rPr sz="2150" spc="70" dirty="0">
                <a:latin typeface="Segoe UI"/>
                <a:cs typeface="Segoe UI"/>
              </a:rPr>
              <a:t>November</a:t>
            </a:r>
            <a:r>
              <a:rPr sz="2150" spc="310" dirty="0">
                <a:latin typeface="Segoe UI"/>
                <a:cs typeface="Segoe UI"/>
              </a:rPr>
              <a:t> </a:t>
            </a:r>
            <a:r>
              <a:rPr sz="2150" spc="65" dirty="0">
                <a:latin typeface="Segoe UI"/>
                <a:cs typeface="Segoe UI"/>
              </a:rPr>
              <a:t>15,</a:t>
            </a:r>
            <a:r>
              <a:rPr sz="2150" spc="295" dirty="0">
                <a:latin typeface="Segoe UI"/>
                <a:cs typeface="Segoe UI"/>
              </a:rPr>
              <a:t> </a:t>
            </a:r>
            <a:r>
              <a:rPr sz="2150" spc="80" dirty="0">
                <a:latin typeface="Segoe UI"/>
                <a:cs typeface="Segoe UI"/>
              </a:rPr>
              <a:t>2024.</a:t>
            </a:r>
            <a:r>
              <a:rPr sz="2150" spc="300" dirty="0">
                <a:latin typeface="Segoe UI"/>
                <a:cs typeface="Segoe UI"/>
              </a:rPr>
              <a:t> </a:t>
            </a:r>
            <a:r>
              <a:rPr sz="2150" spc="60" dirty="0">
                <a:latin typeface="Segoe UI"/>
                <a:cs typeface="Segoe UI"/>
              </a:rPr>
              <a:t>Post-</a:t>
            </a:r>
            <a:r>
              <a:rPr sz="2150" spc="55" dirty="0">
                <a:latin typeface="Segoe UI"/>
                <a:cs typeface="Segoe UI"/>
              </a:rPr>
              <a:t>launch</a:t>
            </a:r>
            <a:r>
              <a:rPr sz="2150" spc="290" dirty="0">
                <a:latin typeface="Segoe UI"/>
                <a:cs typeface="Segoe UI"/>
              </a:rPr>
              <a:t> </a:t>
            </a:r>
            <a:r>
              <a:rPr sz="2150" spc="60" dirty="0">
                <a:latin typeface="Segoe UI"/>
                <a:cs typeface="Segoe UI"/>
              </a:rPr>
              <a:t>support</a:t>
            </a:r>
            <a:r>
              <a:rPr sz="2150" spc="330" dirty="0">
                <a:latin typeface="Segoe UI"/>
                <a:cs typeface="Segoe UI"/>
              </a:rPr>
              <a:t> </a:t>
            </a:r>
            <a:r>
              <a:rPr sz="2150" spc="50" dirty="0">
                <a:latin typeface="Segoe UI"/>
                <a:cs typeface="Segoe UI"/>
              </a:rPr>
              <a:t>and</a:t>
            </a:r>
            <a:r>
              <a:rPr sz="2150" spc="315" dirty="0">
                <a:latin typeface="Segoe UI"/>
                <a:cs typeface="Segoe UI"/>
              </a:rPr>
              <a:t> </a:t>
            </a:r>
            <a:r>
              <a:rPr sz="2150" spc="60" dirty="0">
                <a:latin typeface="Segoe UI"/>
                <a:cs typeface="Segoe UI"/>
              </a:rPr>
              <a:t>review</a:t>
            </a:r>
            <a:r>
              <a:rPr sz="2150" spc="320" dirty="0">
                <a:latin typeface="Segoe UI"/>
                <a:cs typeface="Segoe UI"/>
              </a:rPr>
              <a:t> </a:t>
            </a:r>
            <a:r>
              <a:rPr sz="2150" spc="35" dirty="0">
                <a:latin typeface="Segoe UI"/>
                <a:cs typeface="Segoe UI"/>
              </a:rPr>
              <a:t>will </a:t>
            </a:r>
            <a:r>
              <a:rPr sz="2150" spc="60" dirty="0">
                <a:latin typeface="Segoe UI"/>
                <a:cs typeface="Segoe UI"/>
              </a:rPr>
              <a:t>take</a:t>
            </a:r>
            <a:r>
              <a:rPr sz="2150" spc="-10" dirty="0">
                <a:latin typeface="Segoe UI"/>
                <a:cs typeface="Segoe UI"/>
              </a:rPr>
              <a:t>  </a:t>
            </a:r>
            <a:r>
              <a:rPr sz="2150" spc="60" dirty="0">
                <a:latin typeface="Segoe UI"/>
                <a:cs typeface="Segoe UI"/>
              </a:rPr>
              <a:t>place</a:t>
            </a:r>
            <a:r>
              <a:rPr sz="2150" spc="-10" dirty="0">
                <a:latin typeface="Segoe UI"/>
                <a:cs typeface="Segoe UI"/>
              </a:rPr>
              <a:t>  </a:t>
            </a:r>
            <a:r>
              <a:rPr sz="2150" dirty="0">
                <a:latin typeface="Segoe UI"/>
                <a:cs typeface="Segoe UI"/>
              </a:rPr>
              <a:t>by</a:t>
            </a:r>
            <a:r>
              <a:rPr sz="2150" spc="-5" dirty="0">
                <a:latin typeface="Segoe UI"/>
                <a:cs typeface="Segoe UI"/>
              </a:rPr>
              <a:t>  </a:t>
            </a:r>
            <a:r>
              <a:rPr sz="2150" spc="60" dirty="0">
                <a:latin typeface="Segoe UI"/>
                <a:cs typeface="Segoe UI"/>
              </a:rPr>
              <a:t>December</a:t>
            </a:r>
            <a:r>
              <a:rPr sz="2150" spc="-5" dirty="0">
                <a:latin typeface="Segoe UI"/>
                <a:cs typeface="Segoe UI"/>
              </a:rPr>
              <a:t>  </a:t>
            </a:r>
            <a:r>
              <a:rPr sz="2150" spc="65" dirty="0">
                <a:latin typeface="Segoe UI"/>
                <a:cs typeface="Segoe UI"/>
              </a:rPr>
              <a:t>15,</a:t>
            </a:r>
            <a:r>
              <a:rPr sz="2150" spc="-15" dirty="0">
                <a:latin typeface="Segoe UI"/>
                <a:cs typeface="Segoe UI"/>
              </a:rPr>
              <a:t>  </a:t>
            </a:r>
            <a:r>
              <a:rPr sz="2150" spc="80" dirty="0">
                <a:latin typeface="Segoe UI"/>
                <a:cs typeface="Segoe UI"/>
              </a:rPr>
              <a:t>2024,</a:t>
            </a:r>
            <a:r>
              <a:rPr sz="2150" spc="-15" dirty="0">
                <a:latin typeface="Segoe UI"/>
                <a:cs typeface="Segoe UI"/>
              </a:rPr>
              <a:t>  </a:t>
            </a:r>
            <a:r>
              <a:rPr sz="2150" dirty="0">
                <a:latin typeface="Segoe UI"/>
                <a:cs typeface="Segoe UI"/>
              </a:rPr>
              <a:t>to  </a:t>
            </a:r>
            <a:r>
              <a:rPr sz="2150" spc="65" dirty="0">
                <a:latin typeface="Segoe UI"/>
                <a:cs typeface="Segoe UI"/>
              </a:rPr>
              <a:t>monitor</a:t>
            </a:r>
            <a:r>
              <a:rPr sz="2150" spc="-5" dirty="0">
                <a:latin typeface="Segoe UI"/>
                <a:cs typeface="Segoe UI"/>
              </a:rPr>
              <a:t>  </a:t>
            </a:r>
            <a:r>
              <a:rPr sz="2150" spc="60" dirty="0">
                <a:latin typeface="Segoe UI"/>
                <a:cs typeface="Segoe UI"/>
              </a:rPr>
              <a:t>feature</a:t>
            </a:r>
            <a:r>
              <a:rPr sz="2150" spc="-10" dirty="0">
                <a:latin typeface="Segoe UI"/>
                <a:cs typeface="Segoe UI"/>
              </a:rPr>
              <a:t>  </a:t>
            </a:r>
            <a:r>
              <a:rPr sz="2150" spc="65" dirty="0">
                <a:latin typeface="Segoe UI"/>
                <a:cs typeface="Segoe UI"/>
              </a:rPr>
              <a:t>performance</a:t>
            </a:r>
            <a:r>
              <a:rPr sz="2150" spc="-10" dirty="0">
                <a:latin typeface="Segoe UI"/>
                <a:cs typeface="Segoe UI"/>
              </a:rPr>
              <a:t>  </a:t>
            </a:r>
            <a:r>
              <a:rPr sz="2150" spc="50" dirty="0">
                <a:latin typeface="Segoe UI"/>
                <a:cs typeface="Segoe UI"/>
              </a:rPr>
              <a:t>and</a:t>
            </a:r>
            <a:r>
              <a:rPr sz="2150" spc="-5" dirty="0">
                <a:latin typeface="Segoe UI"/>
                <a:cs typeface="Segoe UI"/>
              </a:rPr>
              <a:t>  </a:t>
            </a:r>
            <a:r>
              <a:rPr sz="2150" spc="50" dirty="0">
                <a:latin typeface="Segoe UI"/>
                <a:cs typeface="Segoe UI"/>
              </a:rPr>
              <a:t>gather </a:t>
            </a:r>
            <a:r>
              <a:rPr sz="2150" dirty="0">
                <a:latin typeface="Segoe UI"/>
                <a:cs typeface="Segoe UI"/>
              </a:rPr>
              <a:t>user</a:t>
            </a:r>
            <a:r>
              <a:rPr sz="2150" spc="190" dirty="0">
                <a:latin typeface="Segoe UI"/>
                <a:cs typeface="Segoe UI"/>
              </a:rPr>
              <a:t> </a:t>
            </a:r>
            <a:r>
              <a:rPr sz="2150" spc="65" dirty="0">
                <a:latin typeface="Segoe UI"/>
                <a:cs typeface="Segoe UI"/>
              </a:rPr>
              <a:t>feedback</a:t>
            </a:r>
            <a:r>
              <a:rPr sz="2150" spc="175" dirty="0">
                <a:latin typeface="Segoe UI"/>
                <a:cs typeface="Segoe UI"/>
              </a:rPr>
              <a:t> </a:t>
            </a:r>
            <a:r>
              <a:rPr sz="2150" spc="45" dirty="0">
                <a:latin typeface="Segoe UI"/>
                <a:cs typeface="Segoe UI"/>
              </a:rPr>
              <a:t>for</a:t>
            </a:r>
            <a:r>
              <a:rPr sz="2150" spc="200" dirty="0">
                <a:latin typeface="Segoe UI"/>
                <a:cs typeface="Segoe UI"/>
              </a:rPr>
              <a:t> </a:t>
            </a:r>
            <a:r>
              <a:rPr sz="2150" spc="55" dirty="0">
                <a:latin typeface="Segoe UI"/>
                <a:cs typeface="Segoe UI"/>
              </a:rPr>
              <a:t>future</a:t>
            </a:r>
            <a:r>
              <a:rPr sz="2150" spc="195" dirty="0">
                <a:latin typeface="Segoe UI"/>
                <a:cs typeface="Segoe UI"/>
              </a:rPr>
              <a:t> </a:t>
            </a:r>
            <a:r>
              <a:rPr sz="2150" spc="60" dirty="0">
                <a:latin typeface="Segoe UI"/>
                <a:cs typeface="Segoe UI"/>
              </a:rPr>
              <a:t>improvements.</a:t>
            </a:r>
            <a:endParaRPr sz="2150">
              <a:latin typeface="Segoe UI"/>
              <a:cs typeface="Segoe UI"/>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30480" rIns="0" bIns="0" rtlCol="0">
            <a:spAutoFit/>
          </a:bodyPr>
          <a:lstStyle/>
          <a:p>
            <a:pPr marL="12700">
              <a:lnSpc>
                <a:spcPct val="100000"/>
              </a:lnSpc>
              <a:spcBef>
                <a:spcPts val="240"/>
              </a:spcBef>
            </a:pPr>
            <a:r>
              <a:rPr spc="-25" dirty="0"/>
              <a:t>46</a:t>
            </a:r>
          </a:p>
        </p:txBody>
      </p:sp>
      <p:sp>
        <p:nvSpPr>
          <p:cNvPr id="2" name="object 2"/>
          <p:cNvSpPr txBox="1"/>
          <p:nvPr/>
        </p:nvSpPr>
        <p:spPr>
          <a:xfrm>
            <a:off x="735012" y="880744"/>
            <a:ext cx="10715625" cy="2520950"/>
          </a:xfrm>
          <a:prstGeom prst="rect">
            <a:avLst/>
          </a:prstGeom>
        </p:spPr>
        <p:txBody>
          <a:bodyPr vert="horz" wrap="square" lIns="0" tIns="15875" rIns="0" bIns="0" rtlCol="0">
            <a:spAutoFit/>
          </a:bodyPr>
          <a:lstStyle/>
          <a:p>
            <a:pPr marL="12700" marR="5080" algn="just">
              <a:lnSpc>
                <a:spcPct val="126699"/>
              </a:lnSpc>
              <a:spcBef>
                <a:spcPts val="125"/>
              </a:spcBef>
            </a:pPr>
            <a:r>
              <a:rPr sz="2150" dirty="0">
                <a:latin typeface="Segoe UI"/>
                <a:cs typeface="Segoe UI"/>
              </a:rPr>
              <a:t>A</a:t>
            </a:r>
            <a:r>
              <a:rPr sz="2150" spc="505" dirty="0">
                <a:latin typeface="Segoe UI"/>
                <a:cs typeface="Segoe UI"/>
              </a:rPr>
              <a:t> </a:t>
            </a:r>
            <a:r>
              <a:rPr sz="2150" spc="65" dirty="0">
                <a:latin typeface="Segoe UI"/>
                <a:cs typeface="Segoe UI"/>
              </a:rPr>
              <a:t>comprehensive</a:t>
            </a:r>
            <a:r>
              <a:rPr sz="2150" spc="475" dirty="0">
                <a:latin typeface="Segoe UI"/>
                <a:cs typeface="Segoe UI"/>
              </a:rPr>
              <a:t> </a:t>
            </a:r>
            <a:r>
              <a:rPr sz="2150" spc="50" dirty="0">
                <a:latin typeface="Segoe UI"/>
                <a:cs typeface="Segoe UI"/>
              </a:rPr>
              <a:t>risk</a:t>
            </a:r>
            <a:r>
              <a:rPr sz="2150" spc="450" dirty="0">
                <a:latin typeface="Segoe UI"/>
                <a:cs typeface="Segoe UI"/>
              </a:rPr>
              <a:t> </a:t>
            </a:r>
            <a:r>
              <a:rPr sz="2150" spc="65" dirty="0">
                <a:latin typeface="Segoe UI"/>
                <a:cs typeface="Segoe UI"/>
              </a:rPr>
              <a:t>management</a:t>
            </a:r>
            <a:r>
              <a:rPr sz="2150" spc="500" dirty="0">
                <a:latin typeface="Segoe UI"/>
                <a:cs typeface="Segoe UI"/>
              </a:rPr>
              <a:t> </a:t>
            </a:r>
            <a:r>
              <a:rPr sz="2150" spc="60" dirty="0">
                <a:latin typeface="Segoe UI"/>
                <a:cs typeface="Segoe UI"/>
              </a:rPr>
              <a:t>plan</a:t>
            </a:r>
            <a:r>
              <a:rPr sz="2150" spc="450" dirty="0">
                <a:latin typeface="Segoe UI"/>
                <a:cs typeface="Segoe UI"/>
              </a:rPr>
              <a:t> </a:t>
            </a:r>
            <a:r>
              <a:rPr sz="2150" spc="50" dirty="0">
                <a:latin typeface="Segoe UI"/>
                <a:cs typeface="Segoe UI"/>
              </a:rPr>
              <a:t>has</a:t>
            </a:r>
            <a:r>
              <a:rPr sz="2150" spc="459" dirty="0">
                <a:latin typeface="Segoe UI"/>
                <a:cs typeface="Segoe UI"/>
              </a:rPr>
              <a:t> </a:t>
            </a:r>
            <a:r>
              <a:rPr sz="2150" spc="55" dirty="0">
                <a:latin typeface="Segoe UI"/>
                <a:cs typeface="Segoe UI"/>
              </a:rPr>
              <a:t>been</a:t>
            </a:r>
            <a:r>
              <a:rPr sz="2150" spc="450" dirty="0">
                <a:latin typeface="Segoe UI"/>
                <a:cs typeface="Segoe UI"/>
              </a:rPr>
              <a:t> </a:t>
            </a:r>
            <a:r>
              <a:rPr sz="2150" spc="65" dirty="0">
                <a:latin typeface="Segoe UI"/>
                <a:cs typeface="Segoe UI"/>
              </a:rPr>
              <a:t>established</a:t>
            </a:r>
            <a:r>
              <a:rPr sz="2150" spc="480" dirty="0">
                <a:latin typeface="Segoe UI"/>
                <a:cs typeface="Segoe UI"/>
              </a:rPr>
              <a:t> </a:t>
            </a:r>
            <a:r>
              <a:rPr sz="2150" dirty="0">
                <a:latin typeface="Segoe UI"/>
                <a:cs typeface="Segoe UI"/>
              </a:rPr>
              <a:t>to</a:t>
            </a:r>
            <a:r>
              <a:rPr sz="2150" spc="484" dirty="0">
                <a:latin typeface="Segoe UI"/>
                <a:cs typeface="Segoe UI"/>
              </a:rPr>
              <a:t> </a:t>
            </a:r>
            <a:r>
              <a:rPr sz="2150" spc="70" dirty="0">
                <a:latin typeface="Segoe UI"/>
                <a:cs typeface="Segoe UI"/>
              </a:rPr>
              <a:t>anticipate</a:t>
            </a:r>
            <a:r>
              <a:rPr sz="2150" spc="470" dirty="0">
                <a:latin typeface="Segoe UI"/>
                <a:cs typeface="Segoe UI"/>
              </a:rPr>
              <a:t> </a:t>
            </a:r>
            <a:r>
              <a:rPr sz="2150" spc="25" dirty="0">
                <a:latin typeface="Segoe UI"/>
                <a:cs typeface="Segoe UI"/>
              </a:rPr>
              <a:t>and </a:t>
            </a:r>
            <a:r>
              <a:rPr sz="2150" spc="70" dirty="0">
                <a:latin typeface="Segoe UI"/>
                <a:cs typeface="Segoe UI"/>
              </a:rPr>
              <a:t>mitigate</a:t>
            </a:r>
            <a:r>
              <a:rPr sz="2150" spc="45" dirty="0">
                <a:latin typeface="Segoe UI"/>
                <a:cs typeface="Segoe UI"/>
              </a:rPr>
              <a:t>  </a:t>
            </a:r>
            <a:r>
              <a:rPr sz="2150" spc="65" dirty="0">
                <a:latin typeface="Segoe UI"/>
                <a:cs typeface="Segoe UI"/>
              </a:rPr>
              <a:t>potential</a:t>
            </a:r>
            <a:r>
              <a:rPr sz="2150" spc="70" dirty="0">
                <a:latin typeface="Segoe UI"/>
                <a:cs typeface="Segoe UI"/>
              </a:rPr>
              <a:t>  </a:t>
            </a:r>
            <a:r>
              <a:rPr sz="2150" spc="60" dirty="0">
                <a:latin typeface="Segoe UI"/>
                <a:cs typeface="Segoe UI"/>
              </a:rPr>
              <a:t>challenges.</a:t>
            </a:r>
            <a:r>
              <a:rPr sz="2150" spc="55" dirty="0">
                <a:latin typeface="Segoe UI"/>
                <a:cs typeface="Segoe UI"/>
              </a:rPr>
              <a:t>  </a:t>
            </a:r>
            <a:r>
              <a:rPr sz="2150" spc="65" dirty="0">
                <a:latin typeface="Segoe UI"/>
                <a:cs typeface="Segoe UI"/>
              </a:rPr>
              <a:t>Development</a:t>
            </a:r>
            <a:r>
              <a:rPr sz="2150" spc="75" dirty="0">
                <a:latin typeface="Segoe UI"/>
                <a:cs typeface="Segoe UI"/>
              </a:rPr>
              <a:t>  </a:t>
            </a:r>
            <a:r>
              <a:rPr sz="2150" spc="65" dirty="0">
                <a:latin typeface="Segoe UI"/>
                <a:cs typeface="Segoe UI"/>
              </a:rPr>
              <a:t>delays</a:t>
            </a:r>
            <a:r>
              <a:rPr sz="2150" spc="50" dirty="0">
                <a:latin typeface="Segoe UI"/>
                <a:cs typeface="Segoe UI"/>
              </a:rPr>
              <a:t>  </a:t>
            </a:r>
            <a:r>
              <a:rPr sz="2150" spc="55" dirty="0">
                <a:latin typeface="Segoe UI"/>
                <a:cs typeface="Segoe UI"/>
              </a:rPr>
              <a:t>are</a:t>
            </a:r>
            <a:r>
              <a:rPr sz="2150" spc="65" dirty="0">
                <a:latin typeface="Segoe UI"/>
                <a:cs typeface="Segoe UI"/>
              </a:rPr>
              <a:t>  </a:t>
            </a:r>
            <a:r>
              <a:rPr sz="2150" spc="60" dirty="0">
                <a:latin typeface="Segoe UI"/>
                <a:cs typeface="Segoe UI"/>
              </a:rPr>
              <a:t>addressed</a:t>
            </a:r>
            <a:r>
              <a:rPr sz="2150" spc="65" dirty="0">
                <a:latin typeface="Segoe UI"/>
                <a:cs typeface="Segoe UI"/>
              </a:rPr>
              <a:t>  </a:t>
            </a:r>
            <a:r>
              <a:rPr sz="2150" dirty="0">
                <a:latin typeface="Segoe UI"/>
                <a:cs typeface="Segoe UI"/>
              </a:rPr>
              <a:t>by</a:t>
            </a:r>
            <a:r>
              <a:rPr sz="2150" spc="65" dirty="0">
                <a:latin typeface="Segoe UI"/>
                <a:cs typeface="Segoe UI"/>
              </a:rPr>
              <a:t>  </a:t>
            </a:r>
            <a:r>
              <a:rPr sz="2150" spc="55" dirty="0">
                <a:latin typeface="Segoe UI"/>
                <a:cs typeface="Segoe UI"/>
              </a:rPr>
              <a:t>adopting </a:t>
            </a:r>
            <a:r>
              <a:rPr sz="2150" spc="60" dirty="0">
                <a:latin typeface="Segoe UI"/>
                <a:cs typeface="Segoe UI"/>
              </a:rPr>
              <a:t>agile</a:t>
            </a:r>
            <a:r>
              <a:rPr sz="2150" spc="335" dirty="0">
                <a:latin typeface="Segoe UI"/>
                <a:cs typeface="Segoe UI"/>
              </a:rPr>
              <a:t>  </a:t>
            </a:r>
            <a:r>
              <a:rPr sz="2150" spc="70" dirty="0">
                <a:latin typeface="Segoe UI"/>
                <a:cs typeface="Segoe UI"/>
              </a:rPr>
              <a:t>methodologies</a:t>
            </a:r>
            <a:r>
              <a:rPr sz="2150" spc="340" dirty="0">
                <a:latin typeface="Segoe UI"/>
                <a:cs typeface="Segoe UI"/>
              </a:rPr>
              <a:t>  </a:t>
            </a:r>
            <a:r>
              <a:rPr sz="2150" spc="50" dirty="0">
                <a:latin typeface="Segoe UI"/>
                <a:cs typeface="Segoe UI"/>
              </a:rPr>
              <a:t>and</a:t>
            </a:r>
            <a:r>
              <a:rPr sz="2150" spc="345" dirty="0">
                <a:latin typeface="Segoe UI"/>
                <a:cs typeface="Segoe UI"/>
              </a:rPr>
              <a:t>  </a:t>
            </a:r>
            <a:r>
              <a:rPr sz="2150" spc="55" dirty="0">
                <a:latin typeface="Segoe UI"/>
                <a:cs typeface="Segoe UI"/>
              </a:rPr>
              <a:t>conducting</a:t>
            </a:r>
            <a:r>
              <a:rPr sz="2150" spc="345" dirty="0">
                <a:latin typeface="Segoe UI"/>
                <a:cs typeface="Segoe UI"/>
              </a:rPr>
              <a:t>  </a:t>
            </a:r>
            <a:r>
              <a:rPr sz="2150" spc="60" dirty="0">
                <a:latin typeface="Segoe UI"/>
                <a:cs typeface="Segoe UI"/>
              </a:rPr>
              <a:t>regular</a:t>
            </a:r>
            <a:r>
              <a:rPr sz="2150" spc="350" dirty="0">
                <a:latin typeface="Segoe UI"/>
                <a:cs typeface="Segoe UI"/>
              </a:rPr>
              <a:t>  </a:t>
            </a:r>
            <a:r>
              <a:rPr sz="2150" spc="60" dirty="0">
                <a:latin typeface="Segoe UI"/>
                <a:cs typeface="Segoe UI"/>
              </a:rPr>
              <a:t>progress</a:t>
            </a:r>
            <a:r>
              <a:rPr sz="2150" spc="340" dirty="0">
                <a:latin typeface="Segoe UI"/>
                <a:cs typeface="Segoe UI"/>
              </a:rPr>
              <a:t>  </a:t>
            </a:r>
            <a:r>
              <a:rPr sz="2150" spc="65" dirty="0">
                <a:latin typeface="Segoe UI"/>
                <a:cs typeface="Segoe UI"/>
              </a:rPr>
              <a:t>meetings</a:t>
            </a:r>
            <a:r>
              <a:rPr sz="2150" spc="335" dirty="0">
                <a:latin typeface="Segoe UI"/>
                <a:cs typeface="Segoe UI"/>
              </a:rPr>
              <a:t>  </a:t>
            </a:r>
            <a:r>
              <a:rPr sz="2150" dirty="0">
                <a:latin typeface="Segoe UI"/>
                <a:cs typeface="Segoe UI"/>
              </a:rPr>
              <a:t>to</a:t>
            </a:r>
            <a:r>
              <a:rPr sz="2150" spc="355" dirty="0">
                <a:latin typeface="Segoe UI"/>
                <a:cs typeface="Segoe UI"/>
              </a:rPr>
              <a:t>  </a:t>
            </a:r>
            <a:r>
              <a:rPr sz="2150" spc="40" dirty="0">
                <a:latin typeface="Segoe UI"/>
                <a:cs typeface="Segoe UI"/>
              </a:rPr>
              <a:t>ensure </a:t>
            </a:r>
            <a:r>
              <a:rPr sz="2150" spc="55" dirty="0">
                <a:latin typeface="Segoe UI"/>
                <a:cs typeface="Segoe UI"/>
              </a:rPr>
              <a:t>continuous</a:t>
            </a:r>
            <a:r>
              <a:rPr sz="2150" spc="229" dirty="0">
                <a:latin typeface="Segoe UI"/>
                <a:cs typeface="Segoe UI"/>
              </a:rPr>
              <a:t> </a:t>
            </a:r>
            <a:r>
              <a:rPr sz="2150" spc="65" dirty="0">
                <a:latin typeface="Segoe UI"/>
                <a:cs typeface="Segoe UI"/>
              </a:rPr>
              <a:t>momentum.</a:t>
            </a:r>
            <a:r>
              <a:rPr sz="2150" spc="240" dirty="0">
                <a:latin typeface="Segoe UI"/>
                <a:cs typeface="Segoe UI"/>
              </a:rPr>
              <a:t> </a:t>
            </a:r>
            <a:r>
              <a:rPr sz="2150" spc="60" dirty="0">
                <a:latin typeface="Segoe UI"/>
                <a:cs typeface="Segoe UI"/>
              </a:rPr>
              <a:t>Budget</a:t>
            </a:r>
            <a:r>
              <a:rPr sz="2150" spc="280" dirty="0">
                <a:latin typeface="Segoe UI"/>
                <a:cs typeface="Segoe UI"/>
              </a:rPr>
              <a:t> </a:t>
            </a:r>
            <a:r>
              <a:rPr sz="2150" spc="60" dirty="0">
                <a:latin typeface="Segoe UI"/>
                <a:cs typeface="Segoe UI"/>
              </a:rPr>
              <a:t>overruns</a:t>
            </a:r>
            <a:r>
              <a:rPr sz="2150" spc="240" dirty="0">
                <a:latin typeface="Segoe UI"/>
                <a:cs typeface="Segoe UI"/>
              </a:rPr>
              <a:t> </a:t>
            </a:r>
            <a:r>
              <a:rPr sz="2150" spc="55" dirty="0">
                <a:latin typeface="Segoe UI"/>
                <a:cs typeface="Segoe UI"/>
              </a:rPr>
              <a:t>are</a:t>
            </a:r>
            <a:r>
              <a:rPr sz="2150" spc="250" dirty="0">
                <a:latin typeface="Segoe UI"/>
                <a:cs typeface="Segoe UI"/>
              </a:rPr>
              <a:t> </a:t>
            </a:r>
            <a:r>
              <a:rPr sz="2150" spc="60" dirty="0">
                <a:latin typeface="Segoe UI"/>
                <a:cs typeface="Segoe UI"/>
              </a:rPr>
              <a:t>controlled</a:t>
            </a:r>
            <a:r>
              <a:rPr sz="2150" spc="254" dirty="0">
                <a:latin typeface="Segoe UI"/>
                <a:cs typeface="Segoe UI"/>
              </a:rPr>
              <a:t> </a:t>
            </a:r>
            <a:r>
              <a:rPr sz="2150" spc="60" dirty="0">
                <a:latin typeface="Segoe UI"/>
                <a:cs typeface="Segoe UI"/>
              </a:rPr>
              <a:t>through</a:t>
            </a:r>
            <a:r>
              <a:rPr sz="2150" spc="235" dirty="0">
                <a:latin typeface="Segoe UI"/>
                <a:cs typeface="Segoe UI"/>
              </a:rPr>
              <a:t> </a:t>
            </a:r>
            <a:r>
              <a:rPr sz="2150" spc="50" dirty="0">
                <a:latin typeface="Segoe UI"/>
                <a:cs typeface="Segoe UI"/>
              </a:rPr>
              <a:t>close</a:t>
            </a:r>
            <a:r>
              <a:rPr sz="2150" spc="250" dirty="0">
                <a:latin typeface="Segoe UI"/>
                <a:cs typeface="Segoe UI"/>
              </a:rPr>
              <a:t> </a:t>
            </a:r>
            <a:r>
              <a:rPr sz="2150" spc="55" dirty="0">
                <a:latin typeface="Segoe UI"/>
                <a:cs typeface="Segoe UI"/>
              </a:rPr>
              <a:t>monitoring </a:t>
            </a:r>
            <a:r>
              <a:rPr sz="2150" dirty="0">
                <a:latin typeface="Segoe UI"/>
                <a:cs typeface="Segoe UI"/>
              </a:rPr>
              <a:t>of</a:t>
            </a:r>
            <a:r>
              <a:rPr sz="2150" spc="120" dirty="0">
                <a:latin typeface="Segoe UI"/>
                <a:cs typeface="Segoe UI"/>
              </a:rPr>
              <a:t>  </a:t>
            </a:r>
            <a:r>
              <a:rPr sz="2150" spc="55" dirty="0">
                <a:latin typeface="Segoe UI"/>
                <a:cs typeface="Segoe UI"/>
              </a:rPr>
              <a:t>expenses</a:t>
            </a:r>
            <a:r>
              <a:rPr sz="2150" spc="110" dirty="0">
                <a:latin typeface="Segoe UI"/>
                <a:cs typeface="Segoe UI"/>
              </a:rPr>
              <a:t>  </a:t>
            </a:r>
            <a:r>
              <a:rPr sz="2150" spc="50" dirty="0">
                <a:latin typeface="Segoe UI"/>
                <a:cs typeface="Segoe UI"/>
              </a:rPr>
              <a:t>and</a:t>
            </a:r>
            <a:r>
              <a:rPr sz="2150" spc="120" dirty="0">
                <a:latin typeface="Segoe UI"/>
                <a:cs typeface="Segoe UI"/>
              </a:rPr>
              <a:t>  </a:t>
            </a:r>
            <a:r>
              <a:rPr sz="2150" spc="65" dirty="0">
                <a:latin typeface="Segoe UI"/>
                <a:cs typeface="Segoe UI"/>
              </a:rPr>
              <a:t>maintaining</a:t>
            </a:r>
            <a:r>
              <a:rPr sz="2150" spc="120" dirty="0">
                <a:latin typeface="Segoe UI"/>
                <a:cs typeface="Segoe UI"/>
              </a:rPr>
              <a:t>  </a:t>
            </a:r>
            <a:r>
              <a:rPr sz="2150" dirty="0">
                <a:latin typeface="Segoe UI"/>
                <a:cs typeface="Segoe UI"/>
              </a:rPr>
              <a:t>a</a:t>
            </a:r>
            <a:r>
              <a:rPr sz="2150" spc="130" dirty="0">
                <a:latin typeface="Segoe UI"/>
                <a:cs typeface="Segoe UI"/>
              </a:rPr>
              <a:t>  </a:t>
            </a:r>
            <a:r>
              <a:rPr sz="2150" spc="60" dirty="0">
                <a:latin typeface="Segoe UI"/>
                <a:cs typeface="Segoe UI"/>
              </a:rPr>
              <a:t>contingency</a:t>
            </a:r>
            <a:r>
              <a:rPr sz="2150" spc="120" dirty="0">
                <a:latin typeface="Segoe UI"/>
                <a:cs typeface="Segoe UI"/>
              </a:rPr>
              <a:t>  </a:t>
            </a:r>
            <a:r>
              <a:rPr sz="2150" spc="50" dirty="0">
                <a:latin typeface="Segoe UI"/>
                <a:cs typeface="Segoe UI"/>
              </a:rPr>
              <a:t>fund.</a:t>
            </a:r>
            <a:r>
              <a:rPr sz="2150" spc="110" dirty="0">
                <a:latin typeface="Segoe UI"/>
                <a:cs typeface="Segoe UI"/>
              </a:rPr>
              <a:t>  </a:t>
            </a:r>
            <a:r>
              <a:rPr sz="2150" spc="75" dirty="0">
                <a:latin typeface="Segoe UI"/>
                <a:cs typeface="Segoe UI"/>
              </a:rPr>
              <a:t>Compatibility</a:t>
            </a:r>
            <a:r>
              <a:rPr sz="2150" spc="125" dirty="0">
                <a:latin typeface="Segoe UI"/>
                <a:cs typeface="Segoe UI"/>
              </a:rPr>
              <a:t>  </a:t>
            </a:r>
            <a:r>
              <a:rPr sz="2150" spc="50" dirty="0">
                <a:latin typeface="Segoe UI"/>
                <a:cs typeface="Segoe UI"/>
              </a:rPr>
              <a:t>issues</a:t>
            </a:r>
            <a:r>
              <a:rPr sz="2150" spc="110" dirty="0">
                <a:latin typeface="Segoe UI"/>
                <a:cs typeface="Segoe UI"/>
              </a:rPr>
              <a:t>  </a:t>
            </a:r>
            <a:r>
              <a:rPr sz="2150" spc="45" dirty="0">
                <a:latin typeface="Segoe UI"/>
                <a:cs typeface="Segoe UI"/>
              </a:rPr>
              <a:t>across </a:t>
            </a:r>
            <a:r>
              <a:rPr sz="2150" spc="60" dirty="0">
                <a:latin typeface="Segoe UI"/>
                <a:cs typeface="Segoe UI"/>
              </a:rPr>
              <a:t>different</a:t>
            </a:r>
            <a:r>
              <a:rPr sz="2150" spc="5" dirty="0">
                <a:latin typeface="Segoe UI"/>
                <a:cs typeface="Segoe UI"/>
              </a:rPr>
              <a:t>  </a:t>
            </a:r>
            <a:r>
              <a:rPr sz="2150" spc="60" dirty="0">
                <a:latin typeface="Segoe UI"/>
                <a:cs typeface="Segoe UI"/>
              </a:rPr>
              <a:t>devices</a:t>
            </a:r>
            <a:r>
              <a:rPr sz="2150" spc="-15" dirty="0">
                <a:latin typeface="Segoe UI"/>
                <a:cs typeface="Segoe UI"/>
              </a:rPr>
              <a:t>  </a:t>
            </a:r>
            <a:r>
              <a:rPr sz="2150" spc="50" dirty="0">
                <a:latin typeface="Segoe UI"/>
                <a:cs typeface="Segoe UI"/>
              </a:rPr>
              <a:t>and</a:t>
            </a:r>
            <a:r>
              <a:rPr sz="2150" spc="-5" dirty="0">
                <a:latin typeface="Segoe UI"/>
                <a:cs typeface="Segoe UI"/>
              </a:rPr>
              <a:t>  </a:t>
            </a:r>
            <a:r>
              <a:rPr sz="2150" spc="65" dirty="0">
                <a:latin typeface="Segoe UI"/>
                <a:cs typeface="Segoe UI"/>
              </a:rPr>
              <a:t>operating</a:t>
            </a:r>
            <a:r>
              <a:rPr sz="2150" spc="-5" dirty="0">
                <a:latin typeface="Segoe UI"/>
                <a:cs typeface="Segoe UI"/>
              </a:rPr>
              <a:t>  </a:t>
            </a:r>
            <a:r>
              <a:rPr sz="2150" spc="65" dirty="0">
                <a:latin typeface="Segoe UI"/>
                <a:cs typeface="Segoe UI"/>
              </a:rPr>
              <a:t>systems</a:t>
            </a:r>
            <a:r>
              <a:rPr sz="2150" spc="-20" dirty="0">
                <a:latin typeface="Segoe UI"/>
                <a:cs typeface="Segoe UI"/>
              </a:rPr>
              <a:t>  </a:t>
            </a:r>
            <a:r>
              <a:rPr sz="2150" spc="55" dirty="0">
                <a:latin typeface="Segoe UI"/>
                <a:cs typeface="Segoe UI"/>
              </a:rPr>
              <a:t>are</a:t>
            </a:r>
            <a:r>
              <a:rPr sz="2150" spc="-10" dirty="0">
                <a:latin typeface="Segoe UI"/>
                <a:cs typeface="Segoe UI"/>
              </a:rPr>
              <a:t>  </a:t>
            </a:r>
            <a:r>
              <a:rPr sz="2150" spc="70" dirty="0">
                <a:latin typeface="Segoe UI"/>
                <a:cs typeface="Segoe UI"/>
              </a:rPr>
              <a:t>mitigated</a:t>
            </a:r>
            <a:r>
              <a:rPr sz="2150" spc="-5" dirty="0">
                <a:latin typeface="Segoe UI"/>
                <a:cs typeface="Segoe UI"/>
              </a:rPr>
              <a:t>  </a:t>
            </a:r>
            <a:r>
              <a:rPr sz="2150" dirty="0">
                <a:latin typeface="Segoe UI"/>
                <a:cs typeface="Segoe UI"/>
              </a:rPr>
              <a:t>by</a:t>
            </a:r>
            <a:r>
              <a:rPr sz="2150" spc="-5" dirty="0">
                <a:latin typeface="Segoe UI"/>
                <a:cs typeface="Segoe UI"/>
              </a:rPr>
              <a:t>  </a:t>
            </a:r>
            <a:r>
              <a:rPr sz="2150" spc="55" dirty="0">
                <a:latin typeface="Segoe UI"/>
                <a:cs typeface="Segoe UI"/>
              </a:rPr>
              <a:t>conducting</a:t>
            </a:r>
            <a:r>
              <a:rPr sz="2150" spc="-5" dirty="0">
                <a:latin typeface="Segoe UI"/>
                <a:cs typeface="Segoe UI"/>
              </a:rPr>
              <a:t>  </a:t>
            </a:r>
            <a:r>
              <a:rPr sz="2150" spc="50" dirty="0">
                <a:latin typeface="Segoe UI"/>
                <a:cs typeface="Segoe UI"/>
              </a:rPr>
              <a:t>extensive</a:t>
            </a:r>
            <a:endParaRPr sz="2150">
              <a:latin typeface="Segoe UI"/>
              <a:cs typeface="Segoe UI"/>
            </a:endParaRPr>
          </a:p>
        </p:txBody>
      </p:sp>
      <p:sp>
        <p:nvSpPr>
          <p:cNvPr id="3" name="object 3"/>
          <p:cNvSpPr txBox="1"/>
          <p:nvPr/>
        </p:nvSpPr>
        <p:spPr>
          <a:xfrm>
            <a:off x="735012" y="3873500"/>
            <a:ext cx="7415530" cy="356870"/>
          </a:xfrm>
          <a:prstGeom prst="rect">
            <a:avLst/>
          </a:prstGeom>
        </p:spPr>
        <p:txBody>
          <a:bodyPr vert="horz" wrap="square" lIns="0" tIns="15875" rIns="0" bIns="0" rtlCol="0">
            <a:spAutoFit/>
          </a:bodyPr>
          <a:lstStyle/>
          <a:p>
            <a:pPr marL="12700">
              <a:lnSpc>
                <a:spcPct val="100000"/>
              </a:lnSpc>
              <a:spcBef>
                <a:spcPts val="125"/>
              </a:spcBef>
              <a:tabLst>
                <a:tab pos="1731645" algn="l"/>
                <a:tab pos="3002915" algn="l"/>
                <a:tab pos="4131945" algn="l"/>
                <a:tab pos="4888865" algn="l"/>
                <a:tab pos="6313170" algn="l"/>
                <a:tab pos="6860540" algn="l"/>
              </a:tabLst>
            </a:pPr>
            <a:r>
              <a:rPr sz="2150" spc="45" dirty="0">
                <a:latin typeface="Segoe UI"/>
                <a:cs typeface="Segoe UI"/>
              </a:rPr>
              <a:t>conducting</a:t>
            </a:r>
            <a:r>
              <a:rPr sz="2150" dirty="0">
                <a:latin typeface="Segoe UI"/>
                <a:cs typeface="Segoe UI"/>
              </a:rPr>
              <a:t>	</a:t>
            </a:r>
            <a:r>
              <a:rPr sz="2150" spc="45" dirty="0">
                <a:latin typeface="Segoe UI"/>
                <a:cs typeface="Segoe UI"/>
              </a:rPr>
              <a:t>security</a:t>
            </a:r>
            <a:r>
              <a:rPr sz="2150" dirty="0">
                <a:latin typeface="Segoe UI"/>
                <a:cs typeface="Segoe UI"/>
              </a:rPr>
              <a:t>	</a:t>
            </a:r>
            <a:r>
              <a:rPr sz="2150" spc="50" dirty="0">
                <a:latin typeface="Segoe UI"/>
                <a:cs typeface="Segoe UI"/>
              </a:rPr>
              <a:t>audits,</a:t>
            </a:r>
            <a:r>
              <a:rPr sz="2150" dirty="0">
                <a:latin typeface="Segoe UI"/>
                <a:cs typeface="Segoe UI"/>
              </a:rPr>
              <a:t>	</a:t>
            </a:r>
            <a:r>
              <a:rPr sz="2150" spc="25" dirty="0">
                <a:latin typeface="Segoe UI"/>
                <a:cs typeface="Segoe UI"/>
              </a:rPr>
              <a:t>and</a:t>
            </a:r>
            <a:r>
              <a:rPr sz="2150" dirty="0">
                <a:latin typeface="Segoe UI"/>
                <a:cs typeface="Segoe UI"/>
              </a:rPr>
              <a:t>	</a:t>
            </a:r>
            <a:r>
              <a:rPr sz="2150" spc="50" dirty="0">
                <a:latin typeface="Segoe UI"/>
                <a:cs typeface="Segoe UI"/>
              </a:rPr>
              <a:t>adhering</a:t>
            </a:r>
            <a:r>
              <a:rPr sz="2150" dirty="0">
                <a:latin typeface="Segoe UI"/>
                <a:cs typeface="Segoe UI"/>
              </a:rPr>
              <a:t>	</a:t>
            </a:r>
            <a:r>
              <a:rPr sz="2150" spc="-25" dirty="0">
                <a:latin typeface="Segoe UI"/>
                <a:cs typeface="Segoe UI"/>
              </a:rPr>
              <a:t>to</a:t>
            </a:r>
            <a:r>
              <a:rPr sz="2150" dirty="0">
                <a:latin typeface="Segoe UI"/>
                <a:cs typeface="Segoe UI"/>
              </a:rPr>
              <a:t>	</a:t>
            </a:r>
            <a:r>
              <a:rPr sz="2150" spc="35" dirty="0">
                <a:latin typeface="Segoe UI"/>
                <a:cs typeface="Segoe UI"/>
              </a:rPr>
              <a:t>best</a:t>
            </a:r>
            <a:endParaRPr sz="2150">
              <a:latin typeface="Segoe UI"/>
              <a:cs typeface="Segoe UI"/>
            </a:endParaRPr>
          </a:p>
        </p:txBody>
      </p:sp>
      <p:sp>
        <p:nvSpPr>
          <p:cNvPr id="4" name="object 4"/>
          <p:cNvSpPr txBox="1"/>
          <p:nvPr/>
        </p:nvSpPr>
        <p:spPr>
          <a:xfrm>
            <a:off x="735012" y="3366769"/>
            <a:ext cx="9001125" cy="863600"/>
          </a:xfrm>
          <a:prstGeom prst="rect">
            <a:avLst/>
          </a:prstGeom>
        </p:spPr>
        <p:txBody>
          <a:bodyPr vert="horz" wrap="square" lIns="0" tIns="103505" rIns="0" bIns="0" rtlCol="0">
            <a:spAutoFit/>
          </a:bodyPr>
          <a:lstStyle/>
          <a:p>
            <a:pPr marR="5080" algn="r">
              <a:lnSpc>
                <a:spcPct val="100000"/>
              </a:lnSpc>
              <a:spcBef>
                <a:spcPts val="815"/>
              </a:spcBef>
              <a:tabLst>
                <a:tab pos="1226185" algn="l"/>
                <a:tab pos="2099945" algn="l"/>
                <a:tab pos="3364229" algn="l"/>
                <a:tab pos="4780915" algn="l"/>
                <a:tab pos="5455285" algn="l"/>
                <a:tab pos="7033895" algn="l"/>
                <a:tab pos="7612380" algn="l"/>
              </a:tabLst>
            </a:pPr>
            <a:r>
              <a:rPr sz="2150" spc="50" dirty="0">
                <a:latin typeface="Segoe UI"/>
                <a:cs typeface="Segoe UI"/>
              </a:rPr>
              <a:t>testing.</a:t>
            </a:r>
            <a:r>
              <a:rPr sz="2150" dirty="0">
                <a:latin typeface="Segoe UI"/>
                <a:cs typeface="Segoe UI"/>
              </a:rPr>
              <a:t>	</a:t>
            </a:r>
            <a:r>
              <a:rPr sz="2150" spc="35" dirty="0">
                <a:latin typeface="Segoe UI"/>
                <a:cs typeface="Segoe UI"/>
              </a:rPr>
              <a:t>Data</a:t>
            </a:r>
            <a:r>
              <a:rPr sz="2150" dirty="0">
                <a:latin typeface="Segoe UI"/>
                <a:cs typeface="Segoe UI"/>
              </a:rPr>
              <a:t>	</a:t>
            </a:r>
            <a:r>
              <a:rPr sz="2150" spc="45" dirty="0">
                <a:latin typeface="Segoe UI"/>
                <a:cs typeface="Segoe UI"/>
              </a:rPr>
              <a:t>security</a:t>
            </a:r>
            <a:r>
              <a:rPr sz="2150" dirty="0">
                <a:latin typeface="Segoe UI"/>
                <a:cs typeface="Segoe UI"/>
              </a:rPr>
              <a:t>	</a:t>
            </a:r>
            <a:r>
              <a:rPr sz="2150" spc="50" dirty="0">
                <a:latin typeface="Segoe UI"/>
                <a:cs typeface="Segoe UI"/>
              </a:rPr>
              <a:t>breaches</a:t>
            </a:r>
            <a:r>
              <a:rPr sz="2150" dirty="0">
                <a:latin typeface="Segoe UI"/>
                <a:cs typeface="Segoe UI"/>
              </a:rPr>
              <a:t>	</a:t>
            </a:r>
            <a:r>
              <a:rPr sz="2150" spc="30" dirty="0">
                <a:latin typeface="Segoe UI"/>
                <a:cs typeface="Segoe UI"/>
              </a:rPr>
              <a:t>are</a:t>
            </a:r>
            <a:r>
              <a:rPr sz="2150" dirty="0">
                <a:latin typeface="Segoe UI"/>
                <a:cs typeface="Segoe UI"/>
              </a:rPr>
              <a:t>	</a:t>
            </a:r>
            <a:r>
              <a:rPr sz="2150" spc="55" dirty="0">
                <a:latin typeface="Segoe UI"/>
                <a:cs typeface="Segoe UI"/>
              </a:rPr>
              <a:t>prevented</a:t>
            </a:r>
            <a:r>
              <a:rPr sz="2150" dirty="0">
                <a:latin typeface="Segoe UI"/>
                <a:cs typeface="Segoe UI"/>
              </a:rPr>
              <a:t>	</a:t>
            </a:r>
            <a:r>
              <a:rPr sz="2150" spc="-25" dirty="0">
                <a:latin typeface="Segoe UI"/>
                <a:cs typeface="Segoe UI"/>
              </a:rPr>
              <a:t>by</a:t>
            </a:r>
            <a:r>
              <a:rPr sz="2150" dirty="0">
                <a:latin typeface="Segoe UI"/>
                <a:cs typeface="Segoe UI"/>
              </a:rPr>
              <a:t>	</a:t>
            </a:r>
            <a:r>
              <a:rPr sz="2150" spc="55" dirty="0">
                <a:latin typeface="Segoe UI"/>
                <a:cs typeface="Segoe UI"/>
              </a:rPr>
              <a:t>employing</a:t>
            </a:r>
            <a:endParaRPr sz="2150">
              <a:latin typeface="Segoe UI"/>
              <a:cs typeface="Segoe UI"/>
            </a:endParaRPr>
          </a:p>
          <a:p>
            <a:pPr marR="95885" algn="r">
              <a:lnSpc>
                <a:spcPct val="100000"/>
              </a:lnSpc>
              <a:spcBef>
                <a:spcPts val="720"/>
              </a:spcBef>
            </a:pPr>
            <a:r>
              <a:rPr sz="2150" spc="50" dirty="0">
                <a:latin typeface="Segoe UI"/>
                <a:cs typeface="Segoe UI"/>
              </a:rPr>
              <a:t>practices.</a:t>
            </a:r>
            <a:endParaRPr sz="2150">
              <a:latin typeface="Segoe UI"/>
              <a:cs typeface="Segoe UI"/>
            </a:endParaRPr>
          </a:p>
        </p:txBody>
      </p:sp>
      <p:sp>
        <p:nvSpPr>
          <p:cNvPr id="5" name="object 5"/>
          <p:cNvSpPr txBox="1"/>
          <p:nvPr/>
        </p:nvSpPr>
        <p:spPr>
          <a:xfrm>
            <a:off x="9898061" y="3366769"/>
            <a:ext cx="1552575" cy="863600"/>
          </a:xfrm>
          <a:prstGeom prst="rect">
            <a:avLst/>
          </a:prstGeom>
        </p:spPr>
        <p:txBody>
          <a:bodyPr vert="horz" wrap="square" lIns="0" tIns="12065" rIns="0" bIns="0" rtlCol="0">
            <a:spAutoFit/>
          </a:bodyPr>
          <a:lstStyle/>
          <a:p>
            <a:pPr marL="12700" marR="5080" indent="85725">
              <a:lnSpc>
                <a:spcPct val="127899"/>
              </a:lnSpc>
              <a:spcBef>
                <a:spcPts val="95"/>
              </a:spcBef>
            </a:pPr>
            <a:r>
              <a:rPr sz="2150" spc="50" dirty="0">
                <a:latin typeface="Segoe UI"/>
                <a:cs typeface="Segoe UI"/>
              </a:rPr>
              <a:t>encryption, </a:t>
            </a:r>
            <a:r>
              <a:rPr sz="2150" spc="45" dirty="0">
                <a:latin typeface="Segoe UI"/>
                <a:cs typeface="Segoe UI"/>
              </a:rPr>
              <a:t>Stakeholder</a:t>
            </a:r>
            <a:endParaRPr sz="2150">
              <a:latin typeface="Segoe UI"/>
              <a:cs typeface="Segoe UI"/>
            </a:endParaRPr>
          </a:p>
        </p:txBody>
      </p:sp>
      <p:sp>
        <p:nvSpPr>
          <p:cNvPr id="6" name="object 6"/>
          <p:cNvSpPr txBox="1"/>
          <p:nvPr/>
        </p:nvSpPr>
        <p:spPr>
          <a:xfrm>
            <a:off x="735012" y="4195444"/>
            <a:ext cx="10716895" cy="1692275"/>
          </a:xfrm>
          <a:prstGeom prst="rect">
            <a:avLst/>
          </a:prstGeom>
        </p:spPr>
        <p:txBody>
          <a:bodyPr vert="horz" wrap="square" lIns="0" tIns="15240" rIns="0" bIns="0" rtlCol="0">
            <a:spAutoFit/>
          </a:bodyPr>
          <a:lstStyle/>
          <a:p>
            <a:pPr marL="12700" marR="5080" algn="just">
              <a:lnSpc>
                <a:spcPct val="126899"/>
              </a:lnSpc>
              <a:spcBef>
                <a:spcPts val="120"/>
              </a:spcBef>
            </a:pPr>
            <a:r>
              <a:rPr sz="2150" spc="65" dirty="0">
                <a:latin typeface="Segoe UI"/>
                <a:cs typeface="Segoe UI"/>
              </a:rPr>
              <a:t>misalignment</a:t>
            </a:r>
            <a:r>
              <a:rPr sz="2150" spc="385" dirty="0">
                <a:latin typeface="Segoe UI"/>
                <a:cs typeface="Segoe UI"/>
              </a:rPr>
              <a:t> </a:t>
            </a:r>
            <a:r>
              <a:rPr sz="2150" dirty="0">
                <a:latin typeface="Segoe UI"/>
                <a:cs typeface="Segoe UI"/>
              </a:rPr>
              <a:t>is</a:t>
            </a:r>
            <a:r>
              <a:rPr sz="2150" spc="350" dirty="0">
                <a:latin typeface="Segoe UI"/>
                <a:cs typeface="Segoe UI"/>
              </a:rPr>
              <a:t> </a:t>
            </a:r>
            <a:r>
              <a:rPr sz="2150" spc="65" dirty="0">
                <a:latin typeface="Segoe UI"/>
                <a:cs typeface="Segoe UI"/>
              </a:rPr>
              <a:t>managed</a:t>
            </a:r>
            <a:r>
              <a:rPr sz="2150" spc="365" dirty="0">
                <a:latin typeface="Segoe UI"/>
                <a:cs typeface="Segoe UI"/>
              </a:rPr>
              <a:t> </a:t>
            </a:r>
            <a:r>
              <a:rPr sz="2150" spc="60" dirty="0">
                <a:latin typeface="Segoe UI"/>
                <a:cs typeface="Segoe UI"/>
              </a:rPr>
              <a:t>through</a:t>
            </a:r>
            <a:r>
              <a:rPr sz="2150" spc="340" dirty="0">
                <a:latin typeface="Segoe UI"/>
                <a:cs typeface="Segoe UI"/>
              </a:rPr>
              <a:t> </a:t>
            </a:r>
            <a:r>
              <a:rPr sz="2150" spc="60" dirty="0">
                <a:latin typeface="Segoe UI"/>
                <a:cs typeface="Segoe UI"/>
              </a:rPr>
              <a:t>regular</a:t>
            </a:r>
            <a:r>
              <a:rPr sz="2150" spc="365" dirty="0">
                <a:latin typeface="Segoe UI"/>
                <a:cs typeface="Segoe UI"/>
              </a:rPr>
              <a:t> </a:t>
            </a:r>
            <a:r>
              <a:rPr sz="2150" spc="65" dirty="0">
                <a:latin typeface="Segoe UI"/>
                <a:cs typeface="Segoe UI"/>
              </a:rPr>
              <a:t>updates</a:t>
            </a:r>
            <a:r>
              <a:rPr sz="2150" spc="345" dirty="0">
                <a:latin typeface="Segoe UI"/>
                <a:cs typeface="Segoe UI"/>
              </a:rPr>
              <a:t> </a:t>
            </a:r>
            <a:r>
              <a:rPr sz="2150" spc="50" dirty="0">
                <a:latin typeface="Segoe UI"/>
                <a:cs typeface="Segoe UI"/>
              </a:rPr>
              <a:t>and</a:t>
            </a:r>
            <a:r>
              <a:rPr sz="2150" spc="365" dirty="0">
                <a:latin typeface="Segoe UI"/>
                <a:cs typeface="Segoe UI"/>
              </a:rPr>
              <a:t> </a:t>
            </a:r>
            <a:r>
              <a:rPr sz="2150" spc="60" dirty="0">
                <a:latin typeface="Segoe UI"/>
                <a:cs typeface="Segoe UI"/>
              </a:rPr>
              <a:t>involving</a:t>
            </a:r>
            <a:r>
              <a:rPr sz="2150" spc="365" dirty="0">
                <a:latin typeface="Segoe UI"/>
                <a:cs typeface="Segoe UI"/>
              </a:rPr>
              <a:t> </a:t>
            </a:r>
            <a:r>
              <a:rPr sz="2150" spc="65" dirty="0">
                <a:latin typeface="Segoe UI"/>
                <a:cs typeface="Segoe UI"/>
              </a:rPr>
              <a:t>stakeholders</a:t>
            </a:r>
            <a:r>
              <a:rPr sz="2150" spc="350" dirty="0">
                <a:latin typeface="Segoe UI"/>
                <a:cs typeface="Segoe UI"/>
              </a:rPr>
              <a:t> </a:t>
            </a:r>
            <a:r>
              <a:rPr sz="2150" spc="-25" dirty="0">
                <a:latin typeface="Segoe UI"/>
                <a:cs typeface="Segoe UI"/>
              </a:rPr>
              <a:t>in </a:t>
            </a:r>
            <a:r>
              <a:rPr sz="2150" dirty="0">
                <a:latin typeface="Segoe UI"/>
                <a:cs typeface="Segoe UI"/>
              </a:rPr>
              <a:t>key</a:t>
            </a:r>
            <a:r>
              <a:rPr sz="2150" spc="15" dirty="0">
                <a:latin typeface="Segoe UI"/>
                <a:cs typeface="Segoe UI"/>
              </a:rPr>
              <a:t>  </a:t>
            </a:r>
            <a:r>
              <a:rPr sz="2150" spc="55" dirty="0">
                <a:latin typeface="Segoe UI"/>
                <a:cs typeface="Segoe UI"/>
              </a:rPr>
              <a:t>decisions</a:t>
            </a:r>
            <a:r>
              <a:rPr sz="2150" dirty="0">
                <a:latin typeface="Segoe UI"/>
                <a:cs typeface="Segoe UI"/>
              </a:rPr>
              <a:t>  to</a:t>
            </a:r>
            <a:r>
              <a:rPr sz="2150" spc="20" dirty="0">
                <a:latin typeface="Segoe UI"/>
                <a:cs typeface="Segoe UI"/>
              </a:rPr>
              <a:t>  </a:t>
            </a:r>
            <a:r>
              <a:rPr sz="2150" spc="70" dirty="0">
                <a:latin typeface="Segoe UI"/>
                <a:cs typeface="Segoe UI"/>
              </a:rPr>
              <a:t>maintain</a:t>
            </a:r>
            <a:r>
              <a:rPr sz="2150" dirty="0">
                <a:latin typeface="Segoe UI"/>
                <a:cs typeface="Segoe UI"/>
              </a:rPr>
              <a:t>  </a:t>
            </a:r>
            <a:r>
              <a:rPr sz="2150" spc="65" dirty="0">
                <a:latin typeface="Segoe UI"/>
                <a:cs typeface="Segoe UI"/>
              </a:rPr>
              <a:t>alignment.</a:t>
            </a:r>
            <a:r>
              <a:rPr sz="2150" spc="5" dirty="0">
                <a:latin typeface="Segoe UI"/>
                <a:cs typeface="Segoe UI"/>
              </a:rPr>
              <a:t>  </a:t>
            </a:r>
            <a:r>
              <a:rPr sz="2150" spc="55" dirty="0">
                <a:latin typeface="Segoe UI"/>
                <a:cs typeface="Segoe UI"/>
              </a:rPr>
              <a:t>User</a:t>
            </a:r>
            <a:r>
              <a:rPr sz="2150" spc="10" dirty="0">
                <a:latin typeface="Segoe UI"/>
                <a:cs typeface="Segoe UI"/>
              </a:rPr>
              <a:t>  </a:t>
            </a:r>
            <a:r>
              <a:rPr sz="2150" spc="60" dirty="0">
                <a:latin typeface="Segoe UI"/>
                <a:cs typeface="Segoe UI"/>
              </a:rPr>
              <a:t>resistance</a:t>
            </a:r>
            <a:r>
              <a:rPr sz="2150" spc="10" dirty="0">
                <a:latin typeface="Segoe UI"/>
                <a:cs typeface="Segoe UI"/>
              </a:rPr>
              <a:t>  </a:t>
            </a:r>
            <a:r>
              <a:rPr sz="2150" dirty="0">
                <a:latin typeface="Segoe UI"/>
                <a:cs typeface="Segoe UI"/>
              </a:rPr>
              <a:t>is</a:t>
            </a:r>
            <a:r>
              <a:rPr sz="2150" spc="5" dirty="0">
                <a:latin typeface="Segoe UI"/>
                <a:cs typeface="Segoe UI"/>
              </a:rPr>
              <a:t>  </a:t>
            </a:r>
            <a:r>
              <a:rPr sz="2150" spc="65" dirty="0">
                <a:latin typeface="Segoe UI"/>
                <a:cs typeface="Segoe UI"/>
              </a:rPr>
              <a:t>overcome</a:t>
            </a:r>
            <a:r>
              <a:rPr sz="2150" spc="10" dirty="0">
                <a:latin typeface="Segoe UI"/>
                <a:cs typeface="Segoe UI"/>
              </a:rPr>
              <a:t>  </a:t>
            </a:r>
            <a:r>
              <a:rPr sz="2150" dirty="0">
                <a:latin typeface="Segoe UI"/>
                <a:cs typeface="Segoe UI"/>
              </a:rPr>
              <a:t>by</a:t>
            </a:r>
            <a:r>
              <a:rPr sz="2150" spc="15" dirty="0">
                <a:latin typeface="Segoe UI"/>
                <a:cs typeface="Segoe UI"/>
              </a:rPr>
              <a:t>  </a:t>
            </a:r>
            <a:r>
              <a:rPr sz="2150" spc="55" dirty="0">
                <a:latin typeface="Segoe UI"/>
                <a:cs typeface="Segoe UI"/>
              </a:rPr>
              <a:t>providing </a:t>
            </a:r>
            <a:r>
              <a:rPr sz="2150" spc="60" dirty="0">
                <a:latin typeface="Segoe UI"/>
                <a:cs typeface="Segoe UI"/>
              </a:rPr>
              <a:t>training</a:t>
            </a:r>
            <a:r>
              <a:rPr sz="2150" spc="254" dirty="0">
                <a:latin typeface="Segoe UI"/>
                <a:cs typeface="Segoe UI"/>
              </a:rPr>
              <a:t> </a:t>
            </a:r>
            <a:r>
              <a:rPr sz="2150" spc="55" dirty="0">
                <a:latin typeface="Segoe UI"/>
                <a:cs typeface="Segoe UI"/>
              </a:rPr>
              <a:t>sessions,</a:t>
            </a:r>
            <a:r>
              <a:rPr sz="2150" spc="235" dirty="0">
                <a:latin typeface="Segoe UI"/>
                <a:cs typeface="Segoe UI"/>
              </a:rPr>
              <a:t> </a:t>
            </a:r>
            <a:r>
              <a:rPr sz="2150" spc="60" dirty="0">
                <a:latin typeface="Segoe UI"/>
                <a:cs typeface="Segoe UI"/>
              </a:rPr>
              <a:t>gathering</a:t>
            </a:r>
            <a:r>
              <a:rPr sz="2150" spc="254" dirty="0">
                <a:latin typeface="Segoe UI"/>
                <a:cs typeface="Segoe UI"/>
              </a:rPr>
              <a:t> </a:t>
            </a:r>
            <a:r>
              <a:rPr sz="2150" spc="60" dirty="0">
                <a:latin typeface="Segoe UI"/>
                <a:cs typeface="Segoe UI"/>
              </a:rPr>
              <a:t>feedback,</a:t>
            </a:r>
            <a:r>
              <a:rPr sz="2150" spc="240" dirty="0">
                <a:latin typeface="Segoe UI"/>
                <a:cs typeface="Segoe UI"/>
              </a:rPr>
              <a:t> </a:t>
            </a:r>
            <a:r>
              <a:rPr sz="2150" spc="50" dirty="0">
                <a:latin typeface="Segoe UI"/>
                <a:cs typeface="Segoe UI"/>
              </a:rPr>
              <a:t>and</a:t>
            </a:r>
            <a:r>
              <a:rPr sz="2150" spc="254" dirty="0">
                <a:latin typeface="Segoe UI"/>
                <a:cs typeface="Segoe UI"/>
              </a:rPr>
              <a:t> </a:t>
            </a:r>
            <a:r>
              <a:rPr sz="2150" spc="65" dirty="0">
                <a:latin typeface="Segoe UI"/>
                <a:cs typeface="Segoe UI"/>
              </a:rPr>
              <a:t>iterating</a:t>
            </a:r>
            <a:r>
              <a:rPr sz="2150" spc="250" dirty="0">
                <a:latin typeface="Segoe UI"/>
                <a:cs typeface="Segoe UI"/>
              </a:rPr>
              <a:t> </a:t>
            </a:r>
            <a:r>
              <a:rPr sz="2150" spc="60" dirty="0">
                <a:latin typeface="Segoe UI"/>
                <a:cs typeface="Segoe UI"/>
              </a:rPr>
              <a:t>based</a:t>
            </a:r>
            <a:r>
              <a:rPr sz="2150" spc="254" dirty="0">
                <a:latin typeface="Segoe UI"/>
                <a:cs typeface="Segoe UI"/>
              </a:rPr>
              <a:t> </a:t>
            </a:r>
            <a:r>
              <a:rPr sz="2150" dirty="0">
                <a:latin typeface="Segoe UI"/>
                <a:cs typeface="Segoe UI"/>
              </a:rPr>
              <a:t>on</a:t>
            </a:r>
            <a:r>
              <a:rPr sz="2150" spc="229" dirty="0">
                <a:latin typeface="Segoe UI"/>
                <a:cs typeface="Segoe UI"/>
              </a:rPr>
              <a:t> </a:t>
            </a:r>
            <a:r>
              <a:rPr sz="2150" dirty="0">
                <a:latin typeface="Segoe UI"/>
                <a:cs typeface="Segoe UI"/>
              </a:rPr>
              <a:t>user</a:t>
            </a:r>
            <a:r>
              <a:rPr sz="2150" spc="250" dirty="0">
                <a:latin typeface="Segoe UI"/>
                <a:cs typeface="Segoe UI"/>
              </a:rPr>
              <a:t> </a:t>
            </a:r>
            <a:r>
              <a:rPr sz="2150" spc="50" dirty="0">
                <a:latin typeface="Segoe UI"/>
                <a:cs typeface="Segoe UI"/>
              </a:rPr>
              <a:t>input</a:t>
            </a:r>
            <a:r>
              <a:rPr sz="2150" spc="275" dirty="0">
                <a:latin typeface="Segoe UI"/>
                <a:cs typeface="Segoe UI"/>
              </a:rPr>
              <a:t> </a:t>
            </a:r>
            <a:r>
              <a:rPr sz="2150" dirty="0">
                <a:latin typeface="Segoe UI"/>
                <a:cs typeface="Segoe UI"/>
              </a:rPr>
              <a:t>to</a:t>
            </a:r>
            <a:r>
              <a:rPr sz="2150" spc="265" dirty="0">
                <a:latin typeface="Segoe UI"/>
                <a:cs typeface="Segoe UI"/>
              </a:rPr>
              <a:t> </a:t>
            </a:r>
            <a:r>
              <a:rPr sz="2150" spc="40" dirty="0">
                <a:latin typeface="Segoe UI"/>
                <a:cs typeface="Segoe UI"/>
              </a:rPr>
              <a:t>ensure </a:t>
            </a:r>
            <a:r>
              <a:rPr sz="2150" spc="50" dirty="0">
                <a:latin typeface="Segoe UI"/>
                <a:cs typeface="Segoe UI"/>
              </a:rPr>
              <a:t>the</a:t>
            </a:r>
            <a:r>
              <a:rPr sz="2150" spc="175" dirty="0">
                <a:latin typeface="Segoe UI"/>
                <a:cs typeface="Segoe UI"/>
              </a:rPr>
              <a:t> </a:t>
            </a:r>
            <a:r>
              <a:rPr sz="2150" spc="60" dirty="0">
                <a:latin typeface="Segoe UI"/>
                <a:cs typeface="Segoe UI"/>
              </a:rPr>
              <a:t>feature</a:t>
            </a:r>
            <a:r>
              <a:rPr sz="2150" spc="185" dirty="0">
                <a:latin typeface="Segoe UI"/>
                <a:cs typeface="Segoe UI"/>
              </a:rPr>
              <a:t> </a:t>
            </a:r>
            <a:r>
              <a:rPr sz="2150" spc="65" dirty="0">
                <a:latin typeface="Segoe UI"/>
                <a:cs typeface="Segoe UI"/>
              </a:rPr>
              <a:t>meets</a:t>
            </a:r>
            <a:r>
              <a:rPr sz="2150" spc="175" dirty="0">
                <a:latin typeface="Segoe UI"/>
                <a:cs typeface="Segoe UI"/>
              </a:rPr>
              <a:t> </a:t>
            </a:r>
            <a:r>
              <a:rPr sz="2150" dirty="0">
                <a:latin typeface="Segoe UI"/>
                <a:cs typeface="Segoe UI"/>
              </a:rPr>
              <a:t>user</a:t>
            </a:r>
            <a:r>
              <a:rPr sz="2150" spc="190" dirty="0">
                <a:latin typeface="Segoe UI"/>
                <a:cs typeface="Segoe UI"/>
              </a:rPr>
              <a:t> </a:t>
            </a:r>
            <a:r>
              <a:rPr sz="2150" spc="55" dirty="0">
                <a:latin typeface="Segoe UI"/>
                <a:cs typeface="Segoe UI"/>
              </a:rPr>
              <a:t>needs</a:t>
            </a:r>
            <a:r>
              <a:rPr sz="2150" spc="175" dirty="0">
                <a:latin typeface="Segoe UI"/>
                <a:cs typeface="Segoe UI"/>
              </a:rPr>
              <a:t> </a:t>
            </a:r>
            <a:r>
              <a:rPr sz="2150" spc="50" dirty="0">
                <a:latin typeface="Segoe UI"/>
                <a:cs typeface="Segoe UI"/>
              </a:rPr>
              <a:t>and</a:t>
            </a:r>
            <a:r>
              <a:rPr sz="2150" spc="195" dirty="0">
                <a:latin typeface="Segoe UI"/>
                <a:cs typeface="Segoe UI"/>
              </a:rPr>
              <a:t> </a:t>
            </a:r>
            <a:r>
              <a:rPr sz="2150" spc="55" dirty="0">
                <a:latin typeface="Segoe UI"/>
                <a:cs typeface="Segoe UI"/>
              </a:rPr>
              <a:t>expectations.</a:t>
            </a:r>
            <a:endParaRPr sz="2150">
              <a:latin typeface="Segoe UI"/>
              <a:cs typeface="Segoe UI"/>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81400" y="1981200"/>
            <a:ext cx="4800600" cy="830997"/>
          </a:xfrm>
          <a:prstGeom prst="rect">
            <a:avLst/>
          </a:prstGeom>
          <a:noFill/>
        </p:spPr>
        <p:txBody>
          <a:bodyPr wrap="square" rtlCol="0">
            <a:spAutoFit/>
          </a:bodyPr>
          <a:lstStyle/>
          <a:p>
            <a:pPr algn="ctr"/>
            <a:r>
              <a:rPr lang="en-US" sz="2400" b="1" dirty="0" smtClean="0"/>
              <a:t>JWD consultancy intranet site project</a:t>
            </a:r>
            <a:endParaRPr lang="en-US" sz="2400" b="1" dirty="0"/>
          </a:p>
        </p:txBody>
      </p:sp>
    </p:spTree>
    <p:extLst>
      <p:ext uri="{BB962C8B-B14F-4D97-AF65-F5344CB8AC3E}">
        <p14:creationId xmlns:p14="http://schemas.microsoft.com/office/powerpoint/2010/main" val="23086062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TotalTime>
  <Words>2655</Words>
  <Application>Microsoft Office PowerPoint</Application>
  <PresentationFormat>Widescreen</PresentationFormat>
  <Paragraphs>317</Paragraphs>
  <Slides>47</Slides>
  <Notes>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Calibri</vt:lpstr>
      <vt:lpstr>Segoe UI</vt:lpstr>
      <vt:lpstr>Segoe UI Semibold</vt:lpstr>
      <vt:lpstr>Times New Roman</vt:lpstr>
      <vt:lpstr>Office Theme</vt:lpstr>
      <vt:lpstr>Lecture 4: Defining Project Charters and Managing Project Interfaces</vt:lpstr>
      <vt:lpstr>Lecture Outline</vt:lpstr>
      <vt:lpstr>1. Creating a Comprehensive Project Charter</vt:lpstr>
      <vt:lpstr>Key Components of a Project Charter</vt:lpstr>
      <vt:lpstr>PowerPoint Presentation</vt:lpstr>
      <vt:lpstr>PowerPoint Presentation</vt:lpstr>
      <vt:lpstr>Best Practices for Creating a Project Charter</vt:lpstr>
      <vt:lpstr>PowerPoint Presentation</vt:lpstr>
      <vt:lpstr>Example Project Charter</vt:lpstr>
      <vt:lpstr>Project Title</vt:lpstr>
      <vt:lpstr>Project Objectives</vt:lpstr>
      <vt:lpstr>Scope Statement</vt:lpstr>
      <vt:lpstr>Out of Scope</vt:lpstr>
      <vt:lpstr>Stakeholders Identification</vt:lpstr>
      <vt:lpstr>Roles and Responsibilities</vt:lpstr>
      <vt:lpstr>Marketing Lead (Sara Kim): Develops and implements marketing strategies to promote the LMS platform.</vt:lpstr>
      <vt:lpstr>Milestones and Deliverables</vt:lpstr>
      <vt:lpstr>Budget and Resources</vt:lpstr>
      <vt:lpstr>Risk Management Plan</vt:lpstr>
      <vt:lpstr>Approval Signatures</vt:lpstr>
      <vt:lpstr>2. How the Project Charter Integrates with SDLC</vt:lpstr>
      <vt:lpstr>Example Integration</vt:lpstr>
      <vt:lpstr>3. Managing Interfaces and Dependencies</vt:lpstr>
      <vt:lpstr>What is Stakeholder Alignment?</vt:lpstr>
      <vt:lpstr>Steps to Achieve Stakeholder Alignment</vt:lpstr>
      <vt:lpstr>Example Scenario</vt:lpstr>
      <vt:lpstr>PowerPoint Presentation</vt:lpstr>
      <vt:lpstr>Strategies for Effective Coordination</vt:lpstr>
      <vt:lpstr>PowerPoint Presentation</vt:lpstr>
      <vt:lpstr>Example Scenario</vt:lpstr>
      <vt:lpstr>4. Tools and Techniques for Integration Management</vt:lpstr>
      <vt:lpstr>Key Tools for Integration Management</vt:lpstr>
      <vt:lpstr>PowerPoint Presentation</vt:lpstr>
      <vt:lpstr>Techniques for Effective Integration Management</vt:lpstr>
      <vt:lpstr>PowerPoint Presentation</vt:lpstr>
      <vt:lpstr>Key Takeaways</vt:lpstr>
      <vt:lpstr>PowerPoint Presentation</vt:lpstr>
      <vt:lpstr>PowerPoint Presentation</vt:lpstr>
      <vt:lpstr>PowerPoint Presentation</vt:lpstr>
      <vt:lpstr>PowerPoint Presentation</vt:lpstr>
      <vt:lpstr>PowerPoint Presentation</vt:lpstr>
      <vt:lpstr>PowerPoint Presentation</vt:lpstr>
      <vt:lpstr>The  IT  Department  supports  technical  integration  and  deployment  processes, while Liam Patel, the Marketing Lead, is tasked with promoting the new Mobile Analytics Dashboard to existing and potential clients. Additionally, the Legal and Compliance  Team  ensures  that  the  mobile  feature  adheres  to  data  protection regulations such as GDPR.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tmp-12960-hQBrvEcNv0Lu-.html</dc:title>
  <cp:lastModifiedBy>Admin</cp:lastModifiedBy>
  <cp:revision>11</cp:revision>
  <dcterms:created xsi:type="dcterms:W3CDTF">2026-03-03T08:30:27Z</dcterms:created>
  <dcterms:modified xsi:type="dcterms:W3CDTF">2026-03-03T10:54:03Z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2024-10-03T00:00:00Z</vt:filetime>
  </property>
  <property fmtid="{D5CDD505-2E9C-101B-9397-08002B2CF9AE}" pid="3" name="Creator">
    <vt:lpwstr>Created by Marp</vt:lpwstr>
  </property>
  <property fmtid="{D5CDD505-2E9C-101B-9397-08002B2CF9AE}" pid="4" name="LastSaved">
    <vt:filetime>2026-03-03T00:00:00Z</vt:filetime>
  </property>
  <property fmtid="{D5CDD505-2E9C-101B-9397-08002B2CF9AE}" pid="5" name="Producer">
    <vt:lpwstr>Created by Marp</vt:lpwstr>
  </property>
</Properties>
</file>