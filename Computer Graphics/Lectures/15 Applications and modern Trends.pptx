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9" r:id="rId6"/>
    <p:sldId id="278" r:id="rId7"/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83" d="100"/>
          <a:sy n="83" d="100"/>
        </p:scale>
        <p:origin x="6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AEF-C87D-44DD-B1D1-490FA4B03FF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D772-9C89-4F29-BA66-15F5AEA0C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07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AEF-C87D-44DD-B1D1-490FA4B03FF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D772-9C89-4F29-BA66-15F5AEA0C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1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AEF-C87D-44DD-B1D1-490FA4B03FF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D772-9C89-4F29-BA66-15F5AEA0C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07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AEF-C87D-44DD-B1D1-490FA4B03FF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D772-9C89-4F29-BA66-15F5AEA0C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69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AEF-C87D-44DD-B1D1-490FA4B03FF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D772-9C89-4F29-BA66-15F5AEA0C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AEF-C87D-44DD-B1D1-490FA4B03FF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D772-9C89-4F29-BA66-15F5AEA0C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6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AEF-C87D-44DD-B1D1-490FA4B03FF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D772-9C89-4F29-BA66-15F5AEA0C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8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AEF-C87D-44DD-B1D1-490FA4B03FF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D772-9C89-4F29-BA66-15F5AEA0C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03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AEF-C87D-44DD-B1D1-490FA4B03FF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D772-9C89-4F29-BA66-15F5AEA0C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8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AEF-C87D-44DD-B1D1-490FA4B03FF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D772-9C89-4F29-BA66-15F5AEA0C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6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AEF-C87D-44DD-B1D1-490FA4B03FF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4D772-9C89-4F29-BA66-15F5AEA0C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9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EAAEF-C87D-44DD-B1D1-490FA4B03FF0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4D772-9C89-4F29-BA66-15F5AEA0C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09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Graphics in Daily Life &amp; Modern Trends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Real-World Applications and Emerging Technologies</a:t>
            </a:r>
          </a:p>
        </p:txBody>
      </p:sp>
    </p:spTree>
    <p:extLst>
      <p:ext uri="{BB962C8B-B14F-4D97-AF65-F5344CB8AC3E}">
        <p14:creationId xmlns:p14="http://schemas.microsoft.com/office/powerpoint/2010/main" val="620781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Computer Graphics in Daily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Gaming and Entertainment</a:t>
            </a:r>
          </a:p>
          <a:p>
            <a:pPr marL="0" indent="0">
              <a:buNone/>
            </a:pPr>
            <a:r>
              <a:rPr dirty="0"/>
              <a:t>  Used in 2D/3D games, animated movies, and visual effects.</a:t>
            </a:r>
          </a:p>
          <a:p>
            <a:pPr marL="0" indent="0">
              <a:buNone/>
            </a:pPr>
            <a:r>
              <a:rPr dirty="0"/>
              <a:t>• Education and Training</a:t>
            </a:r>
          </a:p>
          <a:p>
            <a:pPr marL="0" indent="0">
              <a:buNone/>
            </a:pPr>
            <a:r>
              <a:rPr dirty="0"/>
              <a:t>  Interactive simulations and virtual labs improve learning.</a:t>
            </a:r>
          </a:p>
          <a:p>
            <a:pPr marL="0" indent="0">
              <a:buNone/>
            </a:pPr>
            <a:r>
              <a:rPr dirty="0"/>
              <a:t>• Medical Imaging</a:t>
            </a:r>
          </a:p>
          <a:p>
            <a:pPr marL="0" indent="0">
              <a:buNone/>
            </a:pPr>
            <a:r>
              <a:rPr dirty="0"/>
              <a:t>  MRI, CT scans, and 3D visualization help in diagnosis.</a:t>
            </a:r>
          </a:p>
          <a:p>
            <a:pPr marL="0" indent="0">
              <a:buNone/>
            </a:pPr>
            <a:r>
              <a:rPr dirty="0"/>
              <a:t>• Engineering and Architecture</a:t>
            </a:r>
          </a:p>
          <a:p>
            <a:pPr marL="0" indent="0">
              <a:buNone/>
            </a:pPr>
            <a:r>
              <a:rPr dirty="0"/>
              <a:t>  CAD software is used for building and product design.</a:t>
            </a:r>
          </a:p>
        </p:txBody>
      </p:sp>
    </p:spTree>
    <p:extLst>
      <p:ext uri="{BB962C8B-B14F-4D97-AF65-F5344CB8AC3E}">
        <p14:creationId xmlns:p14="http://schemas.microsoft.com/office/powerpoint/2010/main" val="1494497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Trends in Computer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Artificial Intelligence in Graphics</a:t>
            </a:r>
          </a:p>
          <a:p>
            <a:pPr marL="0" indent="0">
              <a:buNone/>
            </a:pPr>
            <a:r>
              <a:rPr dirty="0"/>
              <a:t>  AI is used for image generation, animation, and automation.</a:t>
            </a:r>
          </a:p>
          <a:p>
            <a:pPr marL="0" indent="0">
              <a:buNone/>
            </a:pPr>
            <a:r>
              <a:rPr dirty="0"/>
              <a:t>• Virtual Reality (VR) and Augmented Reality (AR)</a:t>
            </a:r>
          </a:p>
          <a:p>
            <a:pPr marL="0" indent="0">
              <a:buNone/>
            </a:pPr>
            <a:r>
              <a:rPr dirty="0"/>
              <a:t>  Provides immersive experiences in gaming and education.</a:t>
            </a:r>
          </a:p>
          <a:p>
            <a:pPr marL="0" indent="0">
              <a:buNone/>
            </a:pPr>
            <a:r>
              <a:rPr dirty="0"/>
              <a:t>• Real-Time Ray Tracing</a:t>
            </a:r>
          </a:p>
          <a:p>
            <a:pPr marL="0" indent="0">
              <a:buNone/>
            </a:pPr>
            <a:r>
              <a:rPr dirty="0"/>
              <a:t>  Creates realistic lighting and reflections in graphics.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Metaverse</a:t>
            </a:r>
            <a:r>
              <a:rPr dirty="0"/>
              <a:t> and Digital Twins</a:t>
            </a:r>
          </a:p>
          <a:p>
            <a:pPr marL="0" indent="0">
              <a:buNone/>
            </a:pPr>
            <a:r>
              <a:rPr dirty="0"/>
              <a:t>  Virtual worlds and digital replicas are becoming popular.</a:t>
            </a:r>
          </a:p>
        </p:txBody>
      </p:sp>
    </p:spTree>
    <p:extLst>
      <p:ext uri="{BB962C8B-B14F-4D97-AF65-F5344CB8AC3E}">
        <p14:creationId xmlns:p14="http://schemas.microsoft.com/office/powerpoint/2010/main" val="4003408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graphics play a major role in modern technology.</a:t>
            </a:r>
          </a:p>
          <a:p>
            <a:r>
              <a:t>They improve visualization, communication, and user interaction.</a:t>
            </a:r>
          </a:p>
          <a:p>
            <a:r>
              <a:t>Emerging technologies such as AI, VR, and AR are shaping the future of graphics.</a:t>
            </a:r>
          </a:p>
        </p:txBody>
      </p:sp>
    </p:spTree>
    <p:extLst>
      <p:ext uri="{BB962C8B-B14F-4D97-AF65-F5344CB8AC3E}">
        <p14:creationId xmlns:p14="http://schemas.microsoft.com/office/powerpoint/2010/main" val="2268067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1938186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818" y="535708"/>
            <a:ext cx="10891982" cy="597592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Case Study: Smart Traffic Management System</a:t>
            </a:r>
          </a:p>
          <a:p>
            <a:r>
              <a:rPr lang="en-US" dirty="0" smtClean="0"/>
              <a:t>A software company is developing a </a:t>
            </a:r>
            <a:r>
              <a:rPr lang="en-US" b="1" dirty="0" smtClean="0"/>
              <a:t>Smart Traffic Management System</a:t>
            </a:r>
            <a:r>
              <a:rPr lang="en-US" dirty="0" smtClean="0"/>
              <a:t> for a city. The system will display 3D roads, moving vehicles, traffic signals, and real-time traffic updates. It will also simulate day/night environments and highlight accident areas.</a:t>
            </a:r>
          </a:p>
          <a:p>
            <a:r>
              <a:rPr lang="en-US" dirty="0" smtClean="0"/>
              <a:t>Students have to analyze how </a:t>
            </a:r>
            <a:r>
              <a:rPr lang="en-US" b="1" dirty="0" smtClean="0"/>
              <a:t>Computer Graphics concepts</a:t>
            </a:r>
            <a:r>
              <a:rPr lang="en-US" dirty="0" smtClean="0"/>
              <a:t> will be used in this system.</a:t>
            </a:r>
          </a:p>
          <a:p>
            <a:r>
              <a:rPr lang="en-US" b="1" dirty="0" smtClean="0"/>
              <a:t>Questions</a:t>
            </a:r>
          </a:p>
          <a:p>
            <a:r>
              <a:rPr lang="en-US" dirty="0" smtClean="0"/>
              <a:t>How will transformations help in moving vehicles? </a:t>
            </a:r>
          </a:p>
          <a:p>
            <a:r>
              <a:rPr lang="en-US" dirty="0" smtClean="0"/>
              <a:t>Which projection technique will be suitable for city visualization? </a:t>
            </a:r>
          </a:p>
          <a:p>
            <a:r>
              <a:rPr lang="en-US" dirty="0" smtClean="0"/>
              <a:t>How can animation be used for traffic signals and cars? </a:t>
            </a:r>
          </a:p>
          <a:p>
            <a:r>
              <a:rPr lang="en-US" dirty="0" smtClean="0"/>
              <a:t>Why are clipping and viewport mapping important? </a:t>
            </a:r>
          </a:p>
          <a:p>
            <a:r>
              <a:rPr lang="en-US" dirty="0" smtClean="0"/>
              <a:t>How will lighting and shading improve realism? </a:t>
            </a:r>
          </a:p>
          <a:p>
            <a:r>
              <a:rPr lang="en-US" dirty="0" smtClean="0"/>
              <a:t>How can AI, VR, or AR enhance the system? </a:t>
            </a:r>
          </a:p>
          <a:p>
            <a:r>
              <a:rPr lang="en-US" b="1" dirty="0" smtClean="0"/>
              <a:t>Learning Outcome</a:t>
            </a:r>
          </a:p>
          <a:p>
            <a:r>
              <a:rPr lang="en-US" dirty="0" smtClean="0"/>
              <a:t>Students will understand how Computer Graphics concepts are applied in real-world systems such as smart cities and traffic visualization.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787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2047875"/>
            <a:ext cx="720090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992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450490"/>
            <a:ext cx="9266382" cy="536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54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90" y="612486"/>
            <a:ext cx="10005291" cy="61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9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26" y="439016"/>
            <a:ext cx="10257992" cy="602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87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53748"/>
            <a:ext cx="10067090" cy="546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83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39" y="189346"/>
            <a:ext cx="11183666" cy="550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20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27" y="261216"/>
            <a:ext cx="11158681" cy="641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48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80" y="365124"/>
            <a:ext cx="10703062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74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5124"/>
            <a:ext cx="9746673" cy="591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27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80" y="519907"/>
            <a:ext cx="10686996" cy="39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17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5125"/>
            <a:ext cx="9552709" cy="549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61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88" y="422492"/>
            <a:ext cx="11607423" cy="525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34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76" y="365125"/>
            <a:ext cx="9455006" cy="575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9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365125"/>
            <a:ext cx="10713870" cy="589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5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02" y="439881"/>
            <a:ext cx="10149897" cy="616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930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80" y="257175"/>
            <a:ext cx="11679765" cy="477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69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77" y="484331"/>
            <a:ext cx="9485168" cy="590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151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25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338</Words>
  <Application>Microsoft Office PowerPoint</Application>
  <PresentationFormat>Widescreen</PresentationFormat>
  <Paragraphs>36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Computer Graphics in Daily Life &amp; Modern Trends</vt:lpstr>
      <vt:lpstr>Applications of Computer Graphics in Daily Life</vt:lpstr>
      <vt:lpstr>Modern Trends in Computer Graphics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Sabina</dc:creator>
  <cp:lastModifiedBy>Sabina</cp:lastModifiedBy>
  <cp:revision>6</cp:revision>
  <dcterms:created xsi:type="dcterms:W3CDTF">2026-05-07T10:21:21Z</dcterms:created>
  <dcterms:modified xsi:type="dcterms:W3CDTF">2026-05-07T10:40:11Z</dcterms:modified>
</cp:coreProperties>
</file>